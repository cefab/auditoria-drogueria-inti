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4.xml" ContentType="application/vnd.openxmlformats-officedocument.presentationml.tags+xml"/>
  <Override PartName="/ppt/notesSlides/notesSlide2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3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40"/>
  </p:notesMasterIdLst>
  <p:handoutMasterIdLst>
    <p:handoutMasterId r:id="rId41"/>
  </p:handoutMasterIdLst>
  <p:sldIdLst>
    <p:sldId id="298" r:id="rId2"/>
    <p:sldId id="297" r:id="rId3"/>
    <p:sldId id="299" r:id="rId4"/>
    <p:sldId id="307" r:id="rId5"/>
    <p:sldId id="352" r:id="rId6"/>
    <p:sldId id="309" r:id="rId7"/>
    <p:sldId id="310" r:id="rId8"/>
    <p:sldId id="311" r:id="rId9"/>
    <p:sldId id="312" r:id="rId10"/>
    <p:sldId id="353" r:id="rId11"/>
    <p:sldId id="314" r:id="rId12"/>
    <p:sldId id="317" r:id="rId13"/>
    <p:sldId id="365" r:id="rId14"/>
    <p:sldId id="308" r:id="rId15"/>
    <p:sldId id="282" r:id="rId16"/>
    <p:sldId id="347" r:id="rId17"/>
    <p:sldId id="348" r:id="rId18"/>
    <p:sldId id="349" r:id="rId19"/>
    <p:sldId id="313" r:id="rId20"/>
    <p:sldId id="350" r:id="rId21"/>
    <p:sldId id="351" r:id="rId22"/>
    <p:sldId id="366" r:id="rId23"/>
    <p:sldId id="346" r:id="rId24"/>
    <p:sldId id="358" r:id="rId25"/>
    <p:sldId id="359" r:id="rId26"/>
    <p:sldId id="360" r:id="rId27"/>
    <p:sldId id="361" r:id="rId28"/>
    <p:sldId id="362" r:id="rId29"/>
    <p:sldId id="363" r:id="rId30"/>
    <p:sldId id="364" r:id="rId31"/>
    <p:sldId id="339" r:id="rId32"/>
    <p:sldId id="367" r:id="rId33"/>
    <p:sldId id="354" r:id="rId34"/>
    <p:sldId id="296" r:id="rId35"/>
    <p:sldId id="286" r:id="rId36"/>
    <p:sldId id="355" r:id="rId37"/>
    <p:sldId id="356" r:id="rId38"/>
    <p:sldId id="357" r:id="rId39"/>
  </p:sldIdLst>
  <p:sldSz cx="12192000" cy="6858000"/>
  <p:notesSz cx="6858000" cy="9144000"/>
  <p:custDataLst>
    <p:tags r:id="rId4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BDA7"/>
    <a:srgbClr val="3494BA"/>
    <a:srgbClr val="8CC066"/>
    <a:srgbClr val="58B6C0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37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8E373BA-85BC-4523-9443-C0B6070F6F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5011DCB-FDF0-4AE6-8EDF-98D55BB3BD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F9BAD-4A98-4ABD-98D9-29F3CB1CFFC5}" type="datetimeFigureOut">
              <a:rPr lang="es-PE" smtClean="0"/>
              <a:t>7/05/2026</a:t>
            </a:fld>
            <a:endParaRPr lang="es-PE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D9A2B3-BC7D-4179-B139-7C1D386E28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75F451-8FDC-4921-910D-6331E857B2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7CA06-7EC5-4CE8-80DC-44637603D6B6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30766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25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110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029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08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523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592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078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015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025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1331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725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894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006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F3303-DDC7-AE53-7972-E63D1CF1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61AF2A-F11D-9688-AA68-0F3A1B2DB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D37477-486E-2500-8ADB-499BD023F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865B83-6576-FAE5-6AE8-7E549E161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4576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592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707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D9472-A447-0FFD-07F0-DCE1F7613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580908-8C01-9894-35CC-6C42BBB04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BA3FBE-BC67-2616-9EFB-593B21121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16FEFF-B320-4ED2-51FF-428DFB8EA0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7967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6C482-610D-7696-93CF-351F35CCD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87E925-B12A-ACD4-C6FD-FE0EB45A2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28E3DA-EA62-5D50-29DD-F257E0E0A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4A2364-34D2-21A8-A63F-925F4453A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310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AB55F-82E0-3F4E-91F3-5A3757545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1EB325-9BA2-503E-56D4-4D8120DC6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E3326A-C6AE-A46C-E179-04F76B7A6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709BE4-8DF4-060B-38FC-A13BD04AE0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2949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7256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B8A4A-A1E3-EB43-1D28-A5E35FBB8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671E45-749E-64A5-3559-8C636CD8F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6C1308-0AD3-C99A-51BD-820958D0A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4E43B9-BCCB-B15B-CAD1-9A73F33B5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8366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5E3C5-B14C-C3E1-672F-1923879AA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09931D-F883-E9D2-2F0E-4D3AC3FD7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B9EE88-E29C-F841-96CC-7579D4BD9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3EC8CD-408D-5E32-1CF7-22537ED6E3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3512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84166-690A-2EC7-6642-B36363DB9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3DE720-1C21-31A0-B13B-59609220D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A3548E-C6C6-64F0-23A3-A0385999C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737D8F-4A8B-EC27-22A6-E8B8383A6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1705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0405-9C36-C8E4-742D-CE0209C47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C17646-C34C-86D6-6A6A-52A97A390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A33F1F-BE3C-590B-B22E-A61B76847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4A9EA7-7838-BE57-CA52-FB1D55D051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8962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3499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0534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8904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1676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4012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014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559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">
            <a:extLst>
              <a:ext uri="{FF2B5EF4-FFF2-40B4-BE49-F238E27FC236}">
                <a16:creationId xmlns:a16="http://schemas.microsoft.com/office/drawing/2014/main" id="{6FBC8789-68AE-4915-A113-3B4F4DB93A19}"/>
              </a:ext>
            </a:extLst>
          </p:cNvPr>
          <p:cNvSpPr/>
          <p:nvPr userDrawn="1"/>
        </p:nvSpPr>
        <p:spPr>
          <a:xfrm flipV="1">
            <a:off x="-19048" y="931248"/>
            <a:ext cx="12209461" cy="787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等腰三角形 2">
            <a:extLst>
              <a:ext uri="{FF2B5EF4-FFF2-40B4-BE49-F238E27FC236}">
                <a16:creationId xmlns:a16="http://schemas.microsoft.com/office/drawing/2014/main" id="{1B1957EB-E895-45FE-9BDC-F9A1E08A2131}"/>
              </a:ext>
            </a:extLst>
          </p:cNvPr>
          <p:cNvSpPr/>
          <p:nvPr userDrawn="1"/>
        </p:nvSpPr>
        <p:spPr>
          <a:xfrm rot="5400000">
            <a:off x="994227" y="381908"/>
            <a:ext cx="381645" cy="329004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8">
            <a:extLst>
              <a:ext uri="{FF2B5EF4-FFF2-40B4-BE49-F238E27FC236}">
                <a16:creationId xmlns:a16="http://schemas.microsoft.com/office/drawing/2014/main" id="{C2EE5C8E-7D56-4092-94AC-8BB2C97EAFA0}"/>
              </a:ext>
            </a:extLst>
          </p:cNvPr>
          <p:cNvGrpSpPr/>
          <p:nvPr userDrawn="1"/>
        </p:nvGrpSpPr>
        <p:grpSpPr>
          <a:xfrm>
            <a:off x="4536" y="0"/>
            <a:ext cx="721182" cy="931248"/>
            <a:chOff x="0" y="532828"/>
            <a:chExt cx="498355" cy="568897"/>
          </a:xfrm>
        </p:grpSpPr>
        <p:sp>
          <p:nvSpPr>
            <p:cNvPr id="5" name="矩形 9">
              <a:extLst>
                <a:ext uri="{FF2B5EF4-FFF2-40B4-BE49-F238E27FC236}">
                  <a16:creationId xmlns:a16="http://schemas.microsoft.com/office/drawing/2014/main" id="{F64A5F79-9727-425F-8E67-274E617427C5}"/>
                </a:ext>
              </a:extLst>
            </p:cNvPr>
            <p:cNvSpPr/>
            <p:nvPr/>
          </p:nvSpPr>
          <p:spPr>
            <a:xfrm>
              <a:off x="0" y="532828"/>
              <a:ext cx="128433" cy="56889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10">
              <a:extLst>
                <a:ext uri="{FF2B5EF4-FFF2-40B4-BE49-F238E27FC236}">
                  <a16:creationId xmlns:a16="http://schemas.microsoft.com/office/drawing/2014/main" id="{BE989FAD-1A28-4CF7-9D6B-50FE116E749E}"/>
                </a:ext>
              </a:extLst>
            </p:cNvPr>
            <p:cNvSpPr/>
            <p:nvPr/>
          </p:nvSpPr>
          <p:spPr>
            <a:xfrm>
              <a:off x="130533" y="532828"/>
              <a:ext cx="130259" cy="568897"/>
            </a:xfrm>
            <a:prstGeom prst="rect">
              <a:avLst/>
            </a:prstGeom>
            <a:solidFill>
              <a:srgbClr val="8CC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11">
              <a:extLst>
                <a:ext uri="{FF2B5EF4-FFF2-40B4-BE49-F238E27FC236}">
                  <a16:creationId xmlns:a16="http://schemas.microsoft.com/office/drawing/2014/main" id="{2E573C0A-7E9A-4B79-A2E7-7E23A7B2CBC1}"/>
                </a:ext>
              </a:extLst>
            </p:cNvPr>
            <p:cNvSpPr/>
            <p:nvPr/>
          </p:nvSpPr>
          <p:spPr>
            <a:xfrm>
              <a:off x="374250" y="532828"/>
              <a:ext cx="124105" cy="56889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12">
              <a:extLst>
                <a:ext uri="{FF2B5EF4-FFF2-40B4-BE49-F238E27FC236}">
                  <a16:creationId xmlns:a16="http://schemas.microsoft.com/office/drawing/2014/main" id="{62E42EC7-5CC3-45D0-882D-008E29EBAFC4}"/>
                </a:ext>
              </a:extLst>
            </p:cNvPr>
            <p:cNvSpPr/>
            <p:nvPr/>
          </p:nvSpPr>
          <p:spPr>
            <a:xfrm>
              <a:off x="253744" y="532828"/>
              <a:ext cx="128433" cy="5688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椭圆 3">
            <a:extLst>
              <a:ext uri="{FF2B5EF4-FFF2-40B4-BE49-F238E27FC236}">
                <a16:creationId xmlns:a16="http://schemas.microsoft.com/office/drawing/2014/main" id="{65F83126-86E2-4795-BA92-2D5F35FD981F}"/>
              </a:ext>
            </a:extLst>
          </p:cNvPr>
          <p:cNvSpPr/>
          <p:nvPr userDrawn="1"/>
        </p:nvSpPr>
        <p:spPr>
          <a:xfrm>
            <a:off x="11563042" y="6283199"/>
            <a:ext cx="283369" cy="282906"/>
          </a:xfrm>
          <a:custGeom>
            <a:avLst/>
            <a:gdLst>
              <a:gd name="connsiteX0" fmla="*/ 140017 w 606581"/>
              <a:gd name="connsiteY0" fmla="*/ 411043 h 605592"/>
              <a:gd name="connsiteX1" fmla="*/ 178821 w 606581"/>
              <a:gd name="connsiteY1" fmla="*/ 427078 h 605592"/>
              <a:gd name="connsiteX2" fmla="*/ 178821 w 606581"/>
              <a:gd name="connsiteY2" fmla="*/ 504564 h 605592"/>
              <a:gd name="connsiteX3" fmla="*/ 93692 w 606581"/>
              <a:gd name="connsiteY3" fmla="*/ 589557 h 605592"/>
              <a:gd name="connsiteX4" fmla="*/ 54887 w 606581"/>
              <a:gd name="connsiteY4" fmla="*/ 605592 h 605592"/>
              <a:gd name="connsiteX5" fmla="*/ 16083 w 606581"/>
              <a:gd name="connsiteY5" fmla="*/ 589557 h 605592"/>
              <a:gd name="connsiteX6" fmla="*/ 16083 w 606581"/>
              <a:gd name="connsiteY6" fmla="*/ 511979 h 605592"/>
              <a:gd name="connsiteX7" fmla="*/ 101212 w 606581"/>
              <a:gd name="connsiteY7" fmla="*/ 427078 h 605592"/>
              <a:gd name="connsiteX8" fmla="*/ 140017 w 606581"/>
              <a:gd name="connsiteY8" fmla="*/ 411043 h 605592"/>
              <a:gd name="connsiteX9" fmla="*/ 382501 w 606581"/>
              <a:gd name="connsiteY9" fmla="*/ 49537 h 605592"/>
              <a:gd name="connsiteX10" fmla="*/ 557044 w 606581"/>
              <a:gd name="connsiteY10" fmla="*/ 223798 h 605592"/>
              <a:gd name="connsiteX11" fmla="*/ 382501 w 606581"/>
              <a:gd name="connsiteY11" fmla="*/ 398059 h 605592"/>
              <a:gd name="connsiteX12" fmla="*/ 207957 w 606581"/>
              <a:gd name="connsiteY12" fmla="*/ 223798 h 605592"/>
              <a:gd name="connsiteX13" fmla="*/ 382501 w 606581"/>
              <a:gd name="connsiteY13" fmla="*/ 49537 h 605592"/>
              <a:gd name="connsiteX14" fmla="*/ 382536 w 606581"/>
              <a:gd name="connsiteY14" fmla="*/ 24750 h 605592"/>
              <a:gd name="connsiteX15" fmla="*/ 304914 w 606581"/>
              <a:gd name="connsiteY15" fmla="*/ 40417 h 605592"/>
              <a:gd name="connsiteX16" fmla="*/ 241591 w 606581"/>
              <a:gd name="connsiteY16" fmla="*/ 83058 h 605592"/>
              <a:gd name="connsiteX17" fmla="*/ 198880 w 606581"/>
              <a:gd name="connsiteY17" fmla="*/ 146278 h 605592"/>
              <a:gd name="connsiteX18" fmla="*/ 183189 w 606581"/>
              <a:gd name="connsiteY18" fmla="*/ 223774 h 605592"/>
              <a:gd name="connsiteX19" fmla="*/ 198880 w 606581"/>
              <a:gd name="connsiteY19" fmla="*/ 301177 h 605592"/>
              <a:gd name="connsiteX20" fmla="*/ 241591 w 606581"/>
              <a:gd name="connsiteY20" fmla="*/ 364490 h 605592"/>
              <a:gd name="connsiteX21" fmla="*/ 304914 w 606581"/>
              <a:gd name="connsiteY21" fmla="*/ 407131 h 605592"/>
              <a:gd name="connsiteX22" fmla="*/ 382536 w 606581"/>
              <a:gd name="connsiteY22" fmla="*/ 422705 h 605592"/>
              <a:gd name="connsiteX23" fmla="*/ 460158 w 606581"/>
              <a:gd name="connsiteY23" fmla="*/ 407131 h 605592"/>
              <a:gd name="connsiteX24" fmla="*/ 523481 w 606581"/>
              <a:gd name="connsiteY24" fmla="*/ 364490 h 605592"/>
              <a:gd name="connsiteX25" fmla="*/ 566192 w 606581"/>
              <a:gd name="connsiteY25" fmla="*/ 301177 h 605592"/>
              <a:gd name="connsiteX26" fmla="*/ 581883 w 606581"/>
              <a:gd name="connsiteY26" fmla="*/ 223774 h 605592"/>
              <a:gd name="connsiteX27" fmla="*/ 566192 w 606581"/>
              <a:gd name="connsiteY27" fmla="*/ 146278 h 605592"/>
              <a:gd name="connsiteX28" fmla="*/ 523481 w 606581"/>
              <a:gd name="connsiteY28" fmla="*/ 83058 h 605592"/>
              <a:gd name="connsiteX29" fmla="*/ 460158 w 606581"/>
              <a:gd name="connsiteY29" fmla="*/ 40417 h 605592"/>
              <a:gd name="connsiteX30" fmla="*/ 382536 w 606581"/>
              <a:gd name="connsiteY30" fmla="*/ 24750 h 605592"/>
              <a:gd name="connsiteX31" fmla="*/ 382536 w 606581"/>
              <a:gd name="connsiteY31" fmla="*/ 0 h 605592"/>
              <a:gd name="connsiteX32" fmla="*/ 469721 w 606581"/>
              <a:gd name="connsiteY32" fmla="*/ 17613 h 605592"/>
              <a:gd name="connsiteX33" fmla="*/ 540937 w 606581"/>
              <a:gd name="connsiteY33" fmla="*/ 65538 h 605592"/>
              <a:gd name="connsiteX34" fmla="*/ 588940 w 606581"/>
              <a:gd name="connsiteY34" fmla="*/ 136637 h 605592"/>
              <a:gd name="connsiteX35" fmla="*/ 606581 w 606581"/>
              <a:gd name="connsiteY35" fmla="*/ 223774 h 605592"/>
              <a:gd name="connsiteX36" fmla="*/ 588940 w 606581"/>
              <a:gd name="connsiteY36" fmla="*/ 310818 h 605592"/>
              <a:gd name="connsiteX37" fmla="*/ 540937 w 606581"/>
              <a:gd name="connsiteY37" fmla="*/ 381917 h 605592"/>
              <a:gd name="connsiteX38" fmla="*/ 469721 w 606581"/>
              <a:gd name="connsiteY38" fmla="*/ 429842 h 605592"/>
              <a:gd name="connsiteX39" fmla="*/ 382536 w 606581"/>
              <a:gd name="connsiteY39" fmla="*/ 447455 h 605592"/>
              <a:gd name="connsiteX40" fmla="*/ 295258 w 606581"/>
              <a:gd name="connsiteY40" fmla="*/ 429842 h 605592"/>
              <a:gd name="connsiteX41" fmla="*/ 240105 w 606581"/>
              <a:gd name="connsiteY41" fmla="*/ 396471 h 605592"/>
              <a:gd name="connsiteX42" fmla="*/ 209558 w 606581"/>
              <a:gd name="connsiteY42" fmla="*/ 427061 h 605592"/>
              <a:gd name="connsiteX43" fmla="*/ 196373 w 606581"/>
              <a:gd name="connsiteY43" fmla="*/ 409541 h 605592"/>
              <a:gd name="connsiteX44" fmla="*/ 178918 w 606581"/>
              <a:gd name="connsiteY44" fmla="*/ 396378 h 605592"/>
              <a:gd name="connsiteX45" fmla="*/ 209465 w 606581"/>
              <a:gd name="connsiteY45" fmla="*/ 365880 h 605592"/>
              <a:gd name="connsiteX46" fmla="*/ 176040 w 606581"/>
              <a:gd name="connsiteY46" fmla="*/ 310818 h 605592"/>
              <a:gd name="connsiteX47" fmla="*/ 158491 w 606581"/>
              <a:gd name="connsiteY47" fmla="*/ 223774 h 605592"/>
              <a:gd name="connsiteX48" fmla="*/ 176040 w 606581"/>
              <a:gd name="connsiteY48" fmla="*/ 136637 h 605592"/>
              <a:gd name="connsiteX49" fmla="*/ 224043 w 606581"/>
              <a:gd name="connsiteY49" fmla="*/ 65538 h 605592"/>
              <a:gd name="connsiteX50" fmla="*/ 295258 w 606581"/>
              <a:gd name="connsiteY50" fmla="*/ 17613 h 605592"/>
              <a:gd name="connsiteX51" fmla="*/ 382536 w 606581"/>
              <a:gd name="connsiteY51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6581" h="605592">
                <a:moveTo>
                  <a:pt x="140017" y="411043"/>
                </a:moveTo>
                <a:cubicBezTo>
                  <a:pt x="154035" y="411043"/>
                  <a:pt x="168053" y="416326"/>
                  <a:pt x="178821" y="427078"/>
                </a:cubicBezTo>
                <a:cubicBezTo>
                  <a:pt x="200266" y="448488"/>
                  <a:pt x="200266" y="483153"/>
                  <a:pt x="178821" y="504564"/>
                </a:cubicBezTo>
                <a:lnTo>
                  <a:pt x="93692" y="589557"/>
                </a:lnTo>
                <a:cubicBezTo>
                  <a:pt x="83016" y="600216"/>
                  <a:pt x="68905" y="605592"/>
                  <a:pt x="54887" y="605592"/>
                </a:cubicBezTo>
                <a:cubicBezTo>
                  <a:pt x="40870" y="605592"/>
                  <a:pt x="26759" y="600216"/>
                  <a:pt x="16083" y="589557"/>
                </a:cubicBezTo>
                <a:cubicBezTo>
                  <a:pt x="-5362" y="568147"/>
                  <a:pt x="-5362" y="533389"/>
                  <a:pt x="16083" y="511979"/>
                </a:cubicBezTo>
                <a:lnTo>
                  <a:pt x="101212" y="427078"/>
                </a:lnTo>
                <a:cubicBezTo>
                  <a:pt x="111888" y="416326"/>
                  <a:pt x="125999" y="411043"/>
                  <a:pt x="140017" y="411043"/>
                </a:cubicBezTo>
                <a:close/>
                <a:moveTo>
                  <a:pt x="382501" y="49537"/>
                </a:moveTo>
                <a:cubicBezTo>
                  <a:pt x="478871" y="49537"/>
                  <a:pt x="557044" y="127491"/>
                  <a:pt x="557044" y="223798"/>
                </a:cubicBezTo>
                <a:cubicBezTo>
                  <a:pt x="557044" y="320012"/>
                  <a:pt x="478871" y="398059"/>
                  <a:pt x="382501" y="398059"/>
                </a:cubicBezTo>
                <a:cubicBezTo>
                  <a:pt x="286130" y="398059"/>
                  <a:pt x="207957" y="320012"/>
                  <a:pt x="207957" y="223798"/>
                </a:cubicBezTo>
                <a:cubicBezTo>
                  <a:pt x="207957" y="127491"/>
                  <a:pt x="286130" y="49537"/>
                  <a:pt x="382501" y="49537"/>
                </a:cubicBezTo>
                <a:close/>
                <a:moveTo>
                  <a:pt x="382536" y="24750"/>
                </a:moveTo>
                <a:cubicBezTo>
                  <a:pt x="355610" y="24750"/>
                  <a:pt x="329519" y="30034"/>
                  <a:pt x="304914" y="40417"/>
                </a:cubicBezTo>
                <a:cubicBezTo>
                  <a:pt x="281238" y="50428"/>
                  <a:pt x="259882" y="64796"/>
                  <a:pt x="241591" y="83058"/>
                </a:cubicBezTo>
                <a:cubicBezTo>
                  <a:pt x="223300" y="101319"/>
                  <a:pt x="208908" y="122547"/>
                  <a:pt x="198880" y="146278"/>
                </a:cubicBezTo>
                <a:cubicBezTo>
                  <a:pt x="188481" y="170843"/>
                  <a:pt x="183189" y="196891"/>
                  <a:pt x="183189" y="223774"/>
                </a:cubicBezTo>
                <a:cubicBezTo>
                  <a:pt x="183189" y="250564"/>
                  <a:pt x="188481" y="276705"/>
                  <a:pt x="198880" y="301177"/>
                </a:cubicBezTo>
                <a:cubicBezTo>
                  <a:pt x="208908" y="324908"/>
                  <a:pt x="223300" y="346228"/>
                  <a:pt x="241591" y="364490"/>
                </a:cubicBezTo>
                <a:cubicBezTo>
                  <a:pt x="259882" y="382752"/>
                  <a:pt x="281238" y="397027"/>
                  <a:pt x="304914" y="407131"/>
                </a:cubicBezTo>
                <a:cubicBezTo>
                  <a:pt x="329519" y="417513"/>
                  <a:pt x="355610" y="422705"/>
                  <a:pt x="382536" y="422705"/>
                </a:cubicBezTo>
                <a:cubicBezTo>
                  <a:pt x="409462" y="422705"/>
                  <a:pt x="435553" y="417513"/>
                  <a:pt x="460158" y="407131"/>
                </a:cubicBezTo>
                <a:cubicBezTo>
                  <a:pt x="483834" y="397027"/>
                  <a:pt x="505190" y="382752"/>
                  <a:pt x="523481" y="364490"/>
                </a:cubicBezTo>
                <a:cubicBezTo>
                  <a:pt x="541772" y="346228"/>
                  <a:pt x="556164" y="324908"/>
                  <a:pt x="566192" y="301177"/>
                </a:cubicBezTo>
                <a:cubicBezTo>
                  <a:pt x="576591" y="276705"/>
                  <a:pt x="581883" y="250564"/>
                  <a:pt x="581883" y="223774"/>
                </a:cubicBezTo>
                <a:cubicBezTo>
                  <a:pt x="581883" y="196891"/>
                  <a:pt x="576591" y="170843"/>
                  <a:pt x="566192" y="146278"/>
                </a:cubicBezTo>
                <a:cubicBezTo>
                  <a:pt x="556164" y="122547"/>
                  <a:pt x="541772" y="101319"/>
                  <a:pt x="523481" y="83058"/>
                </a:cubicBezTo>
                <a:cubicBezTo>
                  <a:pt x="505190" y="64796"/>
                  <a:pt x="483834" y="50428"/>
                  <a:pt x="460158" y="40417"/>
                </a:cubicBezTo>
                <a:cubicBezTo>
                  <a:pt x="435553" y="30034"/>
                  <a:pt x="409462" y="24750"/>
                  <a:pt x="382536" y="24750"/>
                </a:cubicBezTo>
                <a:close/>
                <a:moveTo>
                  <a:pt x="382536" y="0"/>
                </a:moveTo>
                <a:cubicBezTo>
                  <a:pt x="412712" y="0"/>
                  <a:pt x="442145" y="5933"/>
                  <a:pt x="469721" y="17613"/>
                </a:cubicBezTo>
                <a:cubicBezTo>
                  <a:pt x="496462" y="28922"/>
                  <a:pt x="520417" y="45051"/>
                  <a:pt x="540937" y="65538"/>
                </a:cubicBezTo>
                <a:cubicBezTo>
                  <a:pt x="561549" y="86117"/>
                  <a:pt x="577705" y="110033"/>
                  <a:pt x="588940" y="136637"/>
                </a:cubicBezTo>
                <a:cubicBezTo>
                  <a:pt x="600639" y="164262"/>
                  <a:pt x="606581" y="193554"/>
                  <a:pt x="606581" y="223774"/>
                </a:cubicBezTo>
                <a:cubicBezTo>
                  <a:pt x="606581" y="253901"/>
                  <a:pt x="600639" y="283194"/>
                  <a:pt x="588940" y="310818"/>
                </a:cubicBezTo>
                <a:cubicBezTo>
                  <a:pt x="577705" y="337515"/>
                  <a:pt x="561549" y="361431"/>
                  <a:pt x="540937" y="381917"/>
                </a:cubicBezTo>
                <a:cubicBezTo>
                  <a:pt x="520417" y="402496"/>
                  <a:pt x="496462" y="418626"/>
                  <a:pt x="469721" y="429842"/>
                </a:cubicBezTo>
                <a:cubicBezTo>
                  <a:pt x="442145" y="441522"/>
                  <a:pt x="412805" y="447455"/>
                  <a:pt x="382536" y="447455"/>
                </a:cubicBezTo>
                <a:cubicBezTo>
                  <a:pt x="352267" y="447455"/>
                  <a:pt x="322927" y="441522"/>
                  <a:pt x="295258" y="429842"/>
                </a:cubicBezTo>
                <a:cubicBezTo>
                  <a:pt x="275295" y="421407"/>
                  <a:pt x="256818" y="410190"/>
                  <a:pt x="240105" y="396471"/>
                </a:cubicBezTo>
                <a:lnTo>
                  <a:pt x="209558" y="427061"/>
                </a:lnTo>
                <a:cubicBezTo>
                  <a:pt x="206030" y="420758"/>
                  <a:pt x="201666" y="414918"/>
                  <a:pt x="196373" y="409541"/>
                </a:cubicBezTo>
                <a:cubicBezTo>
                  <a:pt x="191081" y="404350"/>
                  <a:pt x="185232" y="399901"/>
                  <a:pt x="178918" y="396378"/>
                </a:cubicBezTo>
                <a:lnTo>
                  <a:pt x="209465" y="365880"/>
                </a:lnTo>
                <a:cubicBezTo>
                  <a:pt x="195724" y="349287"/>
                  <a:pt x="184582" y="330840"/>
                  <a:pt x="176040" y="310818"/>
                </a:cubicBezTo>
                <a:cubicBezTo>
                  <a:pt x="164341" y="283194"/>
                  <a:pt x="158491" y="253901"/>
                  <a:pt x="158491" y="223774"/>
                </a:cubicBezTo>
                <a:cubicBezTo>
                  <a:pt x="158491" y="193554"/>
                  <a:pt x="164341" y="164262"/>
                  <a:pt x="176040" y="136637"/>
                </a:cubicBezTo>
                <a:cubicBezTo>
                  <a:pt x="187367" y="110033"/>
                  <a:pt x="203523" y="86117"/>
                  <a:pt x="224043" y="65538"/>
                </a:cubicBezTo>
                <a:cubicBezTo>
                  <a:pt x="244655" y="45051"/>
                  <a:pt x="268610" y="28922"/>
                  <a:pt x="295258" y="17613"/>
                </a:cubicBezTo>
                <a:cubicBezTo>
                  <a:pt x="322927" y="5933"/>
                  <a:pt x="352267" y="0"/>
                  <a:pt x="3825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8E685A7B-284B-49F0-B076-31AB5FBB7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9552" y="271009"/>
            <a:ext cx="6460966" cy="544979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enter the relevant text title</a:t>
            </a:r>
            <a:br>
              <a:rPr lang="en-US" dirty="0"/>
            </a:br>
            <a:endParaRPr lang="es-PE" dirty="0"/>
          </a:p>
        </p:txBody>
      </p:sp>
      <p:sp>
        <p:nvSpPr>
          <p:cNvPr id="26" name="Rectangle 578">
            <a:extLst>
              <a:ext uri="{FF2B5EF4-FFF2-40B4-BE49-F238E27FC236}">
                <a16:creationId xmlns:a16="http://schemas.microsoft.com/office/drawing/2014/main" id="{E7649288-EBF5-4D14-8F7A-1533F8F00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09196" y="6280820"/>
            <a:ext cx="173697" cy="468362"/>
          </a:xfrm>
          <a:prstGeom prst="rect">
            <a:avLst/>
          </a:prstGeom>
          <a:solidFill>
            <a:srgbClr val="75BDA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dirty="0"/>
          </a:p>
        </p:txBody>
      </p:sp>
      <p:sp>
        <p:nvSpPr>
          <p:cNvPr id="27" name="Freeform 579">
            <a:extLst>
              <a:ext uri="{FF2B5EF4-FFF2-40B4-BE49-F238E27FC236}">
                <a16:creationId xmlns:a16="http://schemas.microsoft.com/office/drawing/2014/main" id="{45494489-E69F-4E02-BF13-11E110E69FCC}"/>
              </a:ext>
            </a:extLst>
          </p:cNvPr>
          <p:cNvSpPr>
            <a:spLocks/>
          </p:cNvSpPr>
          <p:nvPr userDrawn="1"/>
        </p:nvSpPr>
        <p:spPr bwMode="auto">
          <a:xfrm>
            <a:off x="11309196" y="5997012"/>
            <a:ext cx="792493" cy="752171"/>
          </a:xfrm>
          <a:custGeom>
            <a:avLst/>
            <a:gdLst>
              <a:gd name="T0" fmla="*/ 0 w 676"/>
              <a:gd name="T1" fmla="*/ 241 h 641"/>
              <a:gd name="T2" fmla="*/ 152 w 676"/>
              <a:gd name="T3" fmla="*/ 241 h 641"/>
              <a:gd name="T4" fmla="*/ 281 w 676"/>
              <a:gd name="T5" fmla="*/ 404 h 641"/>
              <a:gd name="T6" fmla="*/ 492 w 676"/>
              <a:gd name="T7" fmla="*/ 128 h 641"/>
              <a:gd name="T8" fmla="*/ 423 w 676"/>
              <a:gd name="T9" fmla="*/ 69 h 641"/>
              <a:gd name="T10" fmla="*/ 676 w 676"/>
              <a:gd name="T11" fmla="*/ 0 h 641"/>
              <a:gd name="T12" fmla="*/ 656 w 676"/>
              <a:gd name="T13" fmla="*/ 263 h 641"/>
              <a:gd name="T14" fmla="*/ 588 w 676"/>
              <a:gd name="T15" fmla="*/ 207 h 641"/>
              <a:gd name="T16" fmla="*/ 281 w 676"/>
              <a:gd name="T17" fmla="*/ 641 h 641"/>
              <a:gd name="T18" fmla="*/ 0 w 676"/>
              <a:gd name="T19" fmla="*/ 241 h 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76" h="641">
                <a:moveTo>
                  <a:pt x="0" y="241"/>
                </a:moveTo>
                <a:cubicBezTo>
                  <a:pt x="51" y="241"/>
                  <a:pt x="101" y="241"/>
                  <a:pt x="152" y="241"/>
                </a:cubicBezTo>
                <a:cubicBezTo>
                  <a:pt x="195" y="295"/>
                  <a:pt x="238" y="350"/>
                  <a:pt x="281" y="404"/>
                </a:cubicBezTo>
                <a:cubicBezTo>
                  <a:pt x="351" y="312"/>
                  <a:pt x="422" y="220"/>
                  <a:pt x="492" y="128"/>
                </a:cubicBezTo>
                <a:cubicBezTo>
                  <a:pt x="469" y="108"/>
                  <a:pt x="446" y="89"/>
                  <a:pt x="423" y="69"/>
                </a:cubicBezTo>
                <a:cubicBezTo>
                  <a:pt x="507" y="46"/>
                  <a:pt x="592" y="23"/>
                  <a:pt x="676" y="0"/>
                </a:cubicBezTo>
                <a:cubicBezTo>
                  <a:pt x="669" y="87"/>
                  <a:pt x="663" y="175"/>
                  <a:pt x="656" y="263"/>
                </a:cubicBezTo>
                <a:cubicBezTo>
                  <a:pt x="633" y="244"/>
                  <a:pt x="611" y="225"/>
                  <a:pt x="588" y="207"/>
                </a:cubicBezTo>
                <a:cubicBezTo>
                  <a:pt x="486" y="351"/>
                  <a:pt x="383" y="496"/>
                  <a:pt x="281" y="641"/>
                </a:cubicBezTo>
                <a:cubicBezTo>
                  <a:pt x="187" y="508"/>
                  <a:pt x="94" y="374"/>
                  <a:pt x="0" y="241"/>
                </a:cubicBezTo>
                <a:close/>
              </a:path>
            </a:pathLst>
          </a:custGeom>
          <a:solidFill>
            <a:srgbClr val="58B6C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dirty="0"/>
          </a:p>
        </p:txBody>
      </p:sp>
      <p:sp>
        <p:nvSpPr>
          <p:cNvPr id="28" name="Freeform 580">
            <a:extLst>
              <a:ext uri="{FF2B5EF4-FFF2-40B4-BE49-F238E27FC236}">
                <a16:creationId xmlns:a16="http://schemas.microsoft.com/office/drawing/2014/main" id="{D9C41E3C-239A-461E-B13B-241E2D427202}"/>
              </a:ext>
            </a:extLst>
          </p:cNvPr>
          <p:cNvSpPr>
            <a:spLocks/>
          </p:cNvSpPr>
          <p:nvPr userDrawn="1"/>
        </p:nvSpPr>
        <p:spPr bwMode="auto">
          <a:xfrm>
            <a:off x="11822532" y="6280820"/>
            <a:ext cx="175248" cy="468362"/>
          </a:xfrm>
          <a:custGeom>
            <a:avLst/>
            <a:gdLst>
              <a:gd name="T0" fmla="*/ 0 w 150"/>
              <a:gd name="T1" fmla="*/ 209 h 399"/>
              <a:gd name="T2" fmla="*/ 150 w 150"/>
              <a:gd name="T3" fmla="*/ 0 h 399"/>
              <a:gd name="T4" fmla="*/ 150 w 150"/>
              <a:gd name="T5" fmla="*/ 399 h 399"/>
              <a:gd name="T6" fmla="*/ 0 w 150"/>
              <a:gd name="T7" fmla="*/ 399 h 399"/>
              <a:gd name="T8" fmla="*/ 0 w 150"/>
              <a:gd name="T9" fmla="*/ 209 h 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" h="399">
                <a:moveTo>
                  <a:pt x="0" y="209"/>
                </a:moveTo>
                <a:cubicBezTo>
                  <a:pt x="50" y="140"/>
                  <a:pt x="100" y="70"/>
                  <a:pt x="150" y="0"/>
                </a:cubicBezTo>
                <a:cubicBezTo>
                  <a:pt x="150" y="133"/>
                  <a:pt x="150" y="266"/>
                  <a:pt x="150" y="399"/>
                </a:cubicBezTo>
                <a:cubicBezTo>
                  <a:pt x="100" y="399"/>
                  <a:pt x="50" y="399"/>
                  <a:pt x="0" y="399"/>
                </a:cubicBezTo>
                <a:cubicBezTo>
                  <a:pt x="0" y="336"/>
                  <a:pt x="0" y="273"/>
                  <a:pt x="0" y="209"/>
                </a:cubicBezTo>
                <a:close/>
              </a:path>
            </a:pathLst>
          </a:custGeom>
          <a:solidFill>
            <a:srgbClr val="75BDA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dirty="0"/>
          </a:p>
        </p:txBody>
      </p:sp>
      <p:sp>
        <p:nvSpPr>
          <p:cNvPr id="29" name="Freeform 581">
            <a:extLst>
              <a:ext uri="{FF2B5EF4-FFF2-40B4-BE49-F238E27FC236}">
                <a16:creationId xmlns:a16="http://schemas.microsoft.com/office/drawing/2014/main" id="{25E4434D-0B0E-4A66-BCF4-C91C4EEC5AA9}"/>
              </a:ext>
            </a:extLst>
          </p:cNvPr>
          <p:cNvSpPr>
            <a:spLocks/>
          </p:cNvSpPr>
          <p:nvPr userDrawn="1"/>
        </p:nvSpPr>
        <p:spPr bwMode="auto">
          <a:xfrm>
            <a:off x="11309196" y="6280820"/>
            <a:ext cx="173697" cy="356699"/>
          </a:xfrm>
          <a:custGeom>
            <a:avLst/>
            <a:gdLst>
              <a:gd name="T0" fmla="*/ 0 w 149"/>
              <a:gd name="T1" fmla="*/ 0 h 305"/>
              <a:gd name="T2" fmla="*/ 149 w 149"/>
              <a:gd name="T3" fmla="*/ 305 h 305"/>
              <a:gd name="T4" fmla="*/ 149 w 149"/>
              <a:gd name="T5" fmla="*/ 212 h 305"/>
              <a:gd name="T6" fmla="*/ 0 w 149"/>
              <a:gd name="T7" fmla="*/ 0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9" h="305">
                <a:moveTo>
                  <a:pt x="0" y="0"/>
                </a:moveTo>
                <a:cubicBezTo>
                  <a:pt x="50" y="102"/>
                  <a:pt x="100" y="204"/>
                  <a:pt x="149" y="305"/>
                </a:cubicBezTo>
                <a:cubicBezTo>
                  <a:pt x="149" y="274"/>
                  <a:pt x="149" y="243"/>
                  <a:pt x="149" y="212"/>
                </a:cubicBezTo>
                <a:cubicBezTo>
                  <a:pt x="99" y="142"/>
                  <a:pt x="50" y="71"/>
                  <a:pt x="0" y="0"/>
                </a:cubicBezTo>
                <a:close/>
              </a:path>
            </a:pathLst>
          </a:custGeom>
          <a:solidFill>
            <a:srgbClr val="3494B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2B0F827-A81B-4060-A691-4C1BB2E1601F}"/>
              </a:ext>
            </a:extLst>
          </p:cNvPr>
          <p:cNvSpPr/>
          <p:nvPr userDrawn="1"/>
        </p:nvSpPr>
        <p:spPr>
          <a:xfrm>
            <a:off x="1" y="6571641"/>
            <a:ext cx="11309196" cy="177540"/>
          </a:xfrm>
          <a:prstGeom prst="rect">
            <a:avLst/>
          </a:prstGeom>
          <a:solidFill>
            <a:srgbClr val="75BDA7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9296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B22F1847-CFC5-45DB-997A-5EFDECA57DB9}"/>
              </a:ext>
            </a:extLst>
          </p:cNvPr>
          <p:cNvGrpSpPr/>
          <p:nvPr userDrawn="1"/>
        </p:nvGrpSpPr>
        <p:grpSpPr>
          <a:xfrm>
            <a:off x="0" y="6572402"/>
            <a:ext cx="12154152" cy="176780"/>
            <a:chOff x="0" y="6640497"/>
            <a:chExt cx="12154152" cy="226331"/>
          </a:xfrm>
        </p:grpSpPr>
        <p:sp>
          <p:nvSpPr>
            <p:cNvPr id="26" name="Rectangle 36">
              <a:extLst>
                <a:ext uri="{FF2B5EF4-FFF2-40B4-BE49-F238E27FC236}">
                  <a16:creationId xmlns:a16="http://schemas.microsoft.com/office/drawing/2014/main" id="{DB929CA7-53E6-43F0-8FF8-CDF3DF758C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6640497"/>
              <a:ext cx="5104067" cy="226331"/>
            </a:xfrm>
            <a:prstGeom prst="rect">
              <a:avLst/>
            </a:prstGeom>
            <a:solidFill>
              <a:srgbClr val="58B6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dirty="0"/>
            </a:p>
          </p:txBody>
        </p:sp>
        <p:sp>
          <p:nvSpPr>
            <p:cNvPr id="27" name="Rectangle 37">
              <a:extLst>
                <a:ext uri="{FF2B5EF4-FFF2-40B4-BE49-F238E27FC236}">
                  <a16:creationId xmlns:a16="http://schemas.microsoft.com/office/drawing/2014/main" id="{BD0A70F8-B4B1-408C-9791-B9B2284FFE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082915" y="6640497"/>
              <a:ext cx="3633977" cy="226331"/>
            </a:xfrm>
            <a:prstGeom prst="rect">
              <a:avLst/>
            </a:prstGeom>
            <a:solidFill>
              <a:srgbClr val="8CC06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dirty="0"/>
            </a:p>
          </p:txBody>
        </p:sp>
        <p:sp>
          <p:nvSpPr>
            <p:cNvPr id="28" name="Rectangle 38">
              <a:extLst>
                <a:ext uri="{FF2B5EF4-FFF2-40B4-BE49-F238E27FC236}">
                  <a16:creationId xmlns:a16="http://schemas.microsoft.com/office/drawing/2014/main" id="{5A9B10AD-0719-40EA-9819-397122A3701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716892" y="6640497"/>
              <a:ext cx="2149081" cy="226331"/>
            </a:xfrm>
            <a:prstGeom prst="rect">
              <a:avLst/>
            </a:prstGeom>
            <a:solidFill>
              <a:srgbClr val="3494B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dirty="0"/>
            </a:p>
          </p:txBody>
        </p:sp>
        <p:sp>
          <p:nvSpPr>
            <p:cNvPr id="29" name="Rectangle 39">
              <a:extLst>
                <a:ext uri="{FF2B5EF4-FFF2-40B4-BE49-F238E27FC236}">
                  <a16:creationId xmlns:a16="http://schemas.microsoft.com/office/drawing/2014/main" id="{27D11D7E-5B0A-439D-9D57-0546D771CF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0865972" y="6640497"/>
              <a:ext cx="1288180" cy="226331"/>
            </a:xfrm>
            <a:prstGeom prst="rect">
              <a:avLst/>
            </a:prstGeom>
            <a:solidFill>
              <a:srgbClr val="75BDA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PE" dirty="0"/>
            </a:p>
          </p:txBody>
        </p:sp>
      </p:grpSp>
    </p:spTree>
    <p:extLst>
      <p:ext uri="{BB962C8B-B14F-4D97-AF65-F5344CB8AC3E}">
        <p14:creationId xmlns:p14="http://schemas.microsoft.com/office/powerpoint/2010/main" val="390047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786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D2DBC6C-DD6D-48BF-98C2-B6D09B71BC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8E335B3-E6C8-4C68-B320-5A11CD77B769}"/>
              </a:ext>
            </a:extLst>
          </p:cNvPr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D8302F-3B95-4D6C-8612-300A5D3E29C1}"/>
              </a:ext>
            </a:extLst>
          </p:cNvPr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1FC8F613-E070-4AE7-9313-0DDC9F553451}"/>
              </a:ext>
            </a:extLst>
          </p:cNvPr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7">
            <a:extLst>
              <a:ext uri="{FF2B5EF4-FFF2-40B4-BE49-F238E27FC236}">
                <a16:creationId xmlns:a16="http://schemas.microsoft.com/office/drawing/2014/main" id="{B82A7FE8-1FB6-45BD-BF01-27DCAE0D0FAD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58">
            <a:extLst>
              <a:ext uri="{FF2B5EF4-FFF2-40B4-BE49-F238E27FC236}">
                <a16:creationId xmlns:a16="http://schemas.microsoft.com/office/drawing/2014/main" id="{7840F394-0820-4BF8-A5C8-E994209710B0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60">
            <a:extLst>
              <a:ext uri="{FF2B5EF4-FFF2-40B4-BE49-F238E27FC236}">
                <a16:creationId xmlns:a16="http://schemas.microsoft.com/office/drawing/2014/main" id="{539B8B64-1121-4AE7-A6EF-FD1E7CAF1200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901180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r>
              <a:rPr lang="en-US" altLang="zh-CN" sz="6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ibaotu.com</a:t>
            </a:r>
          </a:p>
        </p:txBody>
      </p:sp>
    </p:spTree>
    <p:extLst>
      <p:ext uri="{BB962C8B-B14F-4D97-AF65-F5344CB8AC3E}">
        <p14:creationId xmlns:p14="http://schemas.microsoft.com/office/powerpoint/2010/main" val="333706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6" r:id="rId3"/>
    <p:sldLayoutId id="2147483654" r:id="rId4"/>
    <p:sldLayoutId id="214748365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3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2" Type="http://schemas.openxmlformats.org/officeDocument/2006/relationships/tags" Target="../tags/tag6.xml"/><Relationship Id="rId16" Type="http://schemas.openxmlformats.org/officeDocument/2006/relationships/image" Target="../media/image10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slideLayout" Target="../slideLayouts/slideLayout3.xml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3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55ACAA29-E31C-47AD-8D1B-75487448FCC1}"/>
              </a:ext>
            </a:extLst>
          </p:cNvPr>
          <p:cNvSpPr/>
          <p:nvPr/>
        </p:nvSpPr>
        <p:spPr>
          <a:xfrm>
            <a:off x="0" y="0"/>
            <a:ext cx="6227217" cy="6858000"/>
          </a:xfrm>
          <a:custGeom>
            <a:avLst/>
            <a:gdLst>
              <a:gd name="connsiteX0" fmla="*/ 0 w 6227217"/>
              <a:gd name="connsiteY0" fmla="*/ 0 h 6858000"/>
              <a:gd name="connsiteX1" fmla="*/ 265474 w 6227217"/>
              <a:gd name="connsiteY1" fmla="*/ 0 h 6858000"/>
              <a:gd name="connsiteX2" fmla="*/ 381000 w 6227217"/>
              <a:gd name="connsiteY2" fmla="*/ 0 h 6858000"/>
              <a:gd name="connsiteX3" fmla="*/ 646474 w 6227217"/>
              <a:gd name="connsiteY3" fmla="*/ 0 h 6858000"/>
              <a:gd name="connsiteX4" fmla="*/ 3471545 w 6227217"/>
              <a:gd name="connsiteY4" fmla="*/ 0 h 6858000"/>
              <a:gd name="connsiteX5" fmla="*/ 3737019 w 6227217"/>
              <a:gd name="connsiteY5" fmla="*/ 0 h 6858000"/>
              <a:gd name="connsiteX6" fmla="*/ 3852545 w 6227217"/>
              <a:gd name="connsiteY6" fmla="*/ 0 h 6858000"/>
              <a:gd name="connsiteX7" fmla="*/ 4118019 w 6227217"/>
              <a:gd name="connsiteY7" fmla="*/ 0 h 6858000"/>
              <a:gd name="connsiteX8" fmla="*/ 3961174 w 6227217"/>
              <a:gd name="connsiteY8" fmla="*/ 723900 h 6858000"/>
              <a:gd name="connsiteX9" fmla="*/ 4304074 w 6227217"/>
              <a:gd name="connsiteY9" fmla="*/ 1905000 h 6858000"/>
              <a:gd name="connsiteX10" fmla="*/ 6227217 w 6227217"/>
              <a:gd name="connsiteY10" fmla="*/ 6858000 h 6858000"/>
              <a:gd name="connsiteX11" fmla="*/ 5961743 w 6227217"/>
              <a:gd name="connsiteY11" fmla="*/ 6858000 h 6858000"/>
              <a:gd name="connsiteX12" fmla="*/ 5846217 w 6227217"/>
              <a:gd name="connsiteY12" fmla="*/ 6858000 h 6858000"/>
              <a:gd name="connsiteX13" fmla="*/ 5580743 w 6227217"/>
              <a:gd name="connsiteY13" fmla="*/ 6858000 h 6858000"/>
              <a:gd name="connsiteX14" fmla="*/ 646474 w 6227217"/>
              <a:gd name="connsiteY14" fmla="*/ 6858000 h 6858000"/>
              <a:gd name="connsiteX15" fmla="*/ 381000 w 6227217"/>
              <a:gd name="connsiteY15" fmla="*/ 6858000 h 6858000"/>
              <a:gd name="connsiteX16" fmla="*/ 265474 w 6227217"/>
              <a:gd name="connsiteY16" fmla="*/ 6858000 h 6858000"/>
              <a:gd name="connsiteX17" fmla="*/ 0 w 6227217"/>
              <a:gd name="connsiteY1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227217" h="6858000">
                <a:moveTo>
                  <a:pt x="0" y="0"/>
                </a:moveTo>
                <a:lnTo>
                  <a:pt x="265474" y="0"/>
                </a:lnTo>
                <a:lnTo>
                  <a:pt x="381000" y="0"/>
                </a:lnTo>
                <a:lnTo>
                  <a:pt x="646474" y="0"/>
                </a:lnTo>
                <a:lnTo>
                  <a:pt x="3471545" y="0"/>
                </a:lnTo>
                <a:lnTo>
                  <a:pt x="3737019" y="0"/>
                </a:lnTo>
                <a:lnTo>
                  <a:pt x="3852545" y="0"/>
                </a:lnTo>
                <a:lnTo>
                  <a:pt x="4118019" y="0"/>
                </a:lnTo>
                <a:lnTo>
                  <a:pt x="3961174" y="723900"/>
                </a:lnTo>
                <a:lnTo>
                  <a:pt x="4304074" y="1905000"/>
                </a:lnTo>
                <a:lnTo>
                  <a:pt x="6227217" y="6858000"/>
                </a:lnTo>
                <a:lnTo>
                  <a:pt x="5961743" y="6858000"/>
                </a:lnTo>
                <a:lnTo>
                  <a:pt x="5846217" y="6858000"/>
                </a:lnTo>
                <a:lnTo>
                  <a:pt x="5580743" y="6858000"/>
                </a:lnTo>
                <a:lnTo>
                  <a:pt x="646474" y="6858000"/>
                </a:lnTo>
                <a:lnTo>
                  <a:pt x="381000" y="6858000"/>
                </a:lnTo>
                <a:lnTo>
                  <a:pt x="26547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/>
            <a:srcRect/>
            <a:tile tx="-8636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B4D21F5-DD21-4926-9418-6702EA44468B}"/>
              </a:ext>
            </a:extLst>
          </p:cNvPr>
          <p:cNvSpPr/>
          <p:nvPr/>
        </p:nvSpPr>
        <p:spPr>
          <a:xfrm flipH="1">
            <a:off x="6518294" y="5372743"/>
            <a:ext cx="1302443" cy="1491343"/>
          </a:xfrm>
          <a:custGeom>
            <a:avLst/>
            <a:gdLst>
              <a:gd name="connsiteX0" fmla="*/ 1302443 w 1302443"/>
              <a:gd name="connsiteY0" fmla="*/ 0 h 1491343"/>
              <a:gd name="connsiteX1" fmla="*/ 591643 w 1302443"/>
              <a:gd name="connsiteY1" fmla="*/ 0 h 1491343"/>
              <a:gd name="connsiteX2" fmla="*/ 0 w 1302443"/>
              <a:gd name="connsiteY2" fmla="*/ 1491343 h 1491343"/>
              <a:gd name="connsiteX3" fmla="*/ 710800 w 1302443"/>
              <a:gd name="connsiteY3" fmla="*/ 1491343 h 1491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2443" h="1491343">
                <a:moveTo>
                  <a:pt x="1302443" y="0"/>
                </a:moveTo>
                <a:lnTo>
                  <a:pt x="591643" y="0"/>
                </a:lnTo>
                <a:lnTo>
                  <a:pt x="0" y="1491343"/>
                </a:lnTo>
                <a:lnTo>
                  <a:pt x="710800" y="1491343"/>
                </a:lnTo>
                <a:close/>
              </a:path>
            </a:pathLst>
          </a:cu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 noProof="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3D979C5D-6245-4597-AF73-005B56B26466}"/>
              </a:ext>
            </a:extLst>
          </p:cNvPr>
          <p:cNvSpPr/>
          <p:nvPr/>
        </p:nvSpPr>
        <p:spPr>
          <a:xfrm flipH="1">
            <a:off x="3837349" y="724542"/>
            <a:ext cx="2775903" cy="6129830"/>
          </a:xfrm>
          <a:custGeom>
            <a:avLst/>
            <a:gdLst>
              <a:gd name="connsiteX0" fmla="*/ 2775903 w 2775903"/>
              <a:gd name="connsiteY0" fmla="*/ 0 h 6129830"/>
              <a:gd name="connsiteX1" fmla="*/ 2431816 w 2775903"/>
              <a:gd name="connsiteY1" fmla="*/ 0 h 6129830"/>
              <a:gd name="connsiteX2" fmla="*/ 0 w 2775903"/>
              <a:gd name="connsiteY2" fmla="*/ 6129830 h 6129830"/>
              <a:gd name="connsiteX3" fmla="*/ 710800 w 2775903"/>
              <a:gd name="connsiteY3" fmla="*/ 6129830 h 6129830"/>
              <a:gd name="connsiteX4" fmla="*/ 2775903 w 2775903"/>
              <a:gd name="connsiteY4" fmla="*/ 924366 h 612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5903" h="6129830">
                <a:moveTo>
                  <a:pt x="2775903" y="0"/>
                </a:moveTo>
                <a:lnTo>
                  <a:pt x="2431816" y="0"/>
                </a:lnTo>
                <a:lnTo>
                  <a:pt x="0" y="6129830"/>
                </a:lnTo>
                <a:lnTo>
                  <a:pt x="710800" y="6129830"/>
                </a:lnTo>
                <a:lnTo>
                  <a:pt x="2775903" y="92436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 noProof="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470E4646-0874-4CDC-8638-A78E1FD639D4}"/>
              </a:ext>
            </a:extLst>
          </p:cNvPr>
          <p:cNvSpPr/>
          <p:nvPr/>
        </p:nvSpPr>
        <p:spPr>
          <a:xfrm flipV="1">
            <a:off x="3837348" y="3629"/>
            <a:ext cx="1105354" cy="1659537"/>
          </a:xfrm>
          <a:prstGeom prst="triangle">
            <a:avLst>
              <a:gd name="adj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 noProof="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23D40C57-23D3-4E1D-8F40-949CDDB159F6}"/>
              </a:ext>
            </a:extLst>
          </p:cNvPr>
          <p:cNvSpPr/>
          <p:nvPr/>
        </p:nvSpPr>
        <p:spPr>
          <a:xfrm>
            <a:off x="5916861" y="5372743"/>
            <a:ext cx="1302443" cy="1491343"/>
          </a:xfrm>
          <a:custGeom>
            <a:avLst/>
            <a:gdLst>
              <a:gd name="connsiteX0" fmla="*/ 591643 w 1302443"/>
              <a:gd name="connsiteY0" fmla="*/ 0 h 1491343"/>
              <a:gd name="connsiteX1" fmla="*/ 1302443 w 1302443"/>
              <a:gd name="connsiteY1" fmla="*/ 0 h 1491343"/>
              <a:gd name="connsiteX2" fmla="*/ 710800 w 1302443"/>
              <a:gd name="connsiteY2" fmla="*/ 1491343 h 1491343"/>
              <a:gd name="connsiteX3" fmla="*/ 0 w 1302443"/>
              <a:gd name="connsiteY3" fmla="*/ 1491343 h 1491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2443" h="1491343">
                <a:moveTo>
                  <a:pt x="591643" y="0"/>
                </a:moveTo>
                <a:lnTo>
                  <a:pt x="1302443" y="0"/>
                </a:lnTo>
                <a:lnTo>
                  <a:pt x="710800" y="1491343"/>
                </a:lnTo>
                <a:lnTo>
                  <a:pt x="0" y="149134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 noProof="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0A5630F-E651-40A9-8C97-7B9BDB2CE2C0}"/>
              </a:ext>
            </a:extLst>
          </p:cNvPr>
          <p:cNvSpPr/>
          <p:nvPr/>
        </p:nvSpPr>
        <p:spPr>
          <a:xfrm>
            <a:off x="3432313" y="1271091"/>
            <a:ext cx="8004105" cy="83099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/>
            <a:r>
              <a:rPr lang="es-ES" sz="4800" b="1" noProof="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Auditoria de sistemas</a:t>
            </a:r>
          </a:p>
        </p:txBody>
      </p:sp>
      <p:sp>
        <p:nvSpPr>
          <p:cNvPr id="2" name="矩形 25">
            <a:extLst>
              <a:ext uri="{FF2B5EF4-FFF2-40B4-BE49-F238E27FC236}">
                <a16:creationId xmlns:a16="http://schemas.microsoft.com/office/drawing/2014/main" id="{BE64753B-C92D-095D-DECB-CD29450C8706}"/>
              </a:ext>
            </a:extLst>
          </p:cNvPr>
          <p:cNvSpPr/>
          <p:nvPr/>
        </p:nvSpPr>
        <p:spPr>
          <a:xfrm>
            <a:off x="3327520" y="2285755"/>
            <a:ext cx="8004105" cy="83099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/>
            <a:r>
              <a:rPr lang="es-ES" sz="4800" b="1" noProof="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Droguería INTI S.A.</a:t>
            </a:r>
          </a:p>
        </p:txBody>
      </p:sp>
      <p:sp>
        <p:nvSpPr>
          <p:cNvPr id="6" name="矩形 39">
            <a:extLst>
              <a:ext uri="{FF2B5EF4-FFF2-40B4-BE49-F238E27FC236}">
                <a16:creationId xmlns:a16="http://schemas.microsoft.com/office/drawing/2014/main" id="{8ABA2CB3-EB3B-22A9-C126-654BFA851E62}"/>
              </a:ext>
            </a:extLst>
          </p:cNvPr>
          <p:cNvSpPr/>
          <p:nvPr/>
        </p:nvSpPr>
        <p:spPr>
          <a:xfrm>
            <a:off x="7684117" y="3246633"/>
            <a:ext cx="5228217" cy="2719462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Estudiantes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Fabio Camacho Encinas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Cristian Gabriel Saravia Román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Sahara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Nayelis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 Martinez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Huanca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Pablo Andre Carvajal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Cutipa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Joel Mauricio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Quisbert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 Calderón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Alvarez Coronel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Crhistian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 Rodolfo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Carrera: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Ingenieria de Sistemas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Universidad Tecnológica Boliviana | LinkedIn">
            <a:extLst>
              <a:ext uri="{FF2B5EF4-FFF2-40B4-BE49-F238E27FC236}">
                <a16:creationId xmlns:a16="http://schemas.microsoft.com/office/drawing/2014/main" id="{ADA994B1-DE70-4308-BD2F-D7630B3A4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629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734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74712" y="1754085"/>
            <a:ext cx="10442575" cy="4070556"/>
            <a:chOff x="874713" y="1592825"/>
            <a:chExt cx="8141112" cy="4070556"/>
          </a:xfrm>
        </p:grpSpPr>
        <p:grpSp>
          <p:nvGrpSpPr>
            <p:cNvPr id="3" name="组合 2"/>
            <p:cNvGrpSpPr/>
            <p:nvPr/>
          </p:nvGrpSpPr>
          <p:grpSpPr>
            <a:xfrm>
              <a:off x="874713" y="1592825"/>
              <a:ext cx="8141112" cy="4070556"/>
              <a:chOff x="874713" y="1592825"/>
              <a:chExt cx="8141112" cy="4070556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874713" y="1592825"/>
                <a:ext cx="2035278" cy="4070556"/>
              </a:xfrm>
              <a:prstGeom prst="rect">
                <a:avLst/>
              </a:prstGeom>
              <a:blipFill>
                <a:blip r:embed="rId4"/>
                <a:stretch>
                  <a:fillRect l="-67313" r="-66661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2909991" y="1592825"/>
                <a:ext cx="6105834" cy="2035278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2909990" y="3628103"/>
              <a:ext cx="6105835" cy="2035278"/>
              <a:chOff x="2909990" y="3628103"/>
              <a:chExt cx="6105835" cy="203527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2909990" y="3628103"/>
                <a:ext cx="4070556" cy="2035278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6980547" y="3628103"/>
                <a:ext cx="2035278" cy="2035278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MH_Others_1">
            <a:extLst>
              <a:ext uri="{FF2B5EF4-FFF2-40B4-BE49-F238E27FC236}">
                <a16:creationId xmlns:a16="http://schemas.microsoft.com/office/drawing/2014/main" id="{C6058BEF-758A-DF46-0AC3-B3131526A6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973785" y="2452715"/>
            <a:ext cx="6855071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4000" b="1" dirty="0" err="1">
                <a:solidFill>
                  <a:schemeClr val="bg1">
                    <a:lumMod val="9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rPr>
              <a:t>Estructura</a:t>
            </a:r>
            <a:r>
              <a:rPr lang="en-US" altLang="zh-CN" sz="4000" b="1" dirty="0">
                <a:solidFill>
                  <a:schemeClr val="bg1">
                    <a:lumMod val="9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rPr>
              <a:t> </a:t>
            </a:r>
            <a:r>
              <a:rPr lang="en-US" altLang="zh-CN" sz="4000" b="1" dirty="0" err="1">
                <a:solidFill>
                  <a:schemeClr val="bg1">
                    <a:lumMod val="9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rPr>
              <a:t>Organizacional</a:t>
            </a:r>
            <a:r>
              <a:rPr lang="en-US" altLang="zh-CN" sz="4000" b="1" dirty="0">
                <a:solidFill>
                  <a:schemeClr val="bg1">
                    <a:lumMod val="9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rPr>
              <a:t> </a:t>
            </a:r>
            <a:endParaRPr lang="zh-CN" altLang="en-US" sz="4000" b="1" dirty="0">
              <a:solidFill>
                <a:schemeClr val="bg1">
                  <a:lumMod val="95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771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7C5D94C-B388-4E74-9C5E-FD10C1EB90BF}"/>
              </a:ext>
            </a:extLst>
          </p:cNvPr>
          <p:cNvSpPr/>
          <p:nvPr/>
        </p:nvSpPr>
        <p:spPr>
          <a:xfrm>
            <a:off x="1423359" y="181895"/>
            <a:ext cx="10610490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ES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Análisis del organigrama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AD7A078-5471-9D47-9243-E1F8A3FA1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37" y="1500996"/>
            <a:ext cx="8696325" cy="452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769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8">
            <a:extLst>
              <a:ext uri="{FF2B5EF4-FFF2-40B4-BE49-F238E27FC236}">
                <a16:creationId xmlns:a16="http://schemas.microsoft.com/office/drawing/2014/main" id="{F3038C5F-E599-4826-B54E-142274E8BE04}"/>
              </a:ext>
            </a:extLst>
          </p:cNvPr>
          <p:cNvSpPr/>
          <p:nvPr/>
        </p:nvSpPr>
        <p:spPr>
          <a:xfrm>
            <a:off x="1453371" y="181895"/>
            <a:ext cx="10407949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ES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El organigrama que muestras es altamente vertical 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278D58-F4B3-52A0-E153-70FF5DE593A7}"/>
              </a:ext>
            </a:extLst>
          </p:cNvPr>
          <p:cNvSpPr txBox="1"/>
          <p:nvPr/>
        </p:nvSpPr>
        <p:spPr>
          <a:xfrm>
            <a:off x="3221786" y="1194991"/>
            <a:ext cx="7587112" cy="44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2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es-419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cs typeface="Calibri" panose="020F0502020204030204" pitchFamily="34" charset="0"/>
              </a:rPr>
              <a:t>Problemas detectados</a:t>
            </a:r>
            <a:endParaRPr lang="en-US" sz="1200" b="1" i="1" dirty="0">
              <a:effectLst/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948180" algn="l"/>
              </a:tabLst>
            </a:pPr>
            <a:r>
              <a:rPr lang="en-US" sz="1200" b="1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Cuellos</a:t>
            </a:r>
            <a:r>
              <a:rPr lang="en-US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</a:t>
            </a:r>
            <a:r>
              <a:rPr lang="en-US" sz="1200" b="1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botella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s-E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Muchas decisiones deben subir hasta </a:t>
            </a:r>
            <a:r>
              <a:rPr lang="es-ES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Gerencia General</a:t>
            </a:r>
            <a:r>
              <a:rPr lang="es-E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s-E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 (Sistemas) depende indirectamente → lento para responder incidencias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948180" algn="l"/>
              </a:tabLst>
            </a:pPr>
            <a:r>
              <a:rPr lang="en-US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 no </a:t>
            </a:r>
            <a:r>
              <a:rPr lang="en-US" sz="1200" b="1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tiene</a:t>
            </a:r>
            <a:r>
              <a:rPr lang="en-US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independencia</a:t>
            </a:r>
            <a:r>
              <a:rPr lang="en-US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clara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s-E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“Dirección de Sistemas” está enterrada bajo estructura administrativa/comercial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s-E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hay un </a:t>
            </a:r>
            <a:r>
              <a:rPr lang="es-ES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CIO / Gerente de TI</a:t>
            </a:r>
            <a:r>
              <a:rPr lang="es-E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visible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948180" algn="l"/>
              </a:tabLst>
            </a:pPr>
            <a:r>
              <a:rPr lang="en-US" sz="1200" b="1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Comunicación</a:t>
            </a:r>
            <a:r>
              <a:rPr lang="en-US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fragmentada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s-E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Inventarios (Logística) y Sistemas no están integrados directamente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Esto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genera: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"/>
              <a:tabLst>
                <a:tab pos="1948180" algn="l"/>
                <a:tab pos="1371600" algn="l"/>
                <a:tab pos="1948180" algn="l"/>
              </a:tabLst>
            </a:pP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Retrasos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actualización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stock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marR="0" lvl="2" indent="-2286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"/>
              <a:tabLst>
                <a:tab pos="1948180" algn="l"/>
                <a:tab pos="1371600" algn="l"/>
                <a:tab pos="1948180" algn="l"/>
              </a:tabLst>
            </a:pP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Errores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registros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15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8">
            <a:extLst>
              <a:ext uri="{FF2B5EF4-FFF2-40B4-BE49-F238E27FC236}">
                <a16:creationId xmlns:a16="http://schemas.microsoft.com/office/drawing/2014/main" id="{5A073539-402B-4F42-B997-2A8099A7F9A1}"/>
              </a:ext>
            </a:extLst>
          </p:cNvPr>
          <p:cNvSpPr/>
          <p:nvPr/>
        </p:nvSpPr>
        <p:spPr>
          <a:xfrm>
            <a:off x="1453372" y="181895"/>
            <a:ext cx="10738628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ES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Recomendaciones y nuevo organigrama optimizado 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6C7646F0-BDEA-2B96-3CD0-F4D307830E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306" y="1095555"/>
            <a:ext cx="8893834" cy="50205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6311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8">
            <a:extLst>
              <a:ext uri="{FF2B5EF4-FFF2-40B4-BE49-F238E27FC236}">
                <a16:creationId xmlns:a16="http://schemas.microsoft.com/office/drawing/2014/main" id="{91A2DE73-4AD0-4317-A3A7-1B039EF239AF}"/>
              </a:ext>
            </a:extLst>
          </p:cNvPr>
          <p:cNvSpPr/>
          <p:nvPr/>
        </p:nvSpPr>
        <p:spPr>
          <a:xfrm>
            <a:off x="1453372" y="181895"/>
            <a:ext cx="5413254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n-US" altLang="zh-CN" sz="3200" b="1" dirty="0" err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Recomendaciones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9A029B2-EFB9-A980-0030-E85A436D02A6}"/>
              </a:ext>
            </a:extLst>
          </p:cNvPr>
          <p:cNvSpPr txBox="1"/>
          <p:nvPr/>
        </p:nvSpPr>
        <p:spPr>
          <a:xfrm>
            <a:off x="2113472" y="2302987"/>
            <a:ext cx="7815532" cy="3331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s-ES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Crear una </a:t>
            </a:r>
            <a:r>
              <a:rPr lang="es-ES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Gerencia o Jefatura de TI independiente</a:t>
            </a:r>
            <a:r>
              <a:rPr lang="es-ES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s-ES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Reducir niveles jerárquicos (estructura </a:t>
            </a:r>
            <a:r>
              <a:rPr lang="es-ES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semi-plana</a:t>
            </a:r>
            <a:r>
              <a:rPr lang="es-ES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</a:t>
            </a:r>
            <a:endParaRPr lang="en-US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Integrar</a:t>
            </a:r>
            <a:r>
              <a:rPr lang="en-US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 con: </a:t>
            </a:r>
            <a:endParaRPr lang="en-US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n-US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Logística</a:t>
            </a:r>
            <a:r>
              <a:rPr lang="en-US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n-US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Finanzas</a:t>
            </a:r>
            <a:r>
              <a:rPr lang="en-US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n-US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Producción</a:t>
            </a:r>
            <a:endParaRPr lang="en-US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021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8">
            <a:extLst>
              <a:ext uri="{FF2B5EF4-FFF2-40B4-BE49-F238E27FC236}">
                <a16:creationId xmlns:a16="http://schemas.microsoft.com/office/drawing/2014/main" id="{1407A5C2-4FBC-4E72-BAA0-E399E0D5B45C}"/>
              </a:ext>
            </a:extLst>
          </p:cNvPr>
          <p:cNvSpPr/>
          <p:nvPr/>
        </p:nvSpPr>
        <p:spPr>
          <a:xfrm>
            <a:off x="1453372" y="181895"/>
            <a:ext cx="10011134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ES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Roles y Segregación de Funciones (Inventarios)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graphicFrame>
        <p:nvGraphicFramePr>
          <p:cNvPr id="34" name="Tabla 33">
            <a:extLst>
              <a:ext uri="{FF2B5EF4-FFF2-40B4-BE49-F238E27FC236}">
                <a16:creationId xmlns:a16="http://schemas.microsoft.com/office/drawing/2014/main" id="{919BB342-4146-8D3D-B66B-C1CBB70567C8}"/>
              </a:ext>
            </a:extLst>
          </p:cNvPr>
          <p:cNvGraphicFramePr>
            <a:graphicFrameLocks noGrp="1"/>
          </p:cNvGraphicFramePr>
          <p:nvPr/>
        </p:nvGraphicFramePr>
        <p:xfrm>
          <a:off x="1017918" y="1785667"/>
          <a:ext cx="3899139" cy="34333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4860">
                  <a:extLst>
                    <a:ext uri="{9D8B030D-6E8A-4147-A177-3AD203B41FA5}">
                      <a16:colId xmlns:a16="http://schemas.microsoft.com/office/drawing/2014/main" val="759061535"/>
                    </a:ext>
                  </a:extLst>
                </a:gridCol>
                <a:gridCol w="2514279">
                  <a:extLst>
                    <a:ext uri="{9D8B030D-6E8A-4147-A177-3AD203B41FA5}">
                      <a16:colId xmlns:a16="http://schemas.microsoft.com/office/drawing/2014/main" val="4059301952"/>
                    </a:ext>
                  </a:extLst>
                </a:gridCol>
              </a:tblGrid>
              <a:tr h="572219">
                <a:tc gridSpan="2"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 dirty="0">
                          <a:effectLst/>
                        </a:rPr>
                        <a:t>MAPEO IDEAL DE ROLES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070066"/>
                  </a:ext>
                </a:extLst>
              </a:tr>
              <a:tr h="572219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 dirty="0">
                          <a:effectLst/>
                        </a:rPr>
                        <a:t>Rol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Función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03720923"/>
                  </a:ext>
                </a:extLst>
              </a:tr>
              <a:tr h="572219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Almacenero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Manejo físico del inventario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32500549"/>
                  </a:ext>
                </a:extLst>
              </a:tr>
              <a:tr h="572219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 dirty="0" err="1">
                          <a:effectLst/>
                        </a:rPr>
                        <a:t>Digitador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Registro en sistema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084989"/>
                  </a:ext>
                </a:extLst>
              </a:tr>
              <a:tr h="572219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Supervisor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Validación de movimientos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48324724"/>
                  </a:ext>
                </a:extLst>
              </a:tr>
              <a:tr h="572219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Auditor interno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 dirty="0">
                          <a:effectLst/>
                        </a:rPr>
                        <a:t>Control </a:t>
                      </a:r>
                      <a:r>
                        <a:rPr lang="en-US" sz="1100" dirty="0" err="1">
                          <a:effectLst/>
                        </a:rPr>
                        <a:t>independiente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537268642"/>
                  </a:ext>
                </a:extLst>
              </a:tr>
            </a:tbl>
          </a:graphicData>
        </a:graphic>
      </p:graphicFrame>
      <p:sp>
        <p:nvSpPr>
          <p:cNvPr id="36" name="CuadroTexto 35">
            <a:extLst>
              <a:ext uri="{FF2B5EF4-FFF2-40B4-BE49-F238E27FC236}">
                <a16:creationId xmlns:a16="http://schemas.microsoft.com/office/drawing/2014/main" id="{0E7FD73A-1622-F8AF-9272-6DE999FB6D67}"/>
              </a:ext>
            </a:extLst>
          </p:cNvPr>
          <p:cNvSpPr txBox="1"/>
          <p:nvPr/>
        </p:nvSpPr>
        <p:spPr>
          <a:xfrm>
            <a:off x="5529532" y="923027"/>
            <a:ext cx="6090249" cy="5653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2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es-419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cs typeface="Calibri" panose="020F0502020204030204" pitchFamily="34" charset="0"/>
              </a:rPr>
              <a:t>Problemas comunes detectados </a:t>
            </a:r>
            <a:endParaRPr lang="en-US" sz="1200" b="1" i="1" dirty="0">
              <a:effectLst/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948180" algn="l"/>
              </a:tabLst>
            </a:pPr>
            <a:r>
              <a:rPr lang="en-US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Falta de </a:t>
            </a:r>
            <a:r>
              <a:rPr lang="en-US" sz="1200" b="1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segregación</a:t>
            </a:r>
            <a:r>
              <a:rPr lang="en-US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clara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s-E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Puede ocurrir que una misma persona: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"/>
              <a:tabLst>
                <a:tab pos="1948180" algn="l"/>
                <a:tab pos="1371600" algn="l"/>
                <a:tab pos="1948180" algn="l"/>
              </a:tabLst>
            </a:pP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Registre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marR="0" lvl="2" indent="-2286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"/>
              <a:tabLst>
                <a:tab pos="1948180" algn="l"/>
                <a:tab pos="1371600" algn="l"/>
                <a:tab pos="1948180" algn="l"/>
              </a:tabLst>
            </a:pP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Controle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marR="0" lvl="2" indent="-2286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"/>
              <a:tabLst>
                <a:tab pos="1948180" algn="l"/>
                <a:tab pos="1371600" algn="l"/>
                <a:tab pos="1948180" algn="l"/>
              </a:tabLst>
            </a:pP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Apruebe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tabLst>
                <a:tab pos="1948180" algn="l"/>
              </a:tabLst>
            </a:pPr>
            <a:r>
              <a:rPr lang="es-E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Riesgo: fraude o manipulación de inventarios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tabLst>
                <a:tab pos="1948180" algn="l"/>
              </a:tabLst>
            </a:pPr>
            <a:r>
              <a:rPr lang="en-US" sz="1200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948180" algn="l"/>
              </a:tabLst>
            </a:pPr>
            <a:r>
              <a:rPr lang="en-US" sz="1200" b="1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Dependencia</a:t>
            </a:r>
            <a:r>
              <a:rPr lang="en-US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b="1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excesiva</a:t>
            </a:r>
            <a:r>
              <a:rPr lang="en-US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</a:t>
            </a:r>
            <a:r>
              <a:rPr lang="en-US" sz="1200" b="1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logística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Inventarios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depende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solo de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logística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 no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valida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datos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automáticamente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tabLst>
                <a:tab pos="1948180" algn="l"/>
              </a:tabLst>
            </a:pPr>
            <a:r>
              <a:rPr lang="en-US" sz="1200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948180" algn="l"/>
              </a:tabLst>
            </a:pPr>
            <a:r>
              <a:rPr lang="en-US" sz="1200" b="1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Duplicidad</a:t>
            </a:r>
            <a:r>
              <a:rPr lang="en-US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</a:t>
            </a:r>
            <a:r>
              <a:rPr lang="en-US" sz="1200" b="1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funciones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Direcciones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gerencias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similares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s-E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Posible doble registro (manual + sistema)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759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8">
            <a:extLst>
              <a:ext uri="{FF2B5EF4-FFF2-40B4-BE49-F238E27FC236}">
                <a16:creationId xmlns:a16="http://schemas.microsoft.com/office/drawing/2014/main" id="{BF11FCB6-CA8B-4C35-ABE4-71F2A67E3C66}"/>
              </a:ext>
            </a:extLst>
          </p:cNvPr>
          <p:cNvSpPr/>
          <p:nvPr/>
        </p:nvSpPr>
        <p:spPr>
          <a:xfrm>
            <a:off x="1453371" y="181895"/>
            <a:ext cx="9188705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ES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Riesgos identificados y matriz de riesgos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99D8A54D-EF90-EE8C-7FBD-1A07179E5207}"/>
              </a:ext>
            </a:extLst>
          </p:cNvPr>
          <p:cNvGraphicFramePr>
            <a:graphicFrameLocks noGrp="1"/>
          </p:cNvGraphicFramePr>
          <p:nvPr/>
        </p:nvGraphicFramePr>
        <p:xfrm>
          <a:off x="1682152" y="1345722"/>
          <a:ext cx="8315864" cy="51696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0717">
                  <a:extLst>
                    <a:ext uri="{9D8B030D-6E8A-4147-A177-3AD203B41FA5}">
                      <a16:colId xmlns:a16="http://schemas.microsoft.com/office/drawing/2014/main" val="2961961260"/>
                    </a:ext>
                  </a:extLst>
                </a:gridCol>
                <a:gridCol w="1187851">
                  <a:extLst>
                    <a:ext uri="{9D8B030D-6E8A-4147-A177-3AD203B41FA5}">
                      <a16:colId xmlns:a16="http://schemas.microsoft.com/office/drawing/2014/main" val="3688156410"/>
                    </a:ext>
                  </a:extLst>
                </a:gridCol>
                <a:gridCol w="1265301">
                  <a:extLst>
                    <a:ext uri="{9D8B030D-6E8A-4147-A177-3AD203B41FA5}">
                      <a16:colId xmlns:a16="http://schemas.microsoft.com/office/drawing/2014/main" val="3162244105"/>
                    </a:ext>
                  </a:extLst>
                </a:gridCol>
                <a:gridCol w="1581401">
                  <a:extLst>
                    <a:ext uri="{9D8B030D-6E8A-4147-A177-3AD203B41FA5}">
                      <a16:colId xmlns:a16="http://schemas.microsoft.com/office/drawing/2014/main" val="3973333961"/>
                    </a:ext>
                  </a:extLst>
                </a:gridCol>
                <a:gridCol w="1366165">
                  <a:extLst>
                    <a:ext uri="{9D8B030D-6E8A-4147-A177-3AD203B41FA5}">
                      <a16:colId xmlns:a16="http://schemas.microsoft.com/office/drawing/2014/main" val="1013469829"/>
                    </a:ext>
                  </a:extLst>
                </a:gridCol>
                <a:gridCol w="841132">
                  <a:extLst>
                    <a:ext uri="{9D8B030D-6E8A-4147-A177-3AD203B41FA5}">
                      <a16:colId xmlns:a16="http://schemas.microsoft.com/office/drawing/2014/main" val="2193540329"/>
                    </a:ext>
                  </a:extLst>
                </a:gridCol>
                <a:gridCol w="1573297">
                  <a:extLst>
                    <a:ext uri="{9D8B030D-6E8A-4147-A177-3AD203B41FA5}">
                      <a16:colId xmlns:a16="http://schemas.microsoft.com/office/drawing/2014/main" val="1266944130"/>
                    </a:ext>
                  </a:extLst>
                </a:gridCol>
              </a:tblGrid>
              <a:tr h="310688">
                <a:tc gridSpan="7"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s-ES" sz="1100" dirty="0">
                          <a:effectLst/>
                        </a:rPr>
                        <a:t>MATRIZ DE RIESGOS INTI S.A.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401103"/>
                  </a:ext>
                </a:extLst>
              </a:tr>
              <a:tr h="42763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Nº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Riesgo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Causa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Impacto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Probabilidad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Nivel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Solución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extLst>
                  <a:ext uri="{0D108BD9-81ED-4DB2-BD59-A6C34878D82A}">
                    <a16:rowId xmlns:a16="http://schemas.microsoft.com/office/drawing/2014/main" val="1526171410"/>
                  </a:ext>
                </a:extLst>
              </a:tr>
              <a:tr h="677428"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Cuello de botella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Estructura vertical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Retrasos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Alta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Alto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Reducir niveles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extLst>
                  <a:ext uri="{0D108BD9-81ED-4DB2-BD59-A6C34878D82A}">
                    <a16:rowId xmlns:a16="http://schemas.microsoft.com/office/drawing/2014/main" val="1500830106"/>
                  </a:ext>
                </a:extLst>
              </a:tr>
              <a:tr h="1044168"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Fraude inventarios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Falta segregación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Pérdidas económicas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Alta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Crítico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Separar funciones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extLst>
                  <a:ext uri="{0D108BD9-81ED-4DB2-BD59-A6C34878D82A}">
                    <a16:rowId xmlns:a16="http://schemas.microsoft.com/office/drawing/2014/main" val="355215250"/>
                  </a:ext>
                </a:extLst>
              </a:tr>
              <a:tr h="677428"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Error en stock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Registro manual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Datos incorrectos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Alta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Alto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ERP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extLst>
                  <a:ext uri="{0D108BD9-81ED-4DB2-BD59-A6C34878D82A}">
                    <a16:rowId xmlns:a16="http://schemas.microsoft.com/office/drawing/2014/main" val="2008480421"/>
                  </a:ext>
                </a:extLst>
              </a:tr>
              <a:tr h="677428"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Acceso indebido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Sin control TI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Fuga de info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Media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Alto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Roles y permisos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extLst>
                  <a:ext uri="{0D108BD9-81ED-4DB2-BD59-A6C34878D82A}">
                    <a16:rowId xmlns:a16="http://schemas.microsoft.com/office/drawing/2014/main" val="337699894"/>
                  </a:ext>
                </a:extLst>
              </a:tr>
              <a:tr h="677428"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Caída del sistema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Falta de soporte TI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Paralización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Media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Alto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Área TI independiente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extLst>
                  <a:ext uri="{0D108BD9-81ED-4DB2-BD59-A6C34878D82A}">
                    <a16:rowId xmlns:a16="http://schemas.microsoft.com/office/drawing/2014/main" val="1645238668"/>
                  </a:ext>
                </a:extLst>
              </a:tr>
              <a:tr h="677428"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Duplicidad de datos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Procesos manuales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Inconsistencias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Alta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>
                          <a:effectLst/>
                        </a:rPr>
                        <a:t>Alto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48180" algn="l"/>
                          <a:tab pos="457200" algn="l"/>
                        </a:tabLst>
                      </a:pPr>
                      <a:r>
                        <a:rPr lang="en-US" sz="1100" dirty="0" err="1">
                          <a:effectLst/>
                        </a:rPr>
                        <a:t>Automatización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41" marR="67341" marT="0" marB="0" anchor="ctr"/>
                </a:tc>
                <a:extLst>
                  <a:ext uri="{0D108BD9-81ED-4DB2-BD59-A6C34878D82A}">
                    <a16:rowId xmlns:a16="http://schemas.microsoft.com/office/drawing/2014/main" val="2588784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146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8">
            <a:extLst>
              <a:ext uri="{FF2B5EF4-FFF2-40B4-BE49-F238E27FC236}">
                <a16:creationId xmlns:a16="http://schemas.microsoft.com/office/drawing/2014/main" id="{1CA40807-048B-41F0-9A96-32F50EE9F6FE}"/>
              </a:ext>
            </a:extLst>
          </p:cNvPr>
          <p:cNvSpPr/>
          <p:nvPr/>
        </p:nvSpPr>
        <p:spPr>
          <a:xfrm>
            <a:off x="1453371" y="181895"/>
            <a:ext cx="7173043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n-US" altLang="zh-CN" sz="3200" b="1" dirty="0" err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Soluciones</a:t>
            </a:r>
            <a:r>
              <a:rPr lang="en-US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 </a:t>
            </a:r>
            <a:r>
              <a:rPr lang="en-US" altLang="zh-CN" sz="3200" b="1" dirty="0" err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recomendadas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1BA6DB3-9F4E-9414-70FB-C618FCF5B61C}"/>
              </a:ext>
            </a:extLst>
          </p:cNvPr>
          <p:cNvSpPr txBox="1"/>
          <p:nvPr/>
        </p:nvSpPr>
        <p:spPr>
          <a:xfrm>
            <a:off x="759126" y="1052424"/>
            <a:ext cx="4494362" cy="4333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948180" algn="l"/>
              </a:tabLst>
            </a:pP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Separar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funciones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obligatoriamente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Almacén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→ solo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físico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Digitador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→ solo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sistema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Auditor →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independiente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948180" algn="l"/>
              </a:tabLst>
            </a:pP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Implementar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sistema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Control de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accesos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(roles) 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Bitácora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cambios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(logs) 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Validaciones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automáticas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948180" algn="l"/>
              </a:tabLst>
            </a:pP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Integrar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 +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Inventarios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948180" algn="l"/>
              </a:tabLst>
            </a:pPr>
            <a:r>
              <a:rPr lang="en-US" sz="14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Odoo ERP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EA17F074-47F9-60ED-6EC8-F156D206C2DA}"/>
              </a:ext>
            </a:extLst>
          </p:cNvPr>
          <p:cNvSpPr txBox="1"/>
          <p:nvPr/>
        </p:nvSpPr>
        <p:spPr>
          <a:xfrm>
            <a:off x="5667554" y="1190446"/>
            <a:ext cx="4891178" cy="3358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marR="0" indent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tabLst>
                <a:tab pos="1948180" algn="l"/>
              </a:tabLst>
            </a:pPr>
            <a:r>
              <a:rPr lang="es-ES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¿Por qué es el más adecuado?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s-E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 </a:t>
            </a:r>
            <a:r>
              <a:rPr lang="es-ES" sz="12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modular</a:t>
            </a:r>
            <a:r>
              <a:rPr lang="es-E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(solo instalas inventarios, ventas, contabilidad, etc.)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Muy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fuerte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Inventarios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Logística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Producción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s-E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Mucho más barato que SAP o Dynamics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Implementación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rápida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003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8">
            <a:extLst>
              <a:ext uri="{FF2B5EF4-FFF2-40B4-BE49-F238E27FC236}">
                <a16:creationId xmlns:a16="http://schemas.microsoft.com/office/drawing/2014/main" id="{BA8DADFA-F346-4263-BBE3-82C6223C2F6E}"/>
              </a:ext>
            </a:extLst>
          </p:cNvPr>
          <p:cNvSpPr/>
          <p:nvPr/>
        </p:nvSpPr>
        <p:spPr>
          <a:xfrm>
            <a:off x="1453371" y="181895"/>
            <a:ext cx="9243383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n-US" altLang="zh-CN" sz="3200" b="1" dirty="0" err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Documentos</a:t>
            </a:r>
            <a:r>
              <a:rPr lang="en-US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 </a:t>
            </a:r>
            <a:r>
              <a:rPr lang="en-US" altLang="zh-CN" sz="3200" b="1" dirty="0" err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Organizacionales</a:t>
            </a:r>
            <a:r>
              <a:rPr lang="en-US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 </a:t>
            </a:r>
            <a:r>
              <a:rPr lang="en-US" altLang="zh-CN" sz="3200" b="1" dirty="0" err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Revisados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B1EAE69-2B90-F9B8-72EE-7E0CB3717C98}"/>
              </a:ext>
            </a:extLst>
          </p:cNvPr>
          <p:cNvSpPr txBox="1"/>
          <p:nvPr/>
        </p:nvSpPr>
        <p:spPr>
          <a:xfrm>
            <a:off x="1319842" y="1748989"/>
            <a:ext cx="4865298" cy="3904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2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es-419" sz="14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cs typeface="Calibri" panose="020F0502020204030204" pitchFamily="34" charset="0"/>
              </a:rPr>
              <a:t>Manual de funciones del área de sistemas.</a:t>
            </a:r>
            <a:endParaRPr lang="en-US" sz="1400" b="1" i="1" dirty="0">
              <a:effectLst/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R="0" lvl="2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es-419" sz="14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cs typeface="Calibri" panose="020F0502020204030204" pitchFamily="34" charset="0"/>
              </a:rPr>
              <a:t>Problemas detectados</a:t>
            </a:r>
            <a:endParaRPr lang="en-US" sz="1400" b="1" i="1" dirty="0">
              <a:effectLst/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"/>
              <a:tabLst>
                <a:tab pos="1948180" algn="l"/>
                <a:tab pos="457200" algn="l"/>
                <a:tab pos="1948180" algn="l"/>
              </a:tabLst>
            </a:pP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se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especifica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Responsabilidades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claras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Límites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acceso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1948180" algn="l"/>
                <a:tab pos="914400" algn="l"/>
                <a:tab pos="1948180" algn="l"/>
              </a:tabLst>
            </a:pP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Responsables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seguridad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2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es-419" sz="14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cs typeface="Calibri" panose="020F0502020204030204" pitchFamily="34" charset="0"/>
              </a:rPr>
              <a:t>Solución</a:t>
            </a:r>
            <a:endParaRPr lang="en-US" sz="1400" b="1" i="1" dirty="0">
              <a:effectLst/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742950" marR="0" lvl="1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948180" algn="l"/>
              </a:tabLst>
            </a:pP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Debe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incluir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Administrador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</a:t>
            </a:r>
            <a:r>
              <a:rPr lang="en-US" sz="14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sistemas</a:t>
            </a:r>
            <a:r>
              <a:rPr lang="en-US" sz="14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AF58CAE-371F-6405-FA22-D0E458DDFFC8}"/>
              </a:ext>
            </a:extLst>
          </p:cNvPr>
          <p:cNvSpPr txBox="1"/>
          <p:nvPr/>
        </p:nvSpPr>
        <p:spPr>
          <a:xfrm>
            <a:off x="7599871" y="2063354"/>
            <a:ext cx="2141507" cy="151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Soporte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técnico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Seguridad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informática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Base de </a:t>
            </a:r>
            <a:r>
              <a:rPr lang="en-US" sz="12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datos</a:t>
            </a:r>
            <a:r>
              <a:rPr lang="en-US" sz="12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2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75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8">
            <a:extLst>
              <a:ext uri="{FF2B5EF4-FFF2-40B4-BE49-F238E27FC236}">
                <a16:creationId xmlns:a16="http://schemas.microsoft.com/office/drawing/2014/main" id="{E7C50EEF-4EF9-4DD4-B596-5F1833872120}"/>
              </a:ext>
            </a:extLst>
          </p:cNvPr>
          <p:cNvSpPr/>
          <p:nvPr/>
        </p:nvSpPr>
        <p:spPr>
          <a:xfrm>
            <a:off x="1453371" y="181895"/>
            <a:ext cx="8303103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ES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Políticas de seguridad de la información.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1F8371-94C2-69DC-A100-DF0E15AB7D92}"/>
              </a:ext>
            </a:extLst>
          </p:cNvPr>
          <p:cNvSpPr txBox="1"/>
          <p:nvPr/>
        </p:nvSpPr>
        <p:spPr>
          <a:xfrm>
            <a:off x="3653286" y="1614477"/>
            <a:ext cx="6103188" cy="3956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2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es-419" sz="16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cs typeface="Calibri" panose="020F0502020204030204" pitchFamily="34" charset="0"/>
              </a:rPr>
              <a:t>Problemas comunes</a:t>
            </a:r>
            <a:endParaRPr lang="en-US" sz="1600" b="1" i="1" dirty="0">
              <a:effectLst/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6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Falta de </a:t>
            </a:r>
            <a:r>
              <a:rPr lang="en-US" sz="16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políticas</a:t>
            </a:r>
            <a:r>
              <a:rPr lang="en-US" sz="16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formales</a:t>
            </a:r>
            <a:r>
              <a:rPr lang="en-US" sz="16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6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Usuarios</a:t>
            </a:r>
            <a:r>
              <a:rPr lang="en-US" sz="16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con </a:t>
            </a:r>
            <a:r>
              <a:rPr lang="en-US" sz="16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accesos</a:t>
            </a:r>
            <a:r>
              <a:rPr lang="en-US" sz="16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excesivos</a:t>
            </a:r>
            <a:r>
              <a:rPr lang="en-US" sz="16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2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es-419" sz="1600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cs typeface="Calibri" panose="020F0502020204030204" pitchFamily="34" charset="0"/>
              </a:rPr>
              <a:t> Recomendaciones</a:t>
            </a:r>
            <a:endParaRPr lang="en-US" sz="1600" b="1" i="1" dirty="0">
              <a:effectLst/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s-ES" sz="16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Control de acceso por roles (RBAC) </a:t>
            </a:r>
            <a:endParaRPr lang="en-US" sz="16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6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Políticas</a:t>
            </a:r>
            <a:r>
              <a:rPr lang="en-US" sz="16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</a:t>
            </a:r>
            <a:r>
              <a:rPr lang="en-US" sz="16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contraseñas</a:t>
            </a:r>
            <a:r>
              <a:rPr lang="en-US" sz="16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6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Backup </a:t>
            </a:r>
            <a:r>
              <a:rPr lang="en-US" sz="16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periódico</a:t>
            </a:r>
            <a:r>
              <a:rPr lang="en-US" sz="16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sz="16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Auditoría</a:t>
            </a:r>
            <a:r>
              <a:rPr lang="en-US" sz="16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</a:t>
            </a:r>
            <a:r>
              <a:rPr lang="en-US" sz="160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accesos</a:t>
            </a:r>
            <a:r>
              <a:rPr lang="en-US" sz="160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510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文本框 379">
            <a:extLst>
              <a:ext uri="{FF2B5EF4-FFF2-40B4-BE49-F238E27FC236}">
                <a16:creationId xmlns:a16="http://schemas.microsoft.com/office/drawing/2014/main" id="{9E3231A2-377F-46B2-88A0-FCD6A9F6F2AB}"/>
              </a:ext>
            </a:extLst>
          </p:cNvPr>
          <p:cNvSpPr txBox="1"/>
          <p:nvPr/>
        </p:nvSpPr>
        <p:spPr>
          <a:xfrm>
            <a:off x="1268083" y="198396"/>
            <a:ext cx="11136701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lnSpc>
                <a:spcPct val="120000"/>
              </a:lnSpc>
              <a:defRPr sz="3200" b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es-ES" altLang="zh-CN" dirty="0"/>
              <a:t>Procedimientos operativos para gestión de inventarios.</a:t>
            </a:r>
            <a:endParaRPr lang="zh-CN" alt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DDFD2A8-787A-0F4A-400B-29F82484E722}"/>
              </a:ext>
            </a:extLst>
          </p:cNvPr>
          <p:cNvSpPr txBox="1"/>
          <p:nvPr/>
        </p:nvSpPr>
        <p:spPr>
          <a:xfrm>
            <a:off x="3804249" y="2118321"/>
            <a:ext cx="5495026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2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es-419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cs typeface="Calibri" panose="020F0502020204030204" pitchFamily="34" charset="0"/>
              </a:rPr>
              <a:t>Problemas detectados</a:t>
            </a:r>
            <a:endParaRPr lang="en-US" b="1" i="1" dirty="0">
              <a:effectLst/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Procesos</a:t>
            </a:r>
            <a:r>
              <a:rPr lang="en-US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manuales</a:t>
            </a:r>
            <a:r>
              <a:rPr lang="en-US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hay </a:t>
            </a:r>
            <a:r>
              <a:rPr lang="en-US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integración</a:t>
            </a:r>
            <a:r>
              <a:rPr lang="en-US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con TI </a:t>
            </a:r>
            <a:endParaRPr lang="en-US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s-ES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Falta de controles en tiempo real </a:t>
            </a:r>
            <a:endParaRPr lang="en-US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2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tabLst>
                <a:tab pos="360045" algn="l"/>
              </a:tabLst>
            </a:pPr>
            <a:r>
              <a:rPr lang="es-419" b="1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cs typeface="Calibri" panose="020F0502020204030204" pitchFamily="34" charset="0"/>
              </a:rPr>
              <a:t>Soluciones</a:t>
            </a:r>
            <a:endParaRPr lang="en-US" b="1" i="1" dirty="0">
              <a:effectLst/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s-ES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Mejorar Automatización con sistema ERP </a:t>
            </a:r>
            <a:endParaRPr lang="en-US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948180" algn="l"/>
                <a:tab pos="457200" algn="l"/>
                <a:tab pos="1948180" algn="l"/>
              </a:tabLst>
            </a:pPr>
            <a:r>
              <a:rPr lang="en-US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Auditorías</a:t>
            </a:r>
            <a:r>
              <a:rPr lang="en-US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periódicas</a:t>
            </a:r>
            <a:endParaRPr lang="en-US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591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3443D-F591-1C14-02C9-2CAD926A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BABF5A0-4B77-387B-804D-8ACA1DC1E5BA}"/>
              </a:ext>
            </a:extLst>
          </p:cNvPr>
          <p:cNvGrpSpPr/>
          <p:nvPr/>
        </p:nvGrpSpPr>
        <p:grpSpPr>
          <a:xfrm>
            <a:off x="874712" y="1754085"/>
            <a:ext cx="10442575" cy="4070556"/>
            <a:chOff x="874713" y="1592825"/>
            <a:chExt cx="8141112" cy="4070556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1BBE626-D07D-563D-B9AE-4C1B1F111C0B}"/>
                </a:ext>
              </a:extLst>
            </p:cNvPr>
            <p:cNvGrpSpPr/>
            <p:nvPr/>
          </p:nvGrpSpPr>
          <p:grpSpPr>
            <a:xfrm>
              <a:off x="874713" y="1592825"/>
              <a:ext cx="8141112" cy="4070556"/>
              <a:chOff x="874713" y="1592825"/>
              <a:chExt cx="8141112" cy="4070556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5AC51EA-A0EC-AA74-53CF-7A083B388FE7}"/>
                  </a:ext>
                </a:extLst>
              </p:cNvPr>
              <p:cNvSpPr/>
              <p:nvPr/>
            </p:nvSpPr>
            <p:spPr>
              <a:xfrm>
                <a:off x="874713" y="1592825"/>
                <a:ext cx="2035278" cy="4070556"/>
              </a:xfrm>
              <a:prstGeom prst="rect">
                <a:avLst/>
              </a:prstGeom>
              <a:blipFill>
                <a:blip r:embed="rId4"/>
                <a:stretch>
                  <a:fillRect l="-67313" r="-66661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40187F5-5A95-DC33-70DB-B10C1E768142}"/>
                  </a:ext>
                </a:extLst>
              </p:cNvPr>
              <p:cNvSpPr/>
              <p:nvPr/>
            </p:nvSpPr>
            <p:spPr>
              <a:xfrm>
                <a:off x="2909991" y="1592825"/>
                <a:ext cx="6105834" cy="2035278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498289C-E4CF-FC0E-435E-93B16E547867}"/>
                </a:ext>
              </a:extLst>
            </p:cNvPr>
            <p:cNvGrpSpPr/>
            <p:nvPr/>
          </p:nvGrpSpPr>
          <p:grpSpPr>
            <a:xfrm>
              <a:off x="2909990" y="3628103"/>
              <a:ext cx="6105835" cy="2035278"/>
              <a:chOff x="2909990" y="3628103"/>
              <a:chExt cx="6105835" cy="2035278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D62AA25-E5FF-6512-E2D9-369B1ECB9DED}"/>
                  </a:ext>
                </a:extLst>
              </p:cNvPr>
              <p:cNvSpPr/>
              <p:nvPr/>
            </p:nvSpPr>
            <p:spPr>
              <a:xfrm>
                <a:off x="2909990" y="3628103"/>
                <a:ext cx="4070556" cy="2035278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2D2AC8F-202B-A80A-F952-43BB61175E42}"/>
                  </a:ext>
                </a:extLst>
              </p:cNvPr>
              <p:cNvSpPr/>
              <p:nvPr/>
            </p:nvSpPr>
            <p:spPr>
              <a:xfrm>
                <a:off x="6980547" y="3628103"/>
                <a:ext cx="2035278" cy="2035278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MH_Others_1">
            <a:extLst>
              <a:ext uri="{FF2B5EF4-FFF2-40B4-BE49-F238E27FC236}">
                <a16:creationId xmlns:a16="http://schemas.microsoft.com/office/drawing/2014/main" id="{2F18909C-3DDF-1462-5279-2498B513905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973785" y="2452715"/>
            <a:ext cx="6855071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4000" b="1" dirty="0" err="1">
                <a:solidFill>
                  <a:schemeClr val="bg1">
                    <a:lumMod val="9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rPr>
              <a:t>Recursos</a:t>
            </a:r>
            <a:r>
              <a:rPr lang="en-US" altLang="zh-CN" sz="4000" b="1" dirty="0">
                <a:solidFill>
                  <a:schemeClr val="bg1">
                    <a:lumMod val="9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rPr>
              <a:t> Humanos de TI</a:t>
            </a:r>
            <a:endParaRPr lang="zh-CN" altLang="en-US" sz="4000" b="1" dirty="0">
              <a:solidFill>
                <a:schemeClr val="bg1">
                  <a:lumMod val="95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313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E33215E0-FB9D-485C-8E3B-F80363B0F775}"/>
              </a:ext>
            </a:extLst>
          </p:cNvPr>
          <p:cNvGrpSpPr/>
          <p:nvPr/>
        </p:nvGrpSpPr>
        <p:grpSpPr>
          <a:xfrm>
            <a:off x="299001" y="2219416"/>
            <a:ext cx="9588865" cy="3222212"/>
            <a:chOff x="933613" y="2011006"/>
            <a:chExt cx="6105792" cy="2051771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C3329C5-88B9-4B2C-A7DA-4C543F83A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992" y="2374779"/>
              <a:ext cx="974894" cy="9769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91467" tIns="45734" rIns="91467" bIns="45734"/>
            <a:lstStyle/>
            <a:p>
              <a:endParaRPr lang="zh-CN" altLang="en-US" dirty="0"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65F1475-3377-4479-ABE1-8D2822A7F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7790" y="2168277"/>
              <a:ext cx="689095" cy="694166"/>
            </a:xfrm>
            <a:custGeom>
              <a:avLst/>
              <a:gdLst>
                <a:gd name="T0" fmla="*/ 184 w 184"/>
                <a:gd name="T1" fmla="*/ 185 h 185"/>
                <a:gd name="T2" fmla="*/ 0 w 184"/>
                <a:gd name="T3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4" h="185">
                  <a:moveTo>
                    <a:pt x="184" y="185"/>
                  </a:moveTo>
                  <a:cubicBezTo>
                    <a:pt x="184" y="83"/>
                    <a:pt x="102" y="0"/>
                    <a:pt x="0" y="0"/>
                  </a:cubicBezTo>
                </a:path>
              </a:pathLst>
            </a:custGeom>
            <a:noFill/>
            <a:ln w="6350" cap="flat" cmpd="sng">
              <a:solidFill>
                <a:srgbClr val="A2897B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67" tIns="45734" rIns="91467" bIns="45734"/>
            <a:lstStyle/>
            <a:p>
              <a:endParaRPr lang="zh-CN" altLang="en-US" dirty="0"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4" name="Oval 4">
              <a:extLst>
                <a:ext uri="{FF2B5EF4-FFF2-40B4-BE49-F238E27FC236}">
                  <a16:creationId xmlns:a16="http://schemas.microsoft.com/office/drawing/2014/main" id="{815A063D-35C8-441B-B19F-2A2DA6BE7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1773" y="2217508"/>
              <a:ext cx="971719" cy="97691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lIns="91467" tIns="45734" rIns="91467" bIns="45734"/>
            <a:lstStyle/>
            <a:p>
              <a:endParaRPr lang="zh-CN" altLang="en-US" dirty="0"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48874E0-E961-42F6-AD62-EC1879885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7160" y="2011006"/>
              <a:ext cx="689095" cy="694166"/>
            </a:xfrm>
            <a:custGeom>
              <a:avLst/>
              <a:gdLst>
                <a:gd name="T0" fmla="*/ 184 w 184"/>
                <a:gd name="T1" fmla="*/ 185 h 185"/>
                <a:gd name="T2" fmla="*/ 0 w 184"/>
                <a:gd name="T3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4" h="185">
                  <a:moveTo>
                    <a:pt x="184" y="185"/>
                  </a:moveTo>
                  <a:cubicBezTo>
                    <a:pt x="184" y="83"/>
                    <a:pt x="101" y="0"/>
                    <a:pt x="0" y="0"/>
                  </a:cubicBezTo>
                </a:path>
              </a:pathLst>
            </a:custGeom>
            <a:noFill/>
            <a:ln w="6350" cap="flat" cmpd="sng">
              <a:solidFill>
                <a:srgbClr val="A2897B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67" tIns="45734" rIns="91467" bIns="45734"/>
            <a:lstStyle/>
            <a:p>
              <a:endParaRPr lang="zh-CN" altLang="en-US" dirty="0"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7DCD4D74-AF89-4299-B35A-35ADFA2E0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5753" y="2880948"/>
              <a:ext cx="974894" cy="9753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lIns="91467" tIns="45734" rIns="91467" bIns="45734"/>
            <a:lstStyle/>
            <a:p>
              <a:endParaRPr lang="zh-CN" altLang="en-US" dirty="0"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DD41FB-4E42-4A6C-BEE3-AF47F35FF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552" y="3368612"/>
              <a:ext cx="693857" cy="694165"/>
            </a:xfrm>
            <a:custGeom>
              <a:avLst/>
              <a:gdLst>
                <a:gd name="T0" fmla="*/ 0 w 185"/>
                <a:gd name="T1" fmla="*/ 185 h 185"/>
                <a:gd name="T2" fmla="*/ 185 w 185"/>
                <a:gd name="T3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85">
                  <a:moveTo>
                    <a:pt x="0" y="185"/>
                  </a:moveTo>
                  <a:cubicBezTo>
                    <a:pt x="102" y="185"/>
                    <a:pt x="185" y="102"/>
                    <a:pt x="185" y="0"/>
                  </a:cubicBezTo>
                </a:path>
              </a:pathLst>
            </a:custGeom>
            <a:noFill/>
            <a:ln w="6350" cap="flat" cmpd="sng">
              <a:solidFill>
                <a:srgbClr val="A2897B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67" tIns="45734" rIns="91467" bIns="45734"/>
            <a:lstStyle/>
            <a:p>
              <a:endParaRPr lang="zh-CN" altLang="en-US" dirty="0"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4D88BDFD-7D88-45B7-8C41-2DB885224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2343" y="2852242"/>
              <a:ext cx="976483" cy="97532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lIns="91467" tIns="45734" rIns="91467" bIns="45734"/>
            <a:lstStyle/>
            <a:p>
              <a:endParaRPr lang="zh-CN" altLang="en-US" dirty="0"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C4C4F59-22A0-4415-9242-CFBCCE0F5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9791" y="3339906"/>
              <a:ext cx="690682" cy="694165"/>
            </a:xfrm>
            <a:custGeom>
              <a:avLst/>
              <a:gdLst>
                <a:gd name="T0" fmla="*/ 0 w 184"/>
                <a:gd name="T1" fmla="*/ 185 h 185"/>
                <a:gd name="T2" fmla="*/ 184 w 184"/>
                <a:gd name="T3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4" h="185">
                  <a:moveTo>
                    <a:pt x="0" y="185"/>
                  </a:moveTo>
                  <a:cubicBezTo>
                    <a:pt x="102" y="185"/>
                    <a:pt x="184" y="102"/>
                    <a:pt x="184" y="0"/>
                  </a:cubicBezTo>
                </a:path>
              </a:pathLst>
            </a:custGeom>
            <a:noFill/>
            <a:ln w="6350" cap="flat" cmpd="sng">
              <a:solidFill>
                <a:srgbClr val="A2897B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67" tIns="45734" rIns="91467" bIns="45734"/>
            <a:lstStyle/>
            <a:p>
              <a:endParaRPr lang="zh-CN" altLang="en-US" dirty="0"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6F3C010-C67B-4F6F-B28B-8010F5CA8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2434" y="3152464"/>
              <a:ext cx="376302" cy="374881"/>
            </a:xfrm>
            <a:custGeom>
              <a:avLst/>
              <a:gdLst>
                <a:gd name="T0" fmla="*/ 100 w 100"/>
                <a:gd name="T1" fmla="*/ 56 h 100"/>
                <a:gd name="T2" fmla="*/ 44 w 100"/>
                <a:gd name="T3" fmla="*/ 0 h 100"/>
                <a:gd name="T4" fmla="*/ 40 w 100"/>
                <a:gd name="T5" fmla="*/ 0 h 100"/>
                <a:gd name="T6" fmla="*/ 40 w 100"/>
                <a:gd name="T7" fmla="*/ 11 h 100"/>
                <a:gd name="T8" fmla="*/ 0 w 100"/>
                <a:gd name="T9" fmla="*/ 56 h 100"/>
                <a:gd name="T10" fmla="*/ 44 w 100"/>
                <a:gd name="T11" fmla="*/ 100 h 100"/>
                <a:gd name="T12" fmla="*/ 69 w 100"/>
                <a:gd name="T13" fmla="*/ 93 h 100"/>
                <a:gd name="T14" fmla="*/ 89 w 100"/>
                <a:gd name="T15" fmla="*/ 60 h 100"/>
                <a:gd name="T16" fmla="*/ 100 w 100"/>
                <a:gd name="T17" fmla="*/ 60 h 100"/>
                <a:gd name="T18" fmla="*/ 100 w 100"/>
                <a:gd name="T19" fmla="*/ 56 h 100"/>
                <a:gd name="T20" fmla="*/ 64 w 100"/>
                <a:gd name="T21" fmla="*/ 86 h 100"/>
                <a:gd name="T22" fmla="*/ 44 w 100"/>
                <a:gd name="T23" fmla="*/ 92 h 100"/>
                <a:gd name="T24" fmla="*/ 8 w 100"/>
                <a:gd name="T25" fmla="*/ 56 h 100"/>
                <a:gd name="T26" fmla="*/ 40 w 100"/>
                <a:gd name="T27" fmla="*/ 20 h 100"/>
                <a:gd name="T28" fmla="*/ 40 w 100"/>
                <a:gd name="T29" fmla="*/ 60 h 100"/>
                <a:gd name="T30" fmla="*/ 80 w 100"/>
                <a:gd name="T31" fmla="*/ 60 h 100"/>
                <a:gd name="T32" fmla="*/ 64 w 100"/>
                <a:gd name="T33" fmla="*/ 86 h 100"/>
                <a:gd name="T34" fmla="*/ 49 w 100"/>
                <a:gd name="T35" fmla="*/ 52 h 100"/>
                <a:gd name="T36" fmla="*/ 49 w 100"/>
                <a:gd name="T37" fmla="*/ 9 h 100"/>
                <a:gd name="T38" fmla="*/ 91 w 100"/>
                <a:gd name="T39" fmla="*/ 52 h 100"/>
                <a:gd name="T40" fmla="*/ 49 w 100"/>
                <a:gd name="T41" fmla="*/ 5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0" h="100">
                  <a:moveTo>
                    <a:pt x="100" y="56"/>
                  </a:moveTo>
                  <a:cubicBezTo>
                    <a:pt x="100" y="25"/>
                    <a:pt x="75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17" y="14"/>
                    <a:pt x="0" y="33"/>
                    <a:pt x="0" y="56"/>
                  </a:cubicBezTo>
                  <a:cubicBezTo>
                    <a:pt x="0" y="80"/>
                    <a:pt x="20" y="100"/>
                    <a:pt x="44" y="100"/>
                  </a:cubicBezTo>
                  <a:cubicBezTo>
                    <a:pt x="53" y="100"/>
                    <a:pt x="62" y="98"/>
                    <a:pt x="69" y="93"/>
                  </a:cubicBezTo>
                  <a:cubicBezTo>
                    <a:pt x="80" y="85"/>
                    <a:pt x="87" y="73"/>
                    <a:pt x="89" y="60"/>
                  </a:cubicBezTo>
                  <a:cubicBezTo>
                    <a:pt x="100" y="60"/>
                    <a:pt x="100" y="60"/>
                    <a:pt x="100" y="60"/>
                  </a:cubicBezTo>
                  <a:lnTo>
                    <a:pt x="100" y="56"/>
                  </a:lnTo>
                  <a:close/>
                  <a:moveTo>
                    <a:pt x="64" y="86"/>
                  </a:moveTo>
                  <a:cubicBezTo>
                    <a:pt x="59" y="90"/>
                    <a:pt x="52" y="92"/>
                    <a:pt x="44" y="92"/>
                  </a:cubicBezTo>
                  <a:cubicBezTo>
                    <a:pt x="25" y="92"/>
                    <a:pt x="8" y="76"/>
                    <a:pt x="8" y="56"/>
                  </a:cubicBezTo>
                  <a:cubicBezTo>
                    <a:pt x="8" y="37"/>
                    <a:pt x="22" y="22"/>
                    <a:pt x="40" y="20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80" y="60"/>
                    <a:pt x="80" y="60"/>
                    <a:pt x="80" y="60"/>
                  </a:cubicBezTo>
                  <a:cubicBezTo>
                    <a:pt x="79" y="70"/>
                    <a:pt x="73" y="80"/>
                    <a:pt x="64" y="86"/>
                  </a:cubicBezTo>
                  <a:moveTo>
                    <a:pt x="49" y="52"/>
                  </a:moveTo>
                  <a:cubicBezTo>
                    <a:pt x="49" y="9"/>
                    <a:pt x="49" y="9"/>
                    <a:pt x="49" y="9"/>
                  </a:cubicBezTo>
                  <a:cubicBezTo>
                    <a:pt x="71" y="11"/>
                    <a:pt x="89" y="29"/>
                    <a:pt x="91" y="52"/>
                  </a:cubicBezTo>
                  <a:lnTo>
                    <a:pt x="49" y="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67" tIns="45734" rIns="91467" bIns="45734"/>
            <a:lstStyle/>
            <a:p>
              <a:endParaRPr lang="zh-CN" altLang="en-US" dirty="0"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14478F76-92EE-43EC-8F41-F68B77EFDB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9639" y="2686120"/>
              <a:ext cx="374715" cy="376470"/>
              <a:chOff x="-194" y="329"/>
              <a:chExt cx="236" cy="23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0CD851AD-6FBB-41E5-B7DF-7837995909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131" y="393"/>
                <a:ext cx="109" cy="109"/>
              </a:xfrm>
              <a:custGeom>
                <a:avLst/>
                <a:gdLst>
                  <a:gd name="T0" fmla="*/ 40 w 46"/>
                  <a:gd name="T1" fmla="*/ 1 h 46"/>
                  <a:gd name="T2" fmla="*/ 13 w 46"/>
                  <a:gd name="T3" fmla="*/ 10 h 46"/>
                  <a:gd name="T4" fmla="*/ 13 w 46"/>
                  <a:gd name="T5" fmla="*/ 10 h 46"/>
                  <a:gd name="T6" fmla="*/ 12 w 46"/>
                  <a:gd name="T7" fmla="*/ 11 h 46"/>
                  <a:gd name="T8" fmla="*/ 12 w 46"/>
                  <a:gd name="T9" fmla="*/ 11 h 46"/>
                  <a:gd name="T10" fmla="*/ 11 w 46"/>
                  <a:gd name="T11" fmla="*/ 11 h 46"/>
                  <a:gd name="T12" fmla="*/ 11 w 46"/>
                  <a:gd name="T13" fmla="*/ 12 h 46"/>
                  <a:gd name="T14" fmla="*/ 11 w 46"/>
                  <a:gd name="T15" fmla="*/ 12 h 46"/>
                  <a:gd name="T16" fmla="*/ 10 w 46"/>
                  <a:gd name="T17" fmla="*/ 13 h 46"/>
                  <a:gd name="T18" fmla="*/ 10 w 46"/>
                  <a:gd name="T19" fmla="*/ 13 h 46"/>
                  <a:gd name="T20" fmla="*/ 0 w 46"/>
                  <a:gd name="T21" fmla="*/ 40 h 46"/>
                  <a:gd name="T22" fmla="*/ 1 w 46"/>
                  <a:gd name="T23" fmla="*/ 45 h 46"/>
                  <a:gd name="T24" fmla="*/ 4 w 46"/>
                  <a:gd name="T25" fmla="*/ 46 h 46"/>
                  <a:gd name="T26" fmla="*/ 6 w 46"/>
                  <a:gd name="T27" fmla="*/ 46 h 46"/>
                  <a:gd name="T28" fmla="*/ 33 w 46"/>
                  <a:gd name="T29" fmla="*/ 36 h 46"/>
                  <a:gd name="T30" fmla="*/ 33 w 46"/>
                  <a:gd name="T31" fmla="*/ 36 h 46"/>
                  <a:gd name="T32" fmla="*/ 34 w 46"/>
                  <a:gd name="T33" fmla="*/ 35 h 46"/>
                  <a:gd name="T34" fmla="*/ 34 w 46"/>
                  <a:gd name="T35" fmla="*/ 35 h 46"/>
                  <a:gd name="T36" fmla="*/ 35 w 46"/>
                  <a:gd name="T37" fmla="*/ 35 h 46"/>
                  <a:gd name="T38" fmla="*/ 35 w 46"/>
                  <a:gd name="T39" fmla="*/ 34 h 46"/>
                  <a:gd name="T40" fmla="*/ 35 w 46"/>
                  <a:gd name="T41" fmla="*/ 34 h 46"/>
                  <a:gd name="T42" fmla="*/ 36 w 46"/>
                  <a:gd name="T43" fmla="*/ 33 h 46"/>
                  <a:gd name="T44" fmla="*/ 36 w 46"/>
                  <a:gd name="T45" fmla="*/ 33 h 46"/>
                  <a:gd name="T46" fmla="*/ 45 w 46"/>
                  <a:gd name="T47" fmla="*/ 6 h 46"/>
                  <a:gd name="T48" fmla="*/ 44 w 46"/>
                  <a:gd name="T49" fmla="*/ 2 h 46"/>
                  <a:gd name="T50" fmla="*/ 40 w 46"/>
                  <a:gd name="T51" fmla="*/ 1 h 46"/>
                  <a:gd name="T52" fmla="*/ 12 w 46"/>
                  <a:gd name="T53" fmla="*/ 34 h 46"/>
                  <a:gd name="T54" fmla="*/ 16 w 46"/>
                  <a:gd name="T55" fmla="*/ 22 h 46"/>
                  <a:gd name="T56" fmla="*/ 24 w 46"/>
                  <a:gd name="T57" fmla="*/ 30 h 46"/>
                  <a:gd name="T58" fmla="*/ 12 w 46"/>
                  <a:gd name="T59" fmla="*/ 34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6" h="46">
                    <a:moveTo>
                      <a:pt x="40" y="1"/>
                    </a:moveTo>
                    <a:cubicBezTo>
                      <a:pt x="13" y="10"/>
                      <a:pt x="13" y="10"/>
                      <a:pt x="13" y="10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12" y="10"/>
                      <a:pt x="12" y="11"/>
                      <a:pt x="12" y="11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11"/>
                      <a:pt x="11" y="11"/>
                      <a:pt x="11" y="11"/>
                    </a:cubicBezTo>
                    <a:cubicBezTo>
                      <a:pt x="11" y="11"/>
                      <a:pt x="11" y="12"/>
                      <a:pt x="11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2"/>
                      <a:pt x="10" y="12"/>
                      <a:pt x="10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2"/>
                      <a:pt x="0" y="43"/>
                      <a:pt x="1" y="45"/>
                    </a:cubicBezTo>
                    <a:cubicBezTo>
                      <a:pt x="2" y="45"/>
                      <a:pt x="3" y="46"/>
                      <a:pt x="4" y="46"/>
                    </a:cubicBezTo>
                    <a:cubicBezTo>
                      <a:pt x="5" y="46"/>
                      <a:pt x="5" y="46"/>
                      <a:pt x="6" y="4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4" y="36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5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6" y="33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45" y="6"/>
                      <a:pt x="45" y="6"/>
                      <a:pt x="45" y="6"/>
                    </a:cubicBezTo>
                    <a:cubicBezTo>
                      <a:pt x="46" y="4"/>
                      <a:pt x="46" y="3"/>
                      <a:pt x="44" y="2"/>
                    </a:cubicBezTo>
                    <a:cubicBezTo>
                      <a:pt x="43" y="0"/>
                      <a:pt x="42" y="0"/>
                      <a:pt x="40" y="1"/>
                    </a:cubicBezTo>
                    <a:moveTo>
                      <a:pt x="12" y="34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24" y="30"/>
                      <a:pt x="24" y="30"/>
                      <a:pt x="24" y="30"/>
                    </a:cubicBezTo>
                    <a:lnTo>
                      <a:pt x="12" y="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印品黑体" panose="00000500000000000000" pitchFamily="2" charset="-122"/>
                  <a:ea typeface="印品黑体" panose="00000500000000000000" pitchFamily="2" charset="-122"/>
                </a:endParaRPr>
              </a:p>
            </p:txBody>
          </p:sp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E5386E19-34B5-48F7-99F2-2DBB51E7AE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194" y="329"/>
                <a:ext cx="236" cy="237"/>
              </a:xfrm>
              <a:custGeom>
                <a:avLst/>
                <a:gdLst>
                  <a:gd name="T0" fmla="*/ 81 w 100"/>
                  <a:gd name="T1" fmla="*/ 0 h 100"/>
                  <a:gd name="T2" fmla="*/ 18 w 100"/>
                  <a:gd name="T3" fmla="*/ 0 h 100"/>
                  <a:gd name="T4" fmla="*/ 0 w 100"/>
                  <a:gd name="T5" fmla="*/ 18 h 100"/>
                  <a:gd name="T6" fmla="*/ 0 w 100"/>
                  <a:gd name="T7" fmla="*/ 82 h 100"/>
                  <a:gd name="T8" fmla="*/ 18 w 100"/>
                  <a:gd name="T9" fmla="*/ 100 h 100"/>
                  <a:gd name="T10" fmla="*/ 81 w 100"/>
                  <a:gd name="T11" fmla="*/ 100 h 100"/>
                  <a:gd name="T12" fmla="*/ 85 w 100"/>
                  <a:gd name="T13" fmla="*/ 100 h 100"/>
                  <a:gd name="T14" fmla="*/ 100 w 100"/>
                  <a:gd name="T15" fmla="*/ 82 h 100"/>
                  <a:gd name="T16" fmla="*/ 100 w 100"/>
                  <a:gd name="T17" fmla="*/ 18 h 100"/>
                  <a:gd name="T18" fmla="*/ 81 w 100"/>
                  <a:gd name="T19" fmla="*/ 0 h 100"/>
                  <a:gd name="T20" fmla="*/ 92 w 100"/>
                  <a:gd name="T21" fmla="*/ 82 h 100"/>
                  <a:gd name="T22" fmla="*/ 84 w 100"/>
                  <a:gd name="T23" fmla="*/ 91 h 100"/>
                  <a:gd name="T24" fmla="*/ 81 w 100"/>
                  <a:gd name="T25" fmla="*/ 92 h 100"/>
                  <a:gd name="T26" fmla="*/ 18 w 100"/>
                  <a:gd name="T27" fmla="*/ 92 h 100"/>
                  <a:gd name="T28" fmla="*/ 8 w 100"/>
                  <a:gd name="T29" fmla="*/ 82 h 100"/>
                  <a:gd name="T30" fmla="*/ 8 w 100"/>
                  <a:gd name="T31" fmla="*/ 18 h 100"/>
                  <a:gd name="T32" fmla="*/ 18 w 100"/>
                  <a:gd name="T33" fmla="*/ 8 h 100"/>
                  <a:gd name="T34" fmla="*/ 81 w 100"/>
                  <a:gd name="T35" fmla="*/ 8 h 100"/>
                  <a:gd name="T36" fmla="*/ 92 w 100"/>
                  <a:gd name="T37" fmla="*/ 18 h 100"/>
                  <a:gd name="T38" fmla="*/ 92 w 100"/>
                  <a:gd name="T39" fmla="*/ 82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0" h="100">
                    <a:moveTo>
                      <a:pt x="81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2"/>
                      <a:pt x="8" y="100"/>
                      <a:pt x="18" y="100"/>
                    </a:cubicBezTo>
                    <a:cubicBezTo>
                      <a:pt x="81" y="100"/>
                      <a:pt x="81" y="100"/>
                      <a:pt x="81" y="100"/>
                    </a:cubicBezTo>
                    <a:cubicBezTo>
                      <a:pt x="83" y="100"/>
                      <a:pt x="84" y="100"/>
                      <a:pt x="85" y="100"/>
                    </a:cubicBezTo>
                    <a:cubicBezTo>
                      <a:pt x="94" y="98"/>
                      <a:pt x="100" y="90"/>
                      <a:pt x="100" y="82"/>
                    </a:cubicBezTo>
                    <a:cubicBezTo>
                      <a:pt x="100" y="18"/>
                      <a:pt x="100" y="18"/>
                      <a:pt x="100" y="18"/>
                    </a:cubicBezTo>
                    <a:cubicBezTo>
                      <a:pt x="100" y="8"/>
                      <a:pt x="92" y="0"/>
                      <a:pt x="81" y="0"/>
                    </a:cubicBezTo>
                    <a:moveTo>
                      <a:pt x="92" y="82"/>
                    </a:moveTo>
                    <a:cubicBezTo>
                      <a:pt x="92" y="86"/>
                      <a:pt x="88" y="90"/>
                      <a:pt x="84" y="91"/>
                    </a:cubicBezTo>
                    <a:cubicBezTo>
                      <a:pt x="83" y="92"/>
                      <a:pt x="82" y="92"/>
                      <a:pt x="81" y="92"/>
                    </a:cubicBezTo>
                    <a:cubicBezTo>
                      <a:pt x="18" y="92"/>
                      <a:pt x="18" y="92"/>
                      <a:pt x="18" y="92"/>
                    </a:cubicBezTo>
                    <a:cubicBezTo>
                      <a:pt x="13" y="92"/>
                      <a:pt x="8" y="87"/>
                      <a:pt x="8" y="8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13"/>
                      <a:pt x="13" y="8"/>
                      <a:pt x="18" y="8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87" y="8"/>
                      <a:pt x="92" y="13"/>
                      <a:pt x="92" y="18"/>
                    </a:cubicBezTo>
                    <a:lnTo>
                      <a:pt x="92" y="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印品黑体" panose="00000500000000000000" pitchFamily="2" charset="-122"/>
                  <a:ea typeface="印品黑体" panose="00000500000000000000" pitchFamily="2" charset="-122"/>
                </a:endParaRPr>
              </a:p>
            </p:txBody>
          </p:sp>
        </p:grp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224C9AFF-B893-4FA8-8B09-17E9054DA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9633" y="2544116"/>
              <a:ext cx="1513151" cy="274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s-MX" altLang="zh-CN" sz="1400" b="1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Entrevistas al personal TI y RRHH</a:t>
              </a: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D8EABC59-FB3A-4A54-8891-DCB1B715A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3613" y="3496955"/>
              <a:ext cx="1513151" cy="274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Revisión</a:t>
              </a:r>
              <a:r>
                <a:rPr lang="en-US" altLang="zh-CN" sz="1400" b="1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 documental (</a:t>
              </a:r>
              <a:r>
                <a:rPr lang="en-US" altLang="zh-CN" sz="1400" b="1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títulos</a:t>
              </a:r>
              <a:r>
                <a:rPr lang="en-US" altLang="zh-CN" sz="1400" b="1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, CVs, </a:t>
              </a:r>
              <a:r>
                <a:rPr lang="en-US" altLang="zh-CN" sz="1400" b="1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certificados</a:t>
              </a:r>
              <a:r>
                <a:rPr lang="en-US" altLang="zh-CN" sz="1400" b="1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)</a:t>
              </a: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1F74840D-2719-4B32-923F-B5CA57AD4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6255" y="2509907"/>
              <a:ext cx="1513150" cy="274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s-MX" altLang="zh-CN" sz="1400" b="1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Cuestionario anónimo a 13 usuarios</a:t>
              </a: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F55CC86B-17F2-4117-9B78-EDFB396D8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308" y="3287712"/>
              <a:ext cx="1513150" cy="274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s-MX" altLang="zh-CN" sz="1400" b="1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Observación directa en jornada laboral</a:t>
              </a: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</p:grpSp>
      <p:sp>
        <p:nvSpPr>
          <p:cNvPr id="26" name="矩形 8">
            <a:extLst>
              <a:ext uri="{FF2B5EF4-FFF2-40B4-BE49-F238E27FC236}">
                <a16:creationId xmlns:a16="http://schemas.microsoft.com/office/drawing/2014/main" id="{5A073539-402B-4F42-B997-2A8099A7F9A1}"/>
              </a:ext>
            </a:extLst>
          </p:cNvPr>
          <p:cNvSpPr/>
          <p:nvPr/>
        </p:nvSpPr>
        <p:spPr>
          <a:xfrm>
            <a:off x="1453372" y="181895"/>
            <a:ext cx="10447080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MX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Evaluación del Capital Humano TI – Metodología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28" name="Rectangle 22">
            <a:extLst>
              <a:ext uri="{FF2B5EF4-FFF2-40B4-BE49-F238E27FC236}">
                <a16:creationId xmlns:a16="http://schemas.microsoft.com/office/drawing/2014/main" id="{92C13724-34EF-4787-715A-89753DB1E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5372" y="1115461"/>
            <a:ext cx="436125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s-MX" altLang="zh-CN" b="1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¿Cómo evaluamos al equipo de TI?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29" name="Oval 2">
            <a:extLst>
              <a:ext uri="{FF2B5EF4-FFF2-40B4-BE49-F238E27FC236}">
                <a16:creationId xmlns:a16="http://schemas.microsoft.com/office/drawing/2014/main" id="{4399A57A-34E6-4576-66F9-3F9C28690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2564" y="2729414"/>
            <a:ext cx="1531026" cy="153420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91467" tIns="45734" rIns="91467" bIns="45734"/>
          <a:lstStyle/>
          <a:p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31" name="Rectangle 24">
            <a:extLst>
              <a:ext uri="{FF2B5EF4-FFF2-40B4-BE49-F238E27FC236}">
                <a16:creationId xmlns:a16="http://schemas.microsoft.com/office/drawing/2014/main" id="{7E67F0DF-4B44-C58E-804D-D45C9DCF4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0225" y="4439867"/>
            <a:ext cx="2135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s-MX" altLang="zh-CN" sz="1400" b="1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Verificación de referencias laborales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pic>
        <p:nvPicPr>
          <p:cNvPr id="32" name="图片 18">
            <a:extLst>
              <a:ext uri="{FF2B5EF4-FFF2-40B4-BE49-F238E27FC236}">
                <a16:creationId xmlns:a16="http://schemas.microsoft.com/office/drawing/2014/main" id="{642E789E-7B6A-9F5B-DBBF-498DBE10C4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6839" y="3091282"/>
            <a:ext cx="772831" cy="772831"/>
          </a:xfrm>
          <a:prstGeom prst="rect">
            <a:avLst/>
          </a:prstGeom>
        </p:spPr>
      </p:pic>
      <p:sp>
        <p:nvSpPr>
          <p:cNvPr id="33" name="Rectangle 22">
            <a:extLst>
              <a:ext uri="{FF2B5EF4-FFF2-40B4-BE49-F238E27FC236}">
                <a16:creationId xmlns:a16="http://schemas.microsoft.com/office/drawing/2014/main" id="{AA169302-D953-C799-72CE-6C06508A5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460" y="1765389"/>
            <a:ext cx="1044707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s-MX" altLang="zh-CN" sz="1600" b="1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Objetivo: </a:t>
            </a:r>
            <a:r>
              <a:rPr lang="es-MX" altLang="zh-CN" sz="1600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Analizar formación, experiencia, capacitación, perfil, conocimiento y percepción del usuario.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34" name="Rectangle 22">
            <a:extLst>
              <a:ext uri="{FF2B5EF4-FFF2-40B4-BE49-F238E27FC236}">
                <a16:creationId xmlns:a16="http://schemas.microsoft.com/office/drawing/2014/main" id="{20B0D28C-4302-AA8E-1AB9-ECA7A236E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071" y="5736868"/>
            <a:ext cx="745549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s-MX" altLang="zh-CN" sz="1600" b="1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Principio clave: </a:t>
            </a:r>
            <a:r>
              <a:rPr lang="es-MX" altLang="zh-CN" sz="1600" i="1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“Lo que no está documentado, no puede ser auditado”</a:t>
            </a:r>
            <a:endParaRPr lang="en-US" altLang="zh-CN" sz="1400" i="1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pic>
        <p:nvPicPr>
          <p:cNvPr id="35" name="图片 12">
            <a:extLst>
              <a:ext uri="{FF2B5EF4-FFF2-40B4-BE49-F238E27FC236}">
                <a16:creationId xmlns:a16="http://schemas.microsoft.com/office/drawing/2014/main" id="{B9652B5A-3174-23E7-00E1-6C2C550A25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760" y="3036466"/>
            <a:ext cx="608822" cy="608822"/>
          </a:xfrm>
          <a:prstGeom prst="rect">
            <a:avLst/>
          </a:prstGeom>
        </p:spPr>
      </p:pic>
      <p:sp>
        <p:nvSpPr>
          <p:cNvPr id="36" name="任意多边形 29">
            <a:extLst>
              <a:ext uri="{FF2B5EF4-FFF2-40B4-BE49-F238E27FC236}">
                <a16:creationId xmlns:a16="http://schemas.microsoft.com/office/drawing/2014/main" id="{DE40BB99-CBB2-CD85-C39F-503585D1EEF9}"/>
              </a:ext>
            </a:extLst>
          </p:cNvPr>
          <p:cNvSpPr>
            <a:spLocks noChangeAspect="1"/>
          </p:cNvSpPr>
          <p:nvPr/>
        </p:nvSpPr>
        <p:spPr>
          <a:xfrm>
            <a:off x="3751639" y="4031981"/>
            <a:ext cx="408405" cy="669231"/>
          </a:xfrm>
          <a:custGeom>
            <a:avLst/>
            <a:gdLst>
              <a:gd name="connsiteX0" fmla="*/ 3411 w 2415654"/>
              <a:gd name="connsiteY0" fmla="*/ 1160060 h 3957849"/>
              <a:gd name="connsiteX1" fmla="*/ 392373 w 2415654"/>
              <a:gd name="connsiteY1" fmla="*/ 1160060 h 3957849"/>
              <a:gd name="connsiteX2" fmla="*/ 392373 w 2415654"/>
              <a:gd name="connsiteY2" fmla="*/ 2123285 h 3957849"/>
              <a:gd name="connsiteX3" fmla="*/ 396449 w 2415654"/>
              <a:gd name="connsiteY3" fmla="*/ 2204161 h 3957849"/>
              <a:gd name="connsiteX4" fmla="*/ 791679 w 2415654"/>
              <a:gd name="connsiteY4" fmla="*/ 2811618 h 3957849"/>
              <a:gd name="connsiteX5" fmla="*/ 1612465 w 2415654"/>
              <a:gd name="connsiteY5" fmla="*/ 2818304 h 3957849"/>
              <a:gd name="connsiteX6" fmla="*/ 2024800 w 2415654"/>
              <a:gd name="connsiteY6" fmla="*/ 2108576 h 3957849"/>
              <a:gd name="connsiteX7" fmla="*/ 2026692 w 2415654"/>
              <a:gd name="connsiteY7" fmla="*/ 2108576 h 3957849"/>
              <a:gd name="connsiteX8" fmla="*/ 2026692 w 2415654"/>
              <a:gd name="connsiteY8" fmla="*/ 1160060 h 3957849"/>
              <a:gd name="connsiteX9" fmla="*/ 2415654 w 2415654"/>
              <a:gd name="connsiteY9" fmla="*/ 1160060 h 3957849"/>
              <a:gd name="connsiteX10" fmla="*/ 2415654 w 2415654"/>
              <a:gd name="connsiteY10" fmla="*/ 2108577 h 3957849"/>
              <a:gd name="connsiteX11" fmla="*/ 2415654 w 2415654"/>
              <a:gd name="connsiteY11" fmla="*/ 2135873 h 3957849"/>
              <a:gd name="connsiteX12" fmla="*/ 2413832 w 2415654"/>
              <a:gd name="connsiteY12" fmla="*/ 2135873 h 3957849"/>
              <a:gd name="connsiteX13" fmla="*/ 2404919 w 2415654"/>
              <a:gd name="connsiteY13" fmla="*/ 2269414 h 3957849"/>
              <a:gd name="connsiteX14" fmla="*/ 1806051 w 2415654"/>
              <a:gd name="connsiteY14" fmla="*/ 3157850 h 3957849"/>
              <a:gd name="connsiteX15" fmla="*/ 1509944 w 2415654"/>
              <a:gd name="connsiteY15" fmla="*/ 3278039 h 3957849"/>
              <a:gd name="connsiteX16" fmla="*/ 1433014 w 2415654"/>
              <a:gd name="connsiteY16" fmla="*/ 3292621 h 3957849"/>
              <a:gd name="connsiteX17" fmla="*/ 1433014 w 2415654"/>
              <a:gd name="connsiteY17" fmla="*/ 3718944 h 3957849"/>
              <a:gd name="connsiteX18" fmla="*/ 1194109 w 2415654"/>
              <a:gd name="connsiteY18" fmla="*/ 3957849 h 3957849"/>
              <a:gd name="connsiteX19" fmla="*/ 955204 w 2415654"/>
              <a:gd name="connsiteY19" fmla="*/ 3718944 h 3957849"/>
              <a:gd name="connsiteX20" fmla="*/ 955204 w 2415654"/>
              <a:gd name="connsiteY20" fmla="*/ 3287107 h 3957849"/>
              <a:gd name="connsiteX21" fmla="*/ 886698 w 2415654"/>
              <a:gd name="connsiteY21" fmla="*/ 3272962 h 3957849"/>
              <a:gd name="connsiteX22" fmla="*/ 592588 w 2415654"/>
              <a:gd name="connsiteY22" fmla="*/ 3147965 h 3957849"/>
              <a:gd name="connsiteX23" fmla="*/ 160 w 2415654"/>
              <a:gd name="connsiteY23" fmla="*/ 2088900 h 3957849"/>
              <a:gd name="connsiteX24" fmla="*/ 3411 w 2415654"/>
              <a:gd name="connsiteY24" fmla="*/ 2088953 h 3957849"/>
              <a:gd name="connsiteX25" fmla="*/ 1207827 w 2415654"/>
              <a:gd name="connsiteY25" fmla="*/ 0 h 3957849"/>
              <a:gd name="connsiteX26" fmla="*/ 1849272 w 2415654"/>
              <a:gd name="connsiteY26" fmla="*/ 641445 h 3957849"/>
              <a:gd name="connsiteX27" fmla="*/ 1849272 w 2415654"/>
              <a:gd name="connsiteY27" fmla="*/ 2033516 h 3957849"/>
              <a:gd name="connsiteX28" fmla="*/ 1207827 w 2415654"/>
              <a:gd name="connsiteY28" fmla="*/ 2674961 h 3957849"/>
              <a:gd name="connsiteX29" fmla="*/ 566382 w 2415654"/>
              <a:gd name="connsiteY29" fmla="*/ 2033516 h 3957849"/>
              <a:gd name="connsiteX30" fmla="*/ 566382 w 2415654"/>
              <a:gd name="connsiteY30" fmla="*/ 641445 h 3957849"/>
              <a:gd name="connsiteX31" fmla="*/ 1207827 w 2415654"/>
              <a:gd name="connsiteY31" fmla="*/ 0 h 3957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415654" h="3957849">
                <a:moveTo>
                  <a:pt x="3411" y="1160060"/>
                </a:moveTo>
                <a:lnTo>
                  <a:pt x="392373" y="1160060"/>
                </a:lnTo>
                <a:lnTo>
                  <a:pt x="392373" y="2123285"/>
                </a:lnTo>
                <a:lnTo>
                  <a:pt x="396449" y="2204161"/>
                </a:lnTo>
                <a:cubicBezTo>
                  <a:pt x="425976" y="2455114"/>
                  <a:pt x="570709" y="2680821"/>
                  <a:pt x="791679" y="2811618"/>
                </a:cubicBezTo>
                <a:cubicBezTo>
                  <a:pt x="1044216" y="2961101"/>
                  <a:pt x="1357526" y="2963653"/>
                  <a:pt x="1612465" y="2818304"/>
                </a:cubicBezTo>
                <a:cubicBezTo>
                  <a:pt x="1867404" y="2672955"/>
                  <a:pt x="2024800" y="2402038"/>
                  <a:pt x="2024800" y="2108576"/>
                </a:cubicBezTo>
                <a:lnTo>
                  <a:pt x="2026692" y="2108576"/>
                </a:lnTo>
                <a:lnTo>
                  <a:pt x="2026692" y="1160060"/>
                </a:lnTo>
                <a:lnTo>
                  <a:pt x="2415654" y="1160060"/>
                </a:lnTo>
                <a:lnTo>
                  <a:pt x="2415654" y="2108577"/>
                </a:lnTo>
                <a:lnTo>
                  <a:pt x="2415654" y="2135873"/>
                </a:lnTo>
                <a:lnTo>
                  <a:pt x="2413832" y="2135873"/>
                </a:lnTo>
                <a:lnTo>
                  <a:pt x="2404919" y="2269414"/>
                </a:lnTo>
                <a:cubicBezTo>
                  <a:pt x="2355227" y="2639667"/>
                  <a:pt x="2135844" y="2969825"/>
                  <a:pt x="1806051" y="3157850"/>
                </a:cubicBezTo>
                <a:cubicBezTo>
                  <a:pt x="1711825" y="3211572"/>
                  <a:pt x="1612205" y="3251627"/>
                  <a:pt x="1509944" y="3278039"/>
                </a:cubicBezTo>
                <a:lnTo>
                  <a:pt x="1433014" y="3292621"/>
                </a:lnTo>
                <a:lnTo>
                  <a:pt x="1433014" y="3718944"/>
                </a:lnTo>
                <a:cubicBezTo>
                  <a:pt x="1433014" y="3850888"/>
                  <a:pt x="1326053" y="3957849"/>
                  <a:pt x="1194109" y="3957849"/>
                </a:cubicBezTo>
                <a:cubicBezTo>
                  <a:pt x="1062165" y="3957849"/>
                  <a:pt x="955204" y="3850888"/>
                  <a:pt x="955204" y="3718944"/>
                </a:cubicBezTo>
                <a:lnTo>
                  <a:pt x="955204" y="3287107"/>
                </a:lnTo>
                <a:lnTo>
                  <a:pt x="886698" y="3272962"/>
                </a:lnTo>
                <a:cubicBezTo>
                  <a:pt x="784881" y="3244888"/>
                  <a:pt x="685927" y="3203215"/>
                  <a:pt x="592588" y="3147965"/>
                </a:cubicBezTo>
                <a:cubicBezTo>
                  <a:pt x="219233" y="2926967"/>
                  <a:pt x="-6908" y="2522702"/>
                  <a:pt x="160" y="2088900"/>
                </a:cubicBezTo>
                <a:lnTo>
                  <a:pt x="3411" y="2088953"/>
                </a:lnTo>
                <a:close/>
                <a:moveTo>
                  <a:pt x="1207827" y="0"/>
                </a:moveTo>
                <a:cubicBezTo>
                  <a:pt x="1562087" y="0"/>
                  <a:pt x="1849272" y="287185"/>
                  <a:pt x="1849272" y="641445"/>
                </a:cubicBezTo>
                <a:lnTo>
                  <a:pt x="1849272" y="2033516"/>
                </a:lnTo>
                <a:cubicBezTo>
                  <a:pt x="1849272" y="2387776"/>
                  <a:pt x="1562087" y="2674961"/>
                  <a:pt x="1207827" y="2674961"/>
                </a:cubicBezTo>
                <a:cubicBezTo>
                  <a:pt x="853567" y="2674961"/>
                  <a:pt x="566382" y="2387776"/>
                  <a:pt x="566382" y="2033516"/>
                </a:cubicBezTo>
                <a:lnTo>
                  <a:pt x="566382" y="641445"/>
                </a:lnTo>
                <a:cubicBezTo>
                  <a:pt x="566382" y="287185"/>
                  <a:pt x="853567" y="0"/>
                  <a:pt x="12078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9" tIns="34295" rIns="68589" bIns="34295" rtlCol="0" anchor="ctr"/>
          <a:lstStyle/>
          <a:p>
            <a:pPr algn="ctr"/>
            <a:endParaRPr lang="zh-CN" altLang="en-US" dirty="0"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536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932091" y="2266403"/>
            <a:ext cx="4502377" cy="2325193"/>
            <a:chOff x="4406515" y="2122684"/>
            <a:chExt cx="5007593" cy="2586106"/>
          </a:xfrm>
        </p:grpSpPr>
        <p:sp>
          <p:nvSpPr>
            <p:cNvPr id="2" name="Hexagon 7"/>
            <p:cNvSpPr/>
            <p:nvPr/>
          </p:nvSpPr>
          <p:spPr>
            <a:xfrm rot="16200000">
              <a:off x="4308742" y="3388857"/>
              <a:ext cx="1417705" cy="1222160"/>
            </a:xfrm>
            <a:prstGeom prst="hexagon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Hexagon 7"/>
            <p:cNvSpPr/>
            <p:nvPr/>
          </p:nvSpPr>
          <p:spPr>
            <a:xfrm rot="16200000">
              <a:off x="5578743" y="3388857"/>
              <a:ext cx="1417705" cy="1222160"/>
            </a:xfrm>
            <a:prstGeom prst="hexagon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Hexagon 7"/>
            <p:cNvSpPr/>
            <p:nvPr/>
          </p:nvSpPr>
          <p:spPr>
            <a:xfrm rot="16200000">
              <a:off x="6202524" y="2220457"/>
              <a:ext cx="1417705" cy="1222160"/>
            </a:xfrm>
            <a:prstGeom prst="hexagon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Hexagon 7"/>
            <p:cNvSpPr/>
            <p:nvPr/>
          </p:nvSpPr>
          <p:spPr>
            <a:xfrm rot="16200000">
              <a:off x="7475101" y="2220457"/>
              <a:ext cx="1417705" cy="1222160"/>
            </a:xfrm>
            <a:prstGeom prst="hexagon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Hexagon 7"/>
            <p:cNvSpPr/>
            <p:nvPr/>
          </p:nvSpPr>
          <p:spPr>
            <a:xfrm rot="16200000">
              <a:off x="8094175" y="3388858"/>
              <a:ext cx="1417705" cy="1222160"/>
            </a:xfrm>
            <a:prstGeom prst="hexagon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9"/>
          <p:cNvGrpSpPr/>
          <p:nvPr/>
        </p:nvGrpSpPr>
        <p:grpSpPr>
          <a:xfrm flipV="1">
            <a:off x="5774763" y="4298544"/>
            <a:ext cx="409102" cy="941305"/>
            <a:chOff x="7258929" y="1631852"/>
            <a:chExt cx="1674056" cy="464234"/>
          </a:xfrm>
        </p:grpSpPr>
        <p:cxnSp>
          <p:nvCxnSpPr>
            <p:cNvPr id="15" name="Straight Connector 10"/>
            <p:cNvCxnSpPr/>
            <p:nvPr/>
          </p:nvCxnSpPr>
          <p:spPr>
            <a:xfrm>
              <a:off x="7258929" y="2096086"/>
              <a:ext cx="167405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1"/>
            <p:cNvCxnSpPr/>
            <p:nvPr/>
          </p:nvCxnSpPr>
          <p:spPr>
            <a:xfrm flipV="1">
              <a:off x="7263620" y="1631852"/>
              <a:ext cx="0" cy="46423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26"/>
          <p:cNvGrpSpPr/>
          <p:nvPr/>
        </p:nvGrpSpPr>
        <p:grpSpPr>
          <a:xfrm flipH="1" flipV="1">
            <a:off x="3661492" y="1817362"/>
            <a:ext cx="1511325" cy="366993"/>
            <a:chOff x="7258929" y="1631852"/>
            <a:chExt cx="1674056" cy="464234"/>
          </a:xfrm>
        </p:grpSpPr>
        <p:cxnSp>
          <p:nvCxnSpPr>
            <p:cNvPr id="21" name="Straight Connector 27"/>
            <p:cNvCxnSpPr/>
            <p:nvPr/>
          </p:nvCxnSpPr>
          <p:spPr>
            <a:xfrm>
              <a:off x="7258929" y="2096086"/>
              <a:ext cx="167405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8"/>
            <p:cNvCxnSpPr/>
            <p:nvPr/>
          </p:nvCxnSpPr>
          <p:spPr>
            <a:xfrm flipV="1">
              <a:off x="7263620" y="1631852"/>
              <a:ext cx="0" cy="46423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32"/>
          <p:cNvGrpSpPr/>
          <p:nvPr/>
        </p:nvGrpSpPr>
        <p:grpSpPr>
          <a:xfrm rot="5400000" flipH="1" flipV="1">
            <a:off x="3934747" y="4539788"/>
            <a:ext cx="513295" cy="886828"/>
            <a:chOff x="7258929" y="1631852"/>
            <a:chExt cx="1674056" cy="464234"/>
          </a:xfrm>
        </p:grpSpPr>
        <p:cxnSp>
          <p:nvCxnSpPr>
            <p:cNvPr id="24" name="Straight Connector 33"/>
            <p:cNvCxnSpPr/>
            <p:nvPr/>
          </p:nvCxnSpPr>
          <p:spPr>
            <a:xfrm>
              <a:off x="7258929" y="2096086"/>
              <a:ext cx="167405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34"/>
            <p:cNvCxnSpPr/>
            <p:nvPr/>
          </p:nvCxnSpPr>
          <p:spPr>
            <a:xfrm flipV="1">
              <a:off x="7263620" y="1631852"/>
              <a:ext cx="0" cy="46423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38"/>
          <p:cNvGrpSpPr/>
          <p:nvPr/>
        </p:nvGrpSpPr>
        <p:grpSpPr>
          <a:xfrm>
            <a:off x="1871176" y="4255510"/>
            <a:ext cx="942648" cy="163866"/>
            <a:chOff x="7258929" y="1631852"/>
            <a:chExt cx="1674056" cy="464234"/>
          </a:xfrm>
        </p:grpSpPr>
        <p:cxnSp>
          <p:nvCxnSpPr>
            <p:cNvPr id="27" name="Straight Connector 39"/>
            <p:cNvCxnSpPr/>
            <p:nvPr/>
          </p:nvCxnSpPr>
          <p:spPr>
            <a:xfrm>
              <a:off x="7258929" y="2096086"/>
              <a:ext cx="167405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40"/>
            <p:cNvCxnSpPr/>
            <p:nvPr/>
          </p:nvCxnSpPr>
          <p:spPr>
            <a:xfrm flipV="1">
              <a:off x="7263620" y="1631852"/>
              <a:ext cx="0" cy="46423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6"/>
          <p:cNvGrpSpPr/>
          <p:nvPr/>
        </p:nvGrpSpPr>
        <p:grpSpPr>
          <a:xfrm flipV="1">
            <a:off x="6335612" y="1897391"/>
            <a:ext cx="424822" cy="221201"/>
            <a:chOff x="7258929" y="1631852"/>
            <a:chExt cx="1674056" cy="464234"/>
          </a:xfrm>
        </p:grpSpPr>
        <p:cxnSp>
          <p:nvCxnSpPr>
            <p:cNvPr id="30" name="Straight Connector 27"/>
            <p:cNvCxnSpPr/>
            <p:nvPr/>
          </p:nvCxnSpPr>
          <p:spPr>
            <a:xfrm>
              <a:off x="7258929" y="2096086"/>
              <a:ext cx="167405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28"/>
            <p:cNvCxnSpPr/>
            <p:nvPr/>
          </p:nvCxnSpPr>
          <p:spPr>
            <a:xfrm flipV="1">
              <a:off x="7263620" y="1631852"/>
              <a:ext cx="0" cy="46423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/>
        </p:nvGrpSpPr>
        <p:grpSpPr>
          <a:xfrm>
            <a:off x="6923183" y="1182022"/>
            <a:ext cx="2521821" cy="1088099"/>
            <a:chOff x="7083312" y="3018462"/>
            <a:chExt cx="2521821" cy="1088099"/>
          </a:xfrm>
        </p:grpSpPr>
        <p:sp>
          <p:nvSpPr>
            <p:cNvPr id="34" name="矩形 33"/>
            <p:cNvSpPr/>
            <p:nvPr/>
          </p:nvSpPr>
          <p:spPr>
            <a:xfrm>
              <a:off x="7083312" y="3404830"/>
              <a:ext cx="2521821" cy="701731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s-MX" altLang="zh-CN" sz="1100" dirty="0">
                  <a:latin typeface="Century Gothic" panose="020B0502020202020204" pitchFamily="34" charset="0"/>
                </a:rPr>
                <a:t>Competencias técnicas y habilidades blandas requeridas por el puesto que ocupa</a:t>
              </a:r>
              <a:endParaRPr lang="en-US" altLang="zh-CN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7083312" y="3018462"/>
              <a:ext cx="2050552" cy="391967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Perfil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 </a:t>
              </a:r>
              <a:r>
                <a:rPr lang="en-US" altLang="zh-CN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Profesional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747764" y="5424422"/>
            <a:ext cx="3782745" cy="865474"/>
            <a:chOff x="6361043" y="3838994"/>
            <a:chExt cx="3782745" cy="865474"/>
          </a:xfrm>
        </p:grpSpPr>
        <p:sp>
          <p:nvSpPr>
            <p:cNvPr id="37" name="矩形 36"/>
            <p:cNvSpPr/>
            <p:nvPr/>
          </p:nvSpPr>
          <p:spPr>
            <a:xfrm>
              <a:off x="6361044" y="4225362"/>
              <a:ext cx="3722758" cy="47910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s-MX" altLang="zh-CN" sz="1100" dirty="0">
                  <a:latin typeface="Century Gothic" panose="020B0502020202020204" pitchFamily="34" charset="0"/>
                </a:rPr>
                <a:t>Herramienta de diagnóstico que evalúa de manera integral al equipo en múltiples dimensiones</a:t>
              </a:r>
              <a:endParaRPr lang="en-US" altLang="zh-CN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6361043" y="3838994"/>
              <a:ext cx="3782745" cy="391967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Radar de Capital Humano de TI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-61265" y="4960607"/>
            <a:ext cx="3722758" cy="865474"/>
            <a:chOff x="7483989" y="3375179"/>
            <a:chExt cx="3722758" cy="865474"/>
          </a:xfrm>
        </p:grpSpPr>
        <p:sp>
          <p:nvSpPr>
            <p:cNvPr id="40" name="矩形 39"/>
            <p:cNvSpPr/>
            <p:nvPr/>
          </p:nvSpPr>
          <p:spPr>
            <a:xfrm>
              <a:off x="7483989" y="3761547"/>
              <a:ext cx="3722758" cy="47910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20000"/>
                </a:lnSpc>
              </a:pPr>
              <a:r>
                <a:rPr lang="es-MX" altLang="zh-CN" sz="1100" dirty="0">
                  <a:latin typeface="Century Gothic" panose="020B0502020202020204" pitchFamily="34" charset="0"/>
                </a:rPr>
                <a:t>Para operar, mantener y asegurar un sistema de inventarios en el rubro farmacéutico.</a:t>
              </a:r>
              <a:endParaRPr lang="en-US" altLang="zh-CN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8671690" y="3375179"/>
              <a:ext cx="2535057" cy="391967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20000"/>
                </a:lnSpc>
              </a:pPr>
              <a:r>
                <a:rPr lang="en-US" altLang="zh-CN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Experiencia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 Laboral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072747" y="1182022"/>
            <a:ext cx="2521821" cy="1271739"/>
            <a:chOff x="7483989" y="3375179"/>
            <a:chExt cx="2521821" cy="1271739"/>
          </a:xfrm>
        </p:grpSpPr>
        <p:sp>
          <p:nvSpPr>
            <p:cNvPr id="43" name="矩形 42"/>
            <p:cNvSpPr/>
            <p:nvPr/>
          </p:nvSpPr>
          <p:spPr>
            <a:xfrm>
              <a:off x="7483989" y="3761547"/>
              <a:ext cx="2521821" cy="885371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20000"/>
                </a:lnSpc>
              </a:pPr>
              <a:r>
                <a:rPr lang="es-MX" altLang="zh-CN" sz="1100" dirty="0">
                  <a:latin typeface="Century Gothic" panose="020B0502020202020204" pitchFamily="34" charset="0"/>
                </a:rPr>
                <a:t>Necesaria para desempeñar sus funciones de manera competente y segura, con énfasis en el sistema de inventarios</a:t>
              </a:r>
              <a:endParaRPr lang="en-US" altLang="zh-CN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7955258" y="3375179"/>
              <a:ext cx="2050552" cy="391967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20000"/>
                </a:lnSpc>
              </a:pPr>
              <a:r>
                <a:rPr lang="en-US" altLang="zh-CN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Capacitación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29645" y="2773017"/>
            <a:ext cx="2947261" cy="1787664"/>
            <a:chOff x="7483490" y="3375179"/>
            <a:chExt cx="2947261" cy="724365"/>
          </a:xfrm>
        </p:grpSpPr>
        <p:sp>
          <p:nvSpPr>
            <p:cNvPr id="46" name="矩形 45"/>
            <p:cNvSpPr/>
            <p:nvPr/>
          </p:nvSpPr>
          <p:spPr>
            <a:xfrm>
              <a:off x="7483490" y="3687181"/>
              <a:ext cx="2710130" cy="358754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s-MX" altLang="zh-CN" sz="1100" dirty="0">
                  <a:latin typeface="Century Gothic" panose="020B0502020202020204" pitchFamily="34" charset="0"/>
                </a:rPr>
                <a:t>Determinar la formación académica mínima necesaria para desempeñar sus funciones de manera competente</a:t>
              </a:r>
              <a:endParaRPr lang="en-US" altLang="zh-CN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7483988" y="3375179"/>
              <a:ext cx="2946763" cy="724365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s-MX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Formación Académica del Personal TI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113" name="矩形 112">
            <a:extLst>
              <a:ext uri="{FF2B5EF4-FFF2-40B4-BE49-F238E27FC236}">
                <a16:creationId xmlns:a16="http://schemas.microsoft.com/office/drawing/2014/main" id="{85EBBB56-0C86-4DCE-BC56-093C68FB6DB2}"/>
              </a:ext>
            </a:extLst>
          </p:cNvPr>
          <p:cNvSpPr/>
          <p:nvPr/>
        </p:nvSpPr>
        <p:spPr>
          <a:xfrm>
            <a:off x="1416756" y="203744"/>
            <a:ext cx="10589707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MX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Evaluación del Capital Humano TI – Metodología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9" name="Hexagon 7">
            <a:extLst>
              <a:ext uri="{FF2B5EF4-FFF2-40B4-BE49-F238E27FC236}">
                <a16:creationId xmlns:a16="http://schemas.microsoft.com/office/drawing/2014/main" id="{CDD59757-E316-A996-BC4E-B99E90BA734A}"/>
              </a:ext>
            </a:extLst>
          </p:cNvPr>
          <p:cNvSpPr/>
          <p:nvPr/>
        </p:nvSpPr>
        <p:spPr>
          <a:xfrm rot="16200000">
            <a:off x="7419463" y="3404830"/>
            <a:ext cx="1274672" cy="1098856"/>
          </a:xfrm>
          <a:prstGeom prst="hexagon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Hexagon 7">
            <a:extLst>
              <a:ext uri="{FF2B5EF4-FFF2-40B4-BE49-F238E27FC236}">
                <a16:creationId xmlns:a16="http://schemas.microsoft.com/office/drawing/2014/main" id="{4777D0F9-7592-0E52-F00F-727A78C93235}"/>
              </a:ext>
            </a:extLst>
          </p:cNvPr>
          <p:cNvSpPr/>
          <p:nvPr/>
        </p:nvSpPr>
        <p:spPr>
          <a:xfrm rot="16200000">
            <a:off x="8048982" y="2354310"/>
            <a:ext cx="1274672" cy="1098856"/>
          </a:xfrm>
          <a:prstGeom prst="hexagon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96E9C987-6F65-C4A9-087B-E4863345F1EA}"/>
              </a:ext>
            </a:extLst>
          </p:cNvPr>
          <p:cNvGrpSpPr/>
          <p:nvPr/>
        </p:nvGrpSpPr>
        <p:grpSpPr>
          <a:xfrm flipH="1" flipV="1">
            <a:off x="8686317" y="3927442"/>
            <a:ext cx="444429" cy="799112"/>
            <a:chOff x="7258929" y="1631852"/>
            <a:chExt cx="1674056" cy="464234"/>
          </a:xfrm>
        </p:grpSpPr>
        <p:cxnSp>
          <p:nvCxnSpPr>
            <p:cNvPr id="12" name="Straight Connector 10">
              <a:extLst>
                <a:ext uri="{FF2B5EF4-FFF2-40B4-BE49-F238E27FC236}">
                  <a16:creationId xmlns:a16="http://schemas.microsoft.com/office/drawing/2014/main" id="{894B2DE3-9B86-2111-25B6-EFF61E37EC1D}"/>
                </a:ext>
              </a:extLst>
            </p:cNvPr>
            <p:cNvCxnSpPr/>
            <p:nvPr/>
          </p:nvCxnSpPr>
          <p:spPr>
            <a:xfrm>
              <a:off x="7258929" y="2096086"/>
              <a:ext cx="167405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1">
              <a:extLst>
                <a:ext uri="{FF2B5EF4-FFF2-40B4-BE49-F238E27FC236}">
                  <a16:creationId xmlns:a16="http://schemas.microsoft.com/office/drawing/2014/main" id="{9814DC9E-FBB4-4CF0-5DFB-1994CED57085}"/>
                </a:ext>
              </a:extLst>
            </p:cNvPr>
            <p:cNvCxnSpPr/>
            <p:nvPr/>
          </p:nvCxnSpPr>
          <p:spPr>
            <a:xfrm flipV="1">
              <a:off x="7263620" y="1631852"/>
              <a:ext cx="0" cy="46423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32">
            <a:extLst>
              <a:ext uri="{FF2B5EF4-FFF2-40B4-BE49-F238E27FC236}">
                <a16:creationId xmlns:a16="http://schemas.microsoft.com/office/drawing/2014/main" id="{BC198B56-849F-A155-640E-C104D680ECD4}"/>
              </a:ext>
            </a:extLst>
          </p:cNvPr>
          <p:cNvGrpSpPr/>
          <p:nvPr/>
        </p:nvGrpSpPr>
        <p:grpSpPr>
          <a:xfrm>
            <a:off x="8880095" y="4955594"/>
            <a:ext cx="2956315" cy="1256251"/>
            <a:chOff x="7483988" y="3064033"/>
            <a:chExt cx="2956315" cy="1256251"/>
          </a:xfrm>
        </p:grpSpPr>
        <p:sp>
          <p:nvSpPr>
            <p:cNvPr id="18" name="矩形 33">
              <a:extLst>
                <a:ext uri="{FF2B5EF4-FFF2-40B4-BE49-F238E27FC236}">
                  <a16:creationId xmlns:a16="http://schemas.microsoft.com/office/drawing/2014/main" id="{54D67C01-B16B-5937-8667-36BD10A4EFAE}"/>
                </a:ext>
              </a:extLst>
            </p:cNvPr>
            <p:cNvSpPr/>
            <p:nvPr/>
          </p:nvSpPr>
          <p:spPr>
            <a:xfrm>
              <a:off x="7483989" y="3434913"/>
              <a:ext cx="2521821" cy="885371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s-MX" altLang="zh-CN" sz="1100" dirty="0">
                  <a:latin typeface="Century Gothic" panose="020B0502020202020204" pitchFamily="34" charset="0"/>
                </a:rPr>
                <a:t>Medir la percepción de los usuarios internos de Droguería Inti S.A. respecto al desempeño del área de TI </a:t>
              </a:r>
              <a:endParaRPr lang="en-US" altLang="zh-CN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19" name="矩形 34">
              <a:extLst>
                <a:ext uri="{FF2B5EF4-FFF2-40B4-BE49-F238E27FC236}">
                  <a16:creationId xmlns:a16="http://schemas.microsoft.com/office/drawing/2014/main" id="{57E69989-668B-1CBA-77B3-5112B1D0CD3C}"/>
                </a:ext>
              </a:extLst>
            </p:cNvPr>
            <p:cNvSpPr/>
            <p:nvPr/>
          </p:nvSpPr>
          <p:spPr>
            <a:xfrm>
              <a:off x="7483988" y="3064033"/>
              <a:ext cx="2956315" cy="431164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Percepción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 del </a:t>
              </a:r>
              <a:r>
                <a:rPr lang="en-US" altLang="zh-CN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Usuario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 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2" name="Group 9">
            <a:extLst>
              <a:ext uri="{FF2B5EF4-FFF2-40B4-BE49-F238E27FC236}">
                <a16:creationId xmlns:a16="http://schemas.microsoft.com/office/drawing/2014/main" id="{82194F20-8967-E452-6239-7F0EA72601BC}"/>
              </a:ext>
            </a:extLst>
          </p:cNvPr>
          <p:cNvGrpSpPr/>
          <p:nvPr/>
        </p:nvGrpSpPr>
        <p:grpSpPr>
          <a:xfrm flipH="1" flipV="1">
            <a:off x="9401251" y="2886357"/>
            <a:ext cx="444429" cy="395687"/>
            <a:chOff x="7258929" y="1631852"/>
            <a:chExt cx="1674056" cy="464234"/>
          </a:xfrm>
        </p:grpSpPr>
        <p:cxnSp>
          <p:nvCxnSpPr>
            <p:cNvPr id="48" name="Straight Connector 10">
              <a:extLst>
                <a:ext uri="{FF2B5EF4-FFF2-40B4-BE49-F238E27FC236}">
                  <a16:creationId xmlns:a16="http://schemas.microsoft.com/office/drawing/2014/main" id="{DE7DF869-BCF5-B6AA-64F2-5DDE45FD206A}"/>
                </a:ext>
              </a:extLst>
            </p:cNvPr>
            <p:cNvCxnSpPr/>
            <p:nvPr/>
          </p:nvCxnSpPr>
          <p:spPr>
            <a:xfrm>
              <a:off x="7258929" y="2096086"/>
              <a:ext cx="167405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1">
              <a:extLst>
                <a:ext uri="{FF2B5EF4-FFF2-40B4-BE49-F238E27FC236}">
                  <a16:creationId xmlns:a16="http://schemas.microsoft.com/office/drawing/2014/main" id="{174C7585-3D60-C39C-5CC3-612F7F690AA9}"/>
                </a:ext>
              </a:extLst>
            </p:cNvPr>
            <p:cNvCxnSpPr/>
            <p:nvPr/>
          </p:nvCxnSpPr>
          <p:spPr>
            <a:xfrm flipV="1">
              <a:off x="7263620" y="1631852"/>
              <a:ext cx="0" cy="46423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32">
            <a:extLst>
              <a:ext uri="{FF2B5EF4-FFF2-40B4-BE49-F238E27FC236}">
                <a16:creationId xmlns:a16="http://schemas.microsoft.com/office/drawing/2014/main" id="{D01F67CF-8EA9-DBEC-EE49-AB47546028A9}"/>
              </a:ext>
            </a:extLst>
          </p:cNvPr>
          <p:cNvGrpSpPr/>
          <p:nvPr/>
        </p:nvGrpSpPr>
        <p:grpSpPr>
          <a:xfrm>
            <a:off x="9314591" y="3299018"/>
            <a:ext cx="3168499" cy="1437597"/>
            <a:chOff x="7482744" y="3375179"/>
            <a:chExt cx="3168499" cy="1437597"/>
          </a:xfrm>
        </p:grpSpPr>
        <p:sp>
          <p:nvSpPr>
            <p:cNvPr id="51" name="矩形 33">
              <a:extLst>
                <a:ext uri="{FF2B5EF4-FFF2-40B4-BE49-F238E27FC236}">
                  <a16:creationId xmlns:a16="http://schemas.microsoft.com/office/drawing/2014/main" id="{4E544972-B4EF-13B8-9B04-BC417DAEB9DA}"/>
                </a:ext>
              </a:extLst>
            </p:cNvPr>
            <p:cNvSpPr/>
            <p:nvPr/>
          </p:nvSpPr>
          <p:spPr>
            <a:xfrm>
              <a:off x="7482744" y="4111045"/>
              <a:ext cx="2521821" cy="701731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s-MX" altLang="zh-CN" sz="1100" dirty="0">
                  <a:latin typeface="Century Gothic" panose="020B0502020202020204" pitchFamily="34" charset="0"/>
                </a:rPr>
                <a:t>Mecanismos formales para capturar, documentar, preservar y transferir el conocimiento técnico </a:t>
              </a:r>
              <a:endParaRPr lang="en-US" altLang="zh-CN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52" name="矩形 34">
              <a:extLst>
                <a:ext uri="{FF2B5EF4-FFF2-40B4-BE49-F238E27FC236}">
                  <a16:creationId xmlns:a16="http://schemas.microsoft.com/office/drawing/2014/main" id="{BE05A1DA-4C53-44C3-FD92-42D2D435DAF6}"/>
                </a:ext>
              </a:extLst>
            </p:cNvPr>
            <p:cNvSpPr/>
            <p:nvPr/>
          </p:nvSpPr>
          <p:spPr>
            <a:xfrm>
              <a:off x="7483988" y="3375179"/>
              <a:ext cx="3167255" cy="724365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Gestión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 del </a:t>
              </a:r>
            </a:p>
            <a:p>
              <a:pPr>
                <a:lnSpc>
                  <a:spcPct val="120000"/>
                </a:lnSpc>
              </a:pPr>
              <a:r>
                <a:rPr lang="en-US" altLang="zh-CN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Conocimiento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53" name="Parallelogram 15">
            <a:extLst>
              <a:ext uri="{FF2B5EF4-FFF2-40B4-BE49-F238E27FC236}">
                <a16:creationId xmlns:a16="http://schemas.microsoft.com/office/drawing/2014/main" id="{016F26C0-067C-90F4-31BB-3CC648982006}"/>
              </a:ext>
            </a:extLst>
          </p:cNvPr>
          <p:cNvSpPr/>
          <p:nvPr/>
        </p:nvSpPr>
        <p:spPr>
          <a:xfrm rot="16200000">
            <a:off x="3182973" y="3603371"/>
            <a:ext cx="598764" cy="648141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4" name="Round Same Side Corner Rectangle 36">
            <a:extLst>
              <a:ext uri="{FF2B5EF4-FFF2-40B4-BE49-F238E27FC236}">
                <a16:creationId xmlns:a16="http://schemas.microsoft.com/office/drawing/2014/main" id="{DB85EC6B-F2E7-F1FF-E1B6-D7D486B22162}"/>
              </a:ext>
            </a:extLst>
          </p:cNvPr>
          <p:cNvSpPr/>
          <p:nvPr/>
        </p:nvSpPr>
        <p:spPr>
          <a:xfrm>
            <a:off x="4343240" y="3712908"/>
            <a:ext cx="579306" cy="458009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5" name="Freeform 108">
            <a:extLst>
              <a:ext uri="{FF2B5EF4-FFF2-40B4-BE49-F238E27FC236}">
                <a16:creationId xmlns:a16="http://schemas.microsoft.com/office/drawing/2014/main" id="{331981F0-3590-991C-B22F-E0BB2C65322A}"/>
              </a:ext>
            </a:extLst>
          </p:cNvPr>
          <p:cNvSpPr/>
          <p:nvPr/>
        </p:nvSpPr>
        <p:spPr>
          <a:xfrm>
            <a:off x="6046166" y="2618113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6" name="Oval 44">
            <a:extLst>
              <a:ext uri="{FF2B5EF4-FFF2-40B4-BE49-F238E27FC236}">
                <a16:creationId xmlns:a16="http://schemas.microsoft.com/office/drawing/2014/main" id="{E65749D1-A2D4-159E-840D-6CB5FAC4788B}"/>
              </a:ext>
            </a:extLst>
          </p:cNvPr>
          <p:cNvSpPr>
            <a:spLocks noChangeAspect="1"/>
          </p:cNvSpPr>
          <p:nvPr/>
        </p:nvSpPr>
        <p:spPr>
          <a:xfrm>
            <a:off x="4996504" y="2558531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57" name="Oval 25">
            <a:extLst>
              <a:ext uri="{FF2B5EF4-FFF2-40B4-BE49-F238E27FC236}">
                <a16:creationId xmlns:a16="http://schemas.microsoft.com/office/drawing/2014/main" id="{88E9505B-5438-D6C1-5A88-9D7E2CD0B362}"/>
              </a:ext>
            </a:extLst>
          </p:cNvPr>
          <p:cNvSpPr>
            <a:spLocks noChangeAspect="1"/>
          </p:cNvSpPr>
          <p:nvPr/>
        </p:nvSpPr>
        <p:spPr>
          <a:xfrm>
            <a:off x="6620494" y="3677006"/>
            <a:ext cx="529090" cy="529812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8" name="Smiley Face 14">
            <a:extLst>
              <a:ext uri="{FF2B5EF4-FFF2-40B4-BE49-F238E27FC236}">
                <a16:creationId xmlns:a16="http://schemas.microsoft.com/office/drawing/2014/main" id="{FFB3F448-7D19-6945-64E6-7D77F7545468}"/>
              </a:ext>
            </a:extLst>
          </p:cNvPr>
          <p:cNvSpPr/>
          <p:nvPr/>
        </p:nvSpPr>
        <p:spPr>
          <a:xfrm>
            <a:off x="7682607" y="3628059"/>
            <a:ext cx="417759" cy="417759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9" name="Smiley Face 12">
            <a:extLst>
              <a:ext uri="{FF2B5EF4-FFF2-40B4-BE49-F238E27FC236}">
                <a16:creationId xmlns:a16="http://schemas.microsoft.com/office/drawing/2014/main" id="{8296274A-C567-F9E3-814D-6FBD72A314F9}"/>
              </a:ext>
            </a:extLst>
          </p:cNvPr>
          <p:cNvSpPr/>
          <p:nvPr/>
        </p:nvSpPr>
        <p:spPr>
          <a:xfrm>
            <a:off x="8085344" y="3937194"/>
            <a:ext cx="318316" cy="31831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0" name="Rectangle 9">
            <a:extLst>
              <a:ext uri="{FF2B5EF4-FFF2-40B4-BE49-F238E27FC236}">
                <a16:creationId xmlns:a16="http://schemas.microsoft.com/office/drawing/2014/main" id="{BBE3B0EA-BEE3-4496-21E6-1EA66E7E1FCB}"/>
              </a:ext>
            </a:extLst>
          </p:cNvPr>
          <p:cNvSpPr/>
          <p:nvPr/>
        </p:nvSpPr>
        <p:spPr>
          <a:xfrm>
            <a:off x="8422649" y="2618113"/>
            <a:ext cx="527335" cy="4936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1776944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8F0C5-0D1F-5E09-68A9-43DB78929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>
            <a:extLst>
              <a:ext uri="{FF2B5EF4-FFF2-40B4-BE49-F238E27FC236}">
                <a16:creationId xmlns:a16="http://schemas.microsoft.com/office/drawing/2014/main" id="{84175B47-22FC-2633-F497-23D93DE6AF73}"/>
              </a:ext>
            </a:extLst>
          </p:cNvPr>
          <p:cNvSpPr/>
          <p:nvPr/>
        </p:nvSpPr>
        <p:spPr>
          <a:xfrm>
            <a:off x="1447914" y="184169"/>
            <a:ext cx="8769512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MX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Equipo Evaluado – Roles y Antigüedad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4" name="矩形 130">
            <a:extLst>
              <a:ext uri="{FF2B5EF4-FFF2-40B4-BE49-F238E27FC236}">
                <a16:creationId xmlns:a16="http://schemas.microsoft.com/office/drawing/2014/main" id="{0A8F2943-49C5-ECD2-63FA-5DCF87C03010}"/>
              </a:ext>
            </a:extLst>
          </p:cNvPr>
          <p:cNvSpPr/>
          <p:nvPr/>
        </p:nvSpPr>
        <p:spPr>
          <a:xfrm>
            <a:off x="1749287" y="1118400"/>
            <a:ext cx="8693426" cy="391967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s-MX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El equipo de TI de Droguería Inti S.A.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6EAFBD12-6BAF-DBD8-6A63-31BD44EE2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677173"/>
              </p:ext>
            </p:extLst>
          </p:nvPr>
        </p:nvGraphicFramePr>
        <p:xfrm>
          <a:off x="5239026" y="1819619"/>
          <a:ext cx="577353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510">
                  <a:extLst>
                    <a:ext uri="{9D8B030D-6E8A-4147-A177-3AD203B41FA5}">
                      <a16:colId xmlns:a16="http://schemas.microsoft.com/office/drawing/2014/main" val="107418814"/>
                    </a:ext>
                  </a:extLst>
                </a:gridCol>
                <a:gridCol w="1924510">
                  <a:extLst>
                    <a:ext uri="{9D8B030D-6E8A-4147-A177-3AD203B41FA5}">
                      <a16:colId xmlns:a16="http://schemas.microsoft.com/office/drawing/2014/main" val="780505467"/>
                    </a:ext>
                  </a:extLst>
                </a:gridCol>
                <a:gridCol w="1924510">
                  <a:extLst>
                    <a:ext uri="{9D8B030D-6E8A-4147-A177-3AD203B41FA5}">
                      <a16:colId xmlns:a16="http://schemas.microsoft.com/office/drawing/2014/main" val="2360537148"/>
                    </a:ext>
                  </a:extLst>
                </a:gridCol>
              </a:tblGrid>
              <a:tr h="617054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lt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Cargo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lt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Dedicación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lt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Antigüedad promedio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619713"/>
                  </a:ext>
                </a:extLst>
              </a:tr>
              <a:tr h="617054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Jefe de Sistemas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Tiempo completo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 años 2 meses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912589"/>
                  </a:ext>
                </a:extLst>
              </a:tr>
              <a:tr h="617054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Técnico de Soporte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Tiempo completo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 años 4 meses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712480"/>
                  </a:ext>
                </a:extLst>
              </a:tr>
              <a:tr h="617054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Administrador de BD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Medio tiempo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 años 9 meses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777025"/>
                  </a:ext>
                </a:extLst>
              </a:tr>
            </a:tbl>
          </a:graphicData>
        </a:graphic>
      </p:graphicFrame>
      <p:grpSp>
        <p:nvGrpSpPr>
          <p:cNvPr id="9" name="组合 128">
            <a:extLst>
              <a:ext uri="{FF2B5EF4-FFF2-40B4-BE49-F238E27FC236}">
                <a16:creationId xmlns:a16="http://schemas.microsoft.com/office/drawing/2014/main" id="{C7602E53-E6D6-C202-2C55-705FC422303A}"/>
              </a:ext>
            </a:extLst>
          </p:cNvPr>
          <p:cNvGrpSpPr/>
          <p:nvPr/>
        </p:nvGrpSpPr>
        <p:grpSpPr>
          <a:xfrm>
            <a:off x="5239025" y="4689191"/>
            <a:ext cx="5726144" cy="707725"/>
            <a:chOff x="7483988" y="3375179"/>
            <a:chExt cx="5726144" cy="707725"/>
          </a:xfrm>
        </p:grpSpPr>
        <p:sp>
          <p:nvSpPr>
            <p:cNvPr id="10" name="矩形 129">
              <a:extLst>
                <a:ext uri="{FF2B5EF4-FFF2-40B4-BE49-F238E27FC236}">
                  <a16:creationId xmlns:a16="http://schemas.microsoft.com/office/drawing/2014/main" id="{11018B95-C041-0E7F-0526-596C07122F76}"/>
                </a:ext>
              </a:extLst>
            </p:cNvPr>
            <p:cNvSpPr/>
            <p:nvPr/>
          </p:nvSpPr>
          <p:spPr>
            <a:xfrm>
              <a:off x="7483989" y="3723447"/>
              <a:ext cx="5726143" cy="359457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0% 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equipo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estable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)</a:t>
              </a:r>
            </a:p>
          </p:txBody>
        </p:sp>
        <p:sp>
          <p:nvSpPr>
            <p:cNvPr id="11" name="矩形 130">
              <a:extLst>
                <a:ext uri="{FF2B5EF4-FFF2-40B4-BE49-F238E27FC236}">
                  <a16:creationId xmlns:a16="http://schemas.microsoft.com/office/drawing/2014/main" id="{A1F7AC50-5C14-E19A-1A7E-FB6B3623C213}"/>
                </a:ext>
              </a:extLst>
            </p:cNvPr>
            <p:cNvSpPr/>
            <p:nvPr/>
          </p:nvSpPr>
          <p:spPr>
            <a:xfrm>
              <a:off x="7483988" y="3375179"/>
              <a:ext cx="4421809" cy="391967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s-MX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Tasa de rotación últimos 3 años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2" name="组合 128">
            <a:extLst>
              <a:ext uri="{FF2B5EF4-FFF2-40B4-BE49-F238E27FC236}">
                <a16:creationId xmlns:a16="http://schemas.microsoft.com/office/drawing/2014/main" id="{9275176C-4500-4C60-A5CD-640E6CCB647E}"/>
              </a:ext>
            </a:extLst>
          </p:cNvPr>
          <p:cNvGrpSpPr/>
          <p:nvPr/>
        </p:nvGrpSpPr>
        <p:grpSpPr>
          <a:xfrm>
            <a:off x="5239025" y="5429426"/>
            <a:ext cx="5726144" cy="707725"/>
            <a:chOff x="7483988" y="3375179"/>
            <a:chExt cx="5726144" cy="707725"/>
          </a:xfrm>
        </p:grpSpPr>
        <p:sp>
          <p:nvSpPr>
            <p:cNvPr id="13" name="矩形 129">
              <a:extLst>
                <a:ext uri="{FF2B5EF4-FFF2-40B4-BE49-F238E27FC236}">
                  <a16:creationId xmlns:a16="http://schemas.microsoft.com/office/drawing/2014/main" id="{224F52DA-BEF4-1868-E0C5-94F3C91918EB}"/>
                </a:ext>
              </a:extLst>
            </p:cNvPr>
            <p:cNvSpPr/>
            <p:nvPr/>
          </p:nvSpPr>
          <p:spPr>
            <a:xfrm>
              <a:off x="7483989" y="3723447"/>
              <a:ext cx="5726143" cy="359457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Estabilidad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 ≠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Idoneidad</a:t>
              </a:r>
              <a:endParaRPr lang="en-US" altLang="zh-CN" sz="16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4" name="矩形 130">
              <a:extLst>
                <a:ext uri="{FF2B5EF4-FFF2-40B4-BE49-F238E27FC236}">
                  <a16:creationId xmlns:a16="http://schemas.microsoft.com/office/drawing/2014/main" id="{799C348A-F88A-BE35-8520-E5FC8E7CF5E1}"/>
                </a:ext>
              </a:extLst>
            </p:cNvPr>
            <p:cNvSpPr/>
            <p:nvPr/>
          </p:nvSpPr>
          <p:spPr>
            <a:xfrm>
              <a:off x="7483988" y="3375179"/>
              <a:ext cx="4421809" cy="391967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s-MX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Pero: 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5C7F9588-C686-C168-8A55-4F1C9EA8B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766" y="1819619"/>
            <a:ext cx="3715268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65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8A70-2483-F033-5447-D8749AAED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8">
            <a:extLst>
              <a:ext uri="{FF2B5EF4-FFF2-40B4-BE49-F238E27FC236}">
                <a16:creationId xmlns:a16="http://schemas.microsoft.com/office/drawing/2014/main" id="{BA15F988-5273-0819-4F71-1D33DFC27772}"/>
              </a:ext>
            </a:extLst>
          </p:cNvPr>
          <p:cNvSpPr/>
          <p:nvPr/>
        </p:nvSpPr>
        <p:spPr>
          <a:xfrm>
            <a:off x="1453371" y="181895"/>
            <a:ext cx="6448033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n-US" altLang="zh-CN" sz="3200" b="1" dirty="0" err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Hallazgos</a:t>
            </a:r>
            <a:r>
              <a:rPr lang="en-US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 </a:t>
            </a:r>
            <a:r>
              <a:rPr lang="en-US" altLang="zh-CN" sz="3200" b="1" dirty="0" err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por</a:t>
            </a:r>
            <a:r>
              <a:rPr lang="en-US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 </a:t>
            </a:r>
            <a:r>
              <a:rPr lang="en-US" altLang="zh-CN" sz="3200" b="1" dirty="0" err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Dimensión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36" name="矩形 130">
            <a:extLst>
              <a:ext uri="{FF2B5EF4-FFF2-40B4-BE49-F238E27FC236}">
                <a16:creationId xmlns:a16="http://schemas.microsoft.com/office/drawing/2014/main" id="{D3FAF4FB-ABD2-77E7-8B64-CA1CEB76F219}"/>
              </a:ext>
            </a:extLst>
          </p:cNvPr>
          <p:cNvSpPr/>
          <p:nvPr/>
        </p:nvSpPr>
        <p:spPr>
          <a:xfrm>
            <a:off x="1749287" y="1118400"/>
            <a:ext cx="8693426" cy="391967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s-MX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Principales brechas identificadas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37" name="Tabla 36">
            <a:extLst>
              <a:ext uri="{FF2B5EF4-FFF2-40B4-BE49-F238E27FC236}">
                <a16:creationId xmlns:a16="http://schemas.microsoft.com/office/drawing/2014/main" id="{E93679DD-5BBA-4C43-E5C7-D74BC8794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213566"/>
              </p:ext>
            </p:extLst>
          </p:nvPr>
        </p:nvGraphicFramePr>
        <p:xfrm>
          <a:off x="1009650" y="1648169"/>
          <a:ext cx="10591800" cy="4643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600">
                  <a:extLst>
                    <a:ext uri="{9D8B030D-6E8A-4147-A177-3AD203B41FA5}">
                      <a16:colId xmlns:a16="http://schemas.microsoft.com/office/drawing/2014/main" val="107418814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780505467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2360537148"/>
                    </a:ext>
                  </a:extLst>
                </a:gridCol>
              </a:tblGrid>
              <a:tr h="437278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lt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Dimensión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lt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Hallazgo principal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lt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Riesgo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619713"/>
                  </a:ext>
                </a:extLst>
              </a:tr>
              <a:tr h="797316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Formación académica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800" b="0" i="0" kern="1200" dirty="0" err="1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Admin</a:t>
                      </a:r>
                      <a:r>
                        <a:rPr lang="es-MX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. BD sin documentación. Jefe Sistemas egresado sin título.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🔴 Alto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912589"/>
                  </a:ext>
                </a:extLst>
              </a:tr>
              <a:tr h="1036511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Experiencia laboral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Equipo sin experiencia en distribución farmacéutica mayorista. </a:t>
                      </a:r>
                      <a:r>
                        <a:rPr lang="es-MX" sz="1800" b="0" i="0" kern="1200" dirty="0" err="1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Admin</a:t>
                      </a:r>
                      <a:r>
                        <a:rPr lang="es-MX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. BD sin referencias.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🔴 Alto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712480"/>
                  </a:ext>
                </a:extLst>
              </a:tr>
              <a:tr h="797316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Capacitación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Solo 8 horas inicial (2021). Sin capacitación en seguridad ni DRP.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🔴 Alto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777025"/>
                  </a:ext>
                </a:extLst>
              </a:tr>
              <a:tr h="1036511">
                <a:tc>
                  <a:txBody>
                    <a:bodyPr/>
                    <a:lstStyle/>
                    <a:p>
                      <a:r>
                        <a:rPr lang="es-BO" dirty="0">
                          <a:latin typeface="Century Gothic" panose="020B0502020202020204" pitchFamily="34" charset="0"/>
                        </a:rPr>
                        <a:t>Perfil profesional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>
                          <a:latin typeface="Century Gothic" panose="020B0502020202020204" pitchFamily="34" charset="0"/>
                        </a:rPr>
                        <a:t>Admin</a:t>
                      </a:r>
                      <a:r>
                        <a:rPr lang="es-MX" dirty="0">
                          <a:latin typeface="Century Gothic" panose="020B0502020202020204" pitchFamily="34" charset="0"/>
                        </a:rPr>
                        <a:t>. BD perfil no verificable. Brechas en seguridad y planificación en Jefe Sistemas.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🔴 Alto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  <a:p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253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117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E2ED9-840D-E070-D53F-236A250DF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7">
            <a:extLst>
              <a:ext uri="{FF2B5EF4-FFF2-40B4-BE49-F238E27FC236}">
                <a16:creationId xmlns:a16="http://schemas.microsoft.com/office/drawing/2014/main" id="{D41C82F8-5DC3-811D-48A4-C6BD007E665A}"/>
              </a:ext>
            </a:extLst>
          </p:cNvPr>
          <p:cNvSpPr>
            <a:spLocks/>
          </p:cNvSpPr>
          <p:nvPr/>
        </p:nvSpPr>
        <p:spPr bwMode="auto">
          <a:xfrm>
            <a:off x="2734877" y="2271503"/>
            <a:ext cx="2231402" cy="1433542"/>
          </a:xfrm>
          <a:custGeom>
            <a:avLst/>
            <a:gdLst>
              <a:gd name="T0" fmla="*/ 0 w 307"/>
              <a:gd name="T1" fmla="*/ 307 h 307"/>
              <a:gd name="T2" fmla="*/ 307 w 307"/>
              <a:gd name="T3" fmla="*/ 307 h 307"/>
              <a:gd name="T4" fmla="*/ 0 w 307"/>
              <a:gd name="T5" fmla="*/ 0 h 307"/>
              <a:gd name="T6" fmla="*/ 0 w 307"/>
              <a:gd name="T7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7" h="307">
                <a:moveTo>
                  <a:pt x="0" y="307"/>
                </a:moveTo>
                <a:cubicBezTo>
                  <a:pt x="307" y="307"/>
                  <a:pt x="307" y="307"/>
                  <a:pt x="307" y="307"/>
                </a:cubicBezTo>
                <a:cubicBezTo>
                  <a:pt x="301" y="140"/>
                  <a:pt x="167" y="6"/>
                  <a:pt x="0" y="0"/>
                </a:cubicBezTo>
                <a:lnTo>
                  <a:pt x="0" y="307"/>
                </a:lnTo>
                <a:close/>
              </a:path>
            </a:pathLst>
          </a:custGeom>
          <a:solidFill>
            <a:srgbClr val="FFFDEF"/>
          </a:solidFill>
          <a:ln w="9525" cmpd="sng">
            <a:solidFill>
              <a:schemeClr val="accent1"/>
            </a:solidFill>
            <a:round/>
            <a:headEnd/>
            <a:tailEnd/>
          </a:ln>
        </p:spPr>
        <p:txBody>
          <a:bodyPr lIns="91467" tIns="45734" rIns="91467" bIns="45734"/>
          <a:lstStyle/>
          <a:p>
            <a:endParaRPr lang="zh-CN" altLang="en-US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C8183D84-CBE5-57B7-1B1E-35AE3242FF94}"/>
              </a:ext>
            </a:extLst>
          </p:cNvPr>
          <p:cNvSpPr>
            <a:spLocks/>
          </p:cNvSpPr>
          <p:nvPr/>
        </p:nvSpPr>
        <p:spPr bwMode="auto">
          <a:xfrm>
            <a:off x="373526" y="2281356"/>
            <a:ext cx="2227571" cy="1433542"/>
          </a:xfrm>
          <a:custGeom>
            <a:avLst/>
            <a:gdLst>
              <a:gd name="T0" fmla="*/ 307 w 307"/>
              <a:gd name="T1" fmla="*/ 307 h 307"/>
              <a:gd name="T2" fmla="*/ 307 w 307"/>
              <a:gd name="T3" fmla="*/ 0 h 307"/>
              <a:gd name="T4" fmla="*/ 0 w 307"/>
              <a:gd name="T5" fmla="*/ 307 h 307"/>
              <a:gd name="T6" fmla="*/ 307 w 307"/>
              <a:gd name="T7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7" h="307">
                <a:moveTo>
                  <a:pt x="307" y="307"/>
                </a:moveTo>
                <a:cubicBezTo>
                  <a:pt x="307" y="0"/>
                  <a:pt x="307" y="0"/>
                  <a:pt x="307" y="0"/>
                </a:cubicBezTo>
                <a:cubicBezTo>
                  <a:pt x="140" y="6"/>
                  <a:pt x="6" y="140"/>
                  <a:pt x="0" y="307"/>
                </a:cubicBezTo>
                <a:lnTo>
                  <a:pt x="307" y="307"/>
                </a:lnTo>
                <a:close/>
              </a:path>
            </a:pathLst>
          </a:custGeom>
          <a:solidFill>
            <a:schemeClr val="accent1"/>
          </a:solidFill>
          <a:ln w="9525" cmpd="sng">
            <a:noFill/>
            <a:round/>
            <a:headEnd/>
            <a:tailEnd/>
          </a:ln>
        </p:spPr>
        <p:txBody>
          <a:bodyPr lIns="91467" tIns="45734" rIns="91467" bIns="45734"/>
          <a:lstStyle/>
          <a:p>
            <a:endParaRPr lang="zh-CN" altLang="en-US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99A5CA70-9BD6-84C0-F33D-9A61D78FDFC0}"/>
              </a:ext>
            </a:extLst>
          </p:cNvPr>
          <p:cNvSpPr>
            <a:spLocks/>
          </p:cNvSpPr>
          <p:nvPr/>
        </p:nvSpPr>
        <p:spPr bwMode="auto">
          <a:xfrm>
            <a:off x="5029962" y="3798643"/>
            <a:ext cx="2231402" cy="1433542"/>
          </a:xfrm>
          <a:custGeom>
            <a:avLst/>
            <a:gdLst>
              <a:gd name="T0" fmla="*/ 0 w 307"/>
              <a:gd name="T1" fmla="*/ 0 h 307"/>
              <a:gd name="T2" fmla="*/ 0 w 307"/>
              <a:gd name="T3" fmla="*/ 307 h 307"/>
              <a:gd name="T4" fmla="*/ 307 w 307"/>
              <a:gd name="T5" fmla="*/ 0 h 307"/>
              <a:gd name="T6" fmla="*/ 0 w 307"/>
              <a:gd name="T7" fmla="*/ 0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7" h="307">
                <a:moveTo>
                  <a:pt x="0" y="0"/>
                </a:moveTo>
                <a:cubicBezTo>
                  <a:pt x="0" y="307"/>
                  <a:pt x="0" y="307"/>
                  <a:pt x="0" y="307"/>
                </a:cubicBezTo>
                <a:cubicBezTo>
                  <a:pt x="167" y="301"/>
                  <a:pt x="301" y="167"/>
                  <a:pt x="307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DEF"/>
          </a:solidFill>
          <a:ln w="9525" cmpd="sng">
            <a:solidFill>
              <a:schemeClr val="accent2"/>
            </a:solidFill>
            <a:round/>
            <a:headEnd/>
            <a:tailEnd/>
          </a:ln>
        </p:spPr>
        <p:txBody>
          <a:bodyPr lIns="91467" tIns="45734" rIns="91467" bIns="45734"/>
          <a:lstStyle/>
          <a:p>
            <a:endParaRPr lang="zh-CN" altLang="en-US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28" name="Freeform 10">
            <a:extLst>
              <a:ext uri="{FF2B5EF4-FFF2-40B4-BE49-F238E27FC236}">
                <a16:creationId xmlns:a16="http://schemas.microsoft.com/office/drawing/2014/main" id="{1B5D3A08-675A-C879-0CFD-72BCE7EDC140}"/>
              </a:ext>
            </a:extLst>
          </p:cNvPr>
          <p:cNvSpPr>
            <a:spLocks/>
          </p:cNvSpPr>
          <p:nvPr/>
        </p:nvSpPr>
        <p:spPr bwMode="auto">
          <a:xfrm>
            <a:off x="2734877" y="3808496"/>
            <a:ext cx="2231402" cy="1433542"/>
          </a:xfrm>
          <a:custGeom>
            <a:avLst/>
            <a:gdLst>
              <a:gd name="T0" fmla="*/ 307 w 307"/>
              <a:gd name="T1" fmla="*/ 0 h 307"/>
              <a:gd name="T2" fmla="*/ 0 w 307"/>
              <a:gd name="T3" fmla="*/ 0 h 307"/>
              <a:gd name="T4" fmla="*/ 307 w 307"/>
              <a:gd name="T5" fmla="*/ 307 h 307"/>
              <a:gd name="T6" fmla="*/ 307 w 307"/>
              <a:gd name="T7" fmla="*/ 0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7" h="307">
                <a:moveTo>
                  <a:pt x="307" y="0"/>
                </a:moveTo>
                <a:cubicBezTo>
                  <a:pt x="0" y="0"/>
                  <a:pt x="0" y="0"/>
                  <a:pt x="0" y="0"/>
                </a:cubicBezTo>
                <a:cubicBezTo>
                  <a:pt x="6" y="167"/>
                  <a:pt x="140" y="301"/>
                  <a:pt x="307" y="307"/>
                </a:cubicBezTo>
                <a:lnTo>
                  <a:pt x="307" y="0"/>
                </a:lnTo>
                <a:close/>
              </a:path>
            </a:pathLst>
          </a:custGeom>
          <a:solidFill>
            <a:schemeClr val="accent2"/>
          </a:solidFill>
          <a:ln w="9525" cmpd="sng">
            <a:noFill/>
            <a:round/>
            <a:headEnd/>
            <a:tailEnd/>
          </a:ln>
        </p:spPr>
        <p:txBody>
          <a:bodyPr lIns="91467" tIns="45734" rIns="91467" bIns="45734"/>
          <a:lstStyle/>
          <a:p>
            <a:endParaRPr lang="zh-CN" altLang="en-US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29" name="Freeform 11">
            <a:extLst>
              <a:ext uri="{FF2B5EF4-FFF2-40B4-BE49-F238E27FC236}">
                <a16:creationId xmlns:a16="http://schemas.microsoft.com/office/drawing/2014/main" id="{4F49350C-BA60-3499-6772-A665816B2761}"/>
              </a:ext>
            </a:extLst>
          </p:cNvPr>
          <p:cNvSpPr>
            <a:spLocks/>
          </p:cNvSpPr>
          <p:nvPr/>
        </p:nvSpPr>
        <p:spPr bwMode="auto">
          <a:xfrm>
            <a:off x="7407027" y="2271503"/>
            <a:ext cx="2227571" cy="1433542"/>
          </a:xfrm>
          <a:custGeom>
            <a:avLst/>
            <a:gdLst>
              <a:gd name="T0" fmla="*/ 0 w 307"/>
              <a:gd name="T1" fmla="*/ 307 h 307"/>
              <a:gd name="T2" fmla="*/ 307 w 307"/>
              <a:gd name="T3" fmla="*/ 307 h 307"/>
              <a:gd name="T4" fmla="*/ 0 w 307"/>
              <a:gd name="T5" fmla="*/ 0 h 307"/>
              <a:gd name="T6" fmla="*/ 0 w 307"/>
              <a:gd name="T7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7" h="307">
                <a:moveTo>
                  <a:pt x="0" y="307"/>
                </a:moveTo>
                <a:cubicBezTo>
                  <a:pt x="307" y="307"/>
                  <a:pt x="307" y="307"/>
                  <a:pt x="307" y="307"/>
                </a:cubicBezTo>
                <a:cubicBezTo>
                  <a:pt x="302" y="140"/>
                  <a:pt x="167" y="6"/>
                  <a:pt x="0" y="0"/>
                </a:cubicBezTo>
                <a:lnTo>
                  <a:pt x="0" y="307"/>
                </a:lnTo>
                <a:close/>
              </a:path>
            </a:pathLst>
          </a:custGeom>
          <a:solidFill>
            <a:srgbClr val="FFFDEF"/>
          </a:solidFill>
          <a:ln w="9525" cmpd="sng">
            <a:solidFill>
              <a:schemeClr val="accent3"/>
            </a:solidFill>
            <a:round/>
            <a:headEnd/>
            <a:tailEnd/>
          </a:ln>
        </p:spPr>
        <p:txBody>
          <a:bodyPr lIns="91467" tIns="45734" rIns="91467" bIns="45734"/>
          <a:lstStyle/>
          <a:p>
            <a:endParaRPr lang="zh-CN" altLang="en-US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9D3D261E-392F-82B8-1A2B-BAFD207FB319}"/>
              </a:ext>
            </a:extLst>
          </p:cNvPr>
          <p:cNvSpPr>
            <a:spLocks/>
          </p:cNvSpPr>
          <p:nvPr/>
        </p:nvSpPr>
        <p:spPr bwMode="auto">
          <a:xfrm>
            <a:off x="5029962" y="2281356"/>
            <a:ext cx="2231402" cy="1433542"/>
          </a:xfrm>
          <a:custGeom>
            <a:avLst/>
            <a:gdLst>
              <a:gd name="T0" fmla="*/ 307 w 307"/>
              <a:gd name="T1" fmla="*/ 307 h 307"/>
              <a:gd name="T2" fmla="*/ 307 w 307"/>
              <a:gd name="T3" fmla="*/ 0 h 307"/>
              <a:gd name="T4" fmla="*/ 0 w 307"/>
              <a:gd name="T5" fmla="*/ 307 h 307"/>
              <a:gd name="T6" fmla="*/ 307 w 307"/>
              <a:gd name="T7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7" h="307">
                <a:moveTo>
                  <a:pt x="307" y="307"/>
                </a:moveTo>
                <a:cubicBezTo>
                  <a:pt x="307" y="0"/>
                  <a:pt x="307" y="0"/>
                  <a:pt x="307" y="0"/>
                </a:cubicBezTo>
                <a:cubicBezTo>
                  <a:pt x="140" y="6"/>
                  <a:pt x="6" y="140"/>
                  <a:pt x="0" y="307"/>
                </a:cubicBezTo>
                <a:lnTo>
                  <a:pt x="307" y="307"/>
                </a:lnTo>
                <a:close/>
              </a:path>
            </a:pathLst>
          </a:custGeom>
          <a:solidFill>
            <a:schemeClr val="accent3"/>
          </a:solidFill>
          <a:ln w="9525" cmpd="sng">
            <a:noFill/>
            <a:round/>
            <a:headEnd/>
            <a:tailEnd/>
          </a:ln>
        </p:spPr>
        <p:txBody>
          <a:bodyPr lIns="91467" tIns="45734" rIns="91467" bIns="45734"/>
          <a:lstStyle/>
          <a:p>
            <a:endParaRPr lang="zh-CN" altLang="en-US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31" name="Freeform 13">
            <a:extLst>
              <a:ext uri="{FF2B5EF4-FFF2-40B4-BE49-F238E27FC236}">
                <a16:creationId xmlns:a16="http://schemas.microsoft.com/office/drawing/2014/main" id="{CAF5B081-6EBB-4395-5E76-525B054C28C3}"/>
              </a:ext>
            </a:extLst>
          </p:cNvPr>
          <p:cNvSpPr>
            <a:spLocks/>
          </p:cNvSpPr>
          <p:nvPr/>
        </p:nvSpPr>
        <p:spPr bwMode="auto">
          <a:xfrm>
            <a:off x="9693782" y="3798643"/>
            <a:ext cx="2219918" cy="1433542"/>
          </a:xfrm>
          <a:custGeom>
            <a:avLst/>
            <a:gdLst>
              <a:gd name="T0" fmla="*/ 0 w 306"/>
              <a:gd name="T1" fmla="*/ 0 h 307"/>
              <a:gd name="T2" fmla="*/ 0 w 306"/>
              <a:gd name="T3" fmla="*/ 307 h 307"/>
              <a:gd name="T4" fmla="*/ 306 w 306"/>
              <a:gd name="T5" fmla="*/ 0 h 307"/>
              <a:gd name="T6" fmla="*/ 0 w 306"/>
              <a:gd name="T7" fmla="*/ 0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6" h="307">
                <a:moveTo>
                  <a:pt x="0" y="0"/>
                </a:moveTo>
                <a:cubicBezTo>
                  <a:pt x="0" y="307"/>
                  <a:pt x="0" y="307"/>
                  <a:pt x="0" y="307"/>
                </a:cubicBezTo>
                <a:cubicBezTo>
                  <a:pt x="166" y="301"/>
                  <a:pt x="301" y="167"/>
                  <a:pt x="30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DEF"/>
          </a:solidFill>
          <a:ln w="9525" cmpd="sng">
            <a:solidFill>
              <a:schemeClr val="accent4"/>
            </a:solidFill>
            <a:round/>
            <a:headEnd/>
            <a:tailEnd/>
          </a:ln>
        </p:spPr>
        <p:txBody>
          <a:bodyPr lIns="91467" tIns="45734" rIns="91467" bIns="45734"/>
          <a:lstStyle/>
          <a:p>
            <a:endParaRPr lang="zh-CN" altLang="en-US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32" name="Freeform 14">
            <a:extLst>
              <a:ext uri="{FF2B5EF4-FFF2-40B4-BE49-F238E27FC236}">
                <a16:creationId xmlns:a16="http://schemas.microsoft.com/office/drawing/2014/main" id="{CAE68B17-2F84-A79A-DEE6-2D3139C57344}"/>
              </a:ext>
            </a:extLst>
          </p:cNvPr>
          <p:cNvSpPr>
            <a:spLocks/>
          </p:cNvSpPr>
          <p:nvPr/>
        </p:nvSpPr>
        <p:spPr bwMode="auto">
          <a:xfrm>
            <a:off x="7407027" y="3808496"/>
            <a:ext cx="2227571" cy="1433542"/>
          </a:xfrm>
          <a:custGeom>
            <a:avLst/>
            <a:gdLst>
              <a:gd name="T0" fmla="*/ 307 w 307"/>
              <a:gd name="T1" fmla="*/ 0 h 307"/>
              <a:gd name="T2" fmla="*/ 0 w 307"/>
              <a:gd name="T3" fmla="*/ 0 h 307"/>
              <a:gd name="T4" fmla="*/ 307 w 307"/>
              <a:gd name="T5" fmla="*/ 307 h 307"/>
              <a:gd name="T6" fmla="*/ 307 w 307"/>
              <a:gd name="T7" fmla="*/ 0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7" h="307">
                <a:moveTo>
                  <a:pt x="307" y="0"/>
                </a:moveTo>
                <a:cubicBezTo>
                  <a:pt x="0" y="0"/>
                  <a:pt x="0" y="0"/>
                  <a:pt x="0" y="0"/>
                </a:cubicBezTo>
                <a:cubicBezTo>
                  <a:pt x="6" y="167"/>
                  <a:pt x="140" y="301"/>
                  <a:pt x="307" y="307"/>
                </a:cubicBezTo>
                <a:lnTo>
                  <a:pt x="307" y="0"/>
                </a:lnTo>
                <a:close/>
              </a:path>
            </a:pathLst>
          </a:custGeom>
          <a:solidFill>
            <a:schemeClr val="accent4"/>
          </a:solidFill>
          <a:ln w="9525" cmpd="sng">
            <a:noFill/>
            <a:round/>
            <a:headEnd/>
            <a:tailEnd/>
          </a:ln>
        </p:spPr>
        <p:txBody>
          <a:bodyPr lIns="91467" tIns="45734" rIns="91467" bIns="45734"/>
          <a:lstStyle/>
          <a:p>
            <a:endParaRPr lang="zh-CN" altLang="en-US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51" name="Rectangle 31">
            <a:extLst>
              <a:ext uri="{FF2B5EF4-FFF2-40B4-BE49-F238E27FC236}">
                <a16:creationId xmlns:a16="http://schemas.microsoft.com/office/drawing/2014/main" id="{92FD5175-97DD-03FA-B1A3-05FC56A2C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363" y="1858495"/>
            <a:ext cx="1506767" cy="803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Competencia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 </a:t>
            </a: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técnica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47" name="矩形 8">
            <a:extLst>
              <a:ext uri="{FF2B5EF4-FFF2-40B4-BE49-F238E27FC236}">
                <a16:creationId xmlns:a16="http://schemas.microsoft.com/office/drawing/2014/main" id="{FD6B37D8-C9A3-0E72-04BC-80A840A37D00}"/>
              </a:ext>
            </a:extLst>
          </p:cNvPr>
          <p:cNvSpPr/>
          <p:nvPr/>
        </p:nvSpPr>
        <p:spPr>
          <a:xfrm>
            <a:off x="1453372" y="181895"/>
            <a:ext cx="10510028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MX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Radar de Capital Humano – El diagnóstico integral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2" name="Rectangle 22">
            <a:extLst>
              <a:ext uri="{FF2B5EF4-FFF2-40B4-BE49-F238E27FC236}">
                <a16:creationId xmlns:a16="http://schemas.microsoft.com/office/drawing/2014/main" id="{8573AB8E-6F0D-974B-4BA4-35579500B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878" y="1115461"/>
            <a:ext cx="66022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s-MX" altLang="zh-CN" b="1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Resultado del Radar de Capital Humano TI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  <p:sp>
        <p:nvSpPr>
          <p:cNvPr id="3" name="Rectangle 31">
            <a:extLst>
              <a:ext uri="{FF2B5EF4-FFF2-40B4-BE49-F238E27FC236}">
                <a16:creationId xmlns:a16="http://schemas.microsoft.com/office/drawing/2014/main" id="{A6F7419F-2F1C-B520-5109-FA7580D7B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150" y="1850469"/>
            <a:ext cx="21198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Conocimiento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 del </a:t>
            </a: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negocio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760B788F-D40E-2918-28D4-3F29B33BF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1097" y="5347257"/>
            <a:ext cx="1819838" cy="77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Conocimiento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 del </a:t>
            </a: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negocio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  <a:p>
            <a:pPr algn="ctr">
              <a:spcBef>
                <a:spcPts val="300"/>
              </a:spcBef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E9086E4D-1A01-A051-5AC7-08E3925FF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3024" y="5347257"/>
            <a:ext cx="1765277" cy="77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Habilidades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 </a:t>
            </a: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blandas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  <a:p>
            <a:pPr algn="ctr">
              <a:spcBef>
                <a:spcPts val="300"/>
              </a:spcBef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C5F59FAF-E3CA-1539-9F53-251CA3DE5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430" y="1829225"/>
            <a:ext cx="21198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Compromiso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 y </a:t>
            </a: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proactividad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3161B8CD-4773-1CD6-5D7F-925E19876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1442" y="1850468"/>
            <a:ext cx="150676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Documentación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 y </a:t>
            </a: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orden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8" name="Rectangle 31">
            <a:extLst>
              <a:ext uri="{FF2B5EF4-FFF2-40B4-BE49-F238E27FC236}">
                <a16:creationId xmlns:a16="http://schemas.microsoft.com/office/drawing/2014/main" id="{8FA2D753-5028-5255-9ED0-EF48AA066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8583" y="5304938"/>
            <a:ext cx="150676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Enfoque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 </a:t>
            </a: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en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 </a:t>
            </a: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seguridad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B5B4C41A-BD59-6509-5CA6-D5D298198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0357" y="5302572"/>
            <a:ext cx="150676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Resiliencia</a:t>
            </a: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 </a:t>
            </a:r>
            <a:r>
              <a:rPr lang="en-US" altLang="zh-CN" sz="1400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operativa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10" name="Rectangle 31">
            <a:extLst>
              <a:ext uri="{FF2B5EF4-FFF2-40B4-BE49-F238E27FC236}">
                <a16:creationId xmlns:a16="http://schemas.microsoft.com/office/drawing/2014/main" id="{60ABC02D-D5F3-2D27-86B1-54977C8D9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438" y="2892849"/>
            <a:ext cx="1506767" cy="803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3.0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11" name="Rectangle 31">
            <a:extLst>
              <a:ext uri="{FF2B5EF4-FFF2-40B4-BE49-F238E27FC236}">
                <a16:creationId xmlns:a16="http://schemas.microsoft.com/office/drawing/2014/main" id="{B1FC85A5-7FDE-FB70-9B0A-2D97E4CDC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168" y="2892848"/>
            <a:ext cx="1506767" cy="803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2.0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6A57C38D-45CB-476E-CFB9-124AEA797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7532" y="4182471"/>
            <a:ext cx="1506767" cy="803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1.7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13" name="Rectangle 31">
            <a:extLst>
              <a:ext uri="{FF2B5EF4-FFF2-40B4-BE49-F238E27FC236}">
                <a16:creationId xmlns:a16="http://schemas.microsoft.com/office/drawing/2014/main" id="{1B1C894C-C06A-DBEF-28D8-E67586CA7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7285" y="4182470"/>
            <a:ext cx="1506767" cy="803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2.7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14" name="Rectangle 31">
            <a:extLst>
              <a:ext uri="{FF2B5EF4-FFF2-40B4-BE49-F238E27FC236}">
                <a16:creationId xmlns:a16="http://schemas.microsoft.com/office/drawing/2014/main" id="{05B785FB-0E85-922C-B7F5-16FACEB33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111" y="2901812"/>
            <a:ext cx="1506767" cy="803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2.3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15" name="Rectangle 31">
            <a:extLst>
              <a:ext uri="{FF2B5EF4-FFF2-40B4-BE49-F238E27FC236}">
                <a16:creationId xmlns:a16="http://schemas.microsoft.com/office/drawing/2014/main" id="{C2E1C660-39A7-2E48-1F89-90F1224E0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1435" y="2901811"/>
            <a:ext cx="1506767" cy="803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2.0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16" name="Rectangle 31">
            <a:extLst>
              <a:ext uri="{FF2B5EF4-FFF2-40B4-BE49-F238E27FC236}">
                <a16:creationId xmlns:a16="http://schemas.microsoft.com/office/drawing/2014/main" id="{DDB21034-840E-4133-E9BB-D468D81A2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112" y="4182470"/>
            <a:ext cx="1506767" cy="803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1.7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17" name="Rectangle 31">
            <a:extLst>
              <a:ext uri="{FF2B5EF4-FFF2-40B4-BE49-F238E27FC236}">
                <a16:creationId xmlns:a16="http://schemas.microsoft.com/office/drawing/2014/main" id="{BE29454D-C6B7-B0F2-208E-36676F274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0261" y="4182470"/>
            <a:ext cx="1506767" cy="803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印品黑体" panose="00000500000000000000" pitchFamily="2" charset="-122"/>
              </a:rPr>
              <a:t>1.0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  <a:ea typeface="印品黑体" panose="00000500000000000000" pitchFamily="2" charset="-122"/>
            </a:endParaRPr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56253919-FA73-DA48-753F-BA10E6A8E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721" y="6124393"/>
            <a:ext cx="75706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s-MX" altLang="zh-CN" sz="1600" b="1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Promedio general del equipo:</a:t>
            </a:r>
            <a:r>
              <a:rPr lang="es-MX" altLang="zh-CN" sz="1600" b="1" i="1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 </a:t>
            </a:r>
            <a:r>
              <a:rPr lang="es-MX" altLang="zh-CN" sz="1600" i="1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2.0 / 5 → NIVEL “BAJO” (riesgo operativo)</a:t>
            </a:r>
            <a:endParaRPr lang="en-US" altLang="zh-CN" sz="1400" i="1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3795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1FE707FF-409A-4A6B-ABF3-983CC71F2F44}"/>
              </a:ext>
            </a:extLst>
          </p:cNvPr>
          <p:cNvGrpSpPr/>
          <p:nvPr/>
        </p:nvGrpSpPr>
        <p:grpSpPr>
          <a:xfrm>
            <a:off x="320635" y="1016676"/>
            <a:ext cx="10885262" cy="5512953"/>
            <a:chOff x="381615" y="1016676"/>
            <a:chExt cx="8151544" cy="4128433"/>
          </a:xfrm>
        </p:grpSpPr>
        <p:sp>
          <p:nvSpPr>
            <p:cNvPr id="2" name="Up Arrow 64">
              <a:extLst>
                <a:ext uri="{FF2B5EF4-FFF2-40B4-BE49-F238E27FC236}">
                  <a16:creationId xmlns:a16="http://schemas.microsoft.com/office/drawing/2014/main" id="{9ADB092D-A57A-4898-B270-D95D62CD9973}"/>
                </a:ext>
              </a:extLst>
            </p:cNvPr>
            <p:cNvSpPr/>
            <p:nvPr/>
          </p:nvSpPr>
          <p:spPr>
            <a:xfrm>
              <a:off x="4272112" y="1016676"/>
              <a:ext cx="370550" cy="4128430"/>
            </a:xfrm>
            <a:prstGeom prst="upArrow">
              <a:avLst>
                <a:gd name="adj1" fmla="val 50000"/>
                <a:gd name="adj2" fmla="val 6714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5032" tIns="32516" rIns="65032" bIns="32516" rtlCol="0" anchor="ctr"/>
            <a:lstStyle/>
            <a:p>
              <a:pPr algn="ctr"/>
              <a:endParaRPr lang="en-US" dirty="0">
                <a:latin typeface="印品黑体" panose="00000500000000000000" pitchFamily="2" charset="-122"/>
              </a:endParaRPr>
            </a:p>
          </p:txBody>
        </p:sp>
        <p:sp>
          <p:nvSpPr>
            <p:cNvPr id="3" name="Bent Arrow 65">
              <a:extLst>
                <a:ext uri="{FF2B5EF4-FFF2-40B4-BE49-F238E27FC236}">
                  <a16:creationId xmlns:a16="http://schemas.microsoft.com/office/drawing/2014/main" id="{52C59972-EC96-481D-9312-24AA2A48B251}"/>
                </a:ext>
              </a:extLst>
            </p:cNvPr>
            <p:cNvSpPr/>
            <p:nvPr/>
          </p:nvSpPr>
          <p:spPr>
            <a:xfrm>
              <a:off x="4363680" y="1734086"/>
              <a:ext cx="2337603" cy="3411020"/>
            </a:xfrm>
            <a:prstGeom prst="bentArrow">
              <a:avLst>
                <a:gd name="adj1" fmla="val 8879"/>
                <a:gd name="adj2" fmla="val 9038"/>
                <a:gd name="adj3" fmla="val 15734"/>
                <a:gd name="adj4" fmla="val 19454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5032" tIns="32516" rIns="65032" bIns="32516"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印品黑体" panose="00000500000000000000" pitchFamily="2" charset="-122"/>
              </a:endParaRPr>
            </a:p>
          </p:txBody>
        </p:sp>
        <p:sp>
          <p:nvSpPr>
            <p:cNvPr id="4" name="Bent Arrow 53">
              <a:extLst>
                <a:ext uri="{FF2B5EF4-FFF2-40B4-BE49-F238E27FC236}">
                  <a16:creationId xmlns:a16="http://schemas.microsoft.com/office/drawing/2014/main" id="{4067304E-BF04-46DC-9988-5904E4878F4B}"/>
                </a:ext>
              </a:extLst>
            </p:cNvPr>
            <p:cNvSpPr/>
            <p:nvPr/>
          </p:nvSpPr>
          <p:spPr>
            <a:xfrm flipH="1">
              <a:off x="2235193" y="2420099"/>
              <a:ext cx="2337603" cy="2725008"/>
            </a:xfrm>
            <a:prstGeom prst="bentArrow">
              <a:avLst>
                <a:gd name="adj1" fmla="val 8879"/>
                <a:gd name="adj2" fmla="val 9038"/>
                <a:gd name="adj3" fmla="val 15734"/>
                <a:gd name="adj4" fmla="val 1945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5032" tIns="32516" rIns="65032" bIns="32516"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印品黑体" panose="00000500000000000000" pitchFamily="2" charset="-122"/>
              </a:endParaRPr>
            </a:p>
          </p:txBody>
        </p:sp>
        <p:sp>
          <p:nvSpPr>
            <p:cNvPr id="6" name="Bent Arrow 56">
              <a:extLst>
                <a:ext uri="{FF2B5EF4-FFF2-40B4-BE49-F238E27FC236}">
                  <a16:creationId xmlns:a16="http://schemas.microsoft.com/office/drawing/2014/main" id="{3FAAC3C0-A68A-406D-B520-3CCE0BCFE2A1}"/>
                </a:ext>
              </a:extLst>
            </p:cNvPr>
            <p:cNvSpPr/>
            <p:nvPr/>
          </p:nvSpPr>
          <p:spPr>
            <a:xfrm flipH="1">
              <a:off x="2790803" y="3396804"/>
              <a:ext cx="1781993" cy="1748305"/>
            </a:xfrm>
            <a:prstGeom prst="bentArrow">
              <a:avLst>
                <a:gd name="adj1" fmla="val 13458"/>
                <a:gd name="adj2" fmla="val 12349"/>
                <a:gd name="adj3" fmla="val 17061"/>
                <a:gd name="adj4" fmla="val 3006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5032" tIns="32516" rIns="65032" bIns="32516"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印品黑体" panose="00000500000000000000" pitchFamily="2" charset="-122"/>
              </a:endParaRPr>
            </a:p>
          </p:txBody>
        </p:sp>
        <p:sp>
          <p:nvSpPr>
            <p:cNvPr id="7" name="TextBox 66">
              <a:extLst>
                <a:ext uri="{FF2B5EF4-FFF2-40B4-BE49-F238E27FC236}">
                  <a16:creationId xmlns:a16="http://schemas.microsoft.com/office/drawing/2014/main" id="{41FFA3AC-942E-4ABD-8A31-B6104A0F1094}"/>
                </a:ext>
              </a:extLst>
            </p:cNvPr>
            <p:cNvSpPr txBox="1"/>
            <p:nvPr/>
          </p:nvSpPr>
          <p:spPr>
            <a:xfrm>
              <a:off x="1910633" y="3949744"/>
              <a:ext cx="1722880" cy="625379"/>
            </a:xfrm>
            <a:prstGeom prst="rect">
              <a:avLst/>
            </a:prstGeom>
            <a:noFill/>
          </p:spPr>
          <p:txBody>
            <a:bodyPr wrap="square" lIns="65032" tIns="32516" rIns="65032" bIns="32516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Sin </a:t>
              </a:r>
              <a:r>
                <a:rPr lang="en-US" altLang="zh-CN" sz="1400" b="1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bitácora</a:t>
              </a:r>
              <a:r>
                <a:rPr lang="en-US" altLang="zh-CN" sz="1400" b="1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 de </a:t>
              </a:r>
              <a:r>
                <a:rPr lang="en-US" altLang="zh-CN" sz="1400" b="1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cambios</a:t>
              </a:r>
              <a:endParaRPr lang="en-US" altLang="zh-CN" sz="1400" b="1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  <a:p>
              <a:endParaRPr lang="es-MX" altLang="zh-CN" sz="1200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cs typeface="+mn-ea"/>
                <a:sym typeface="+mn-lt"/>
              </a:endParaRPr>
            </a:p>
            <a:p>
              <a:r>
                <a:rPr lang="es-MX" altLang="zh-CN" sz="1200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No hay trazabilidad de modificaciones.</a:t>
              </a:r>
              <a:endParaRPr lang="en-GB" altLang="zh-CN" sz="1200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8" name="TextBox 68">
              <a:extLst>
                <a:ext uri="{FF2B5EF4-FFF2-40B4-BE49-F238E27FC236}">
                  <a16:creationId xmlns:a16="http://schemas.microsoft.com/office/drawing/2014/main" id="{A6631629-965B-4D3C-B665-2690A9EAA793}"/>
                </a:ext>
              </a:extLst>
            </p:cNvPr>
            <p:cNvSpPr txBox="1"/>
            <p:nvPr/>
          </p:nvSpPr>
          <p:spPr>
            <a:xfrm>
              <a:off x="381615" y="2120255"/>
              <a:ext cx="1700415" cy="1478162"/>
            </a:xfrm>
            <a:prstGeom prst="rect">
              <a:avLst/>
            </a:prstGeom>
            <a:noFill/>
          </p:spPr>
          <p:txBody>
            <a:bodyPr wrap="square" lIns="65032" tIns="32516" rIns="65032" bIns="32516" rtlCol="0">
              <a:spAutoFit/>
            </a:bodyPr>
            <a:lstStyle/>
            <a:p>
              <a:r>
                <a:rPr lang="en-US" altLang="zh-CN" sz="1400" b="1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Documentación</a:t>
              </a:r>
              <a:r>
                <a:rPr lang="en-US" altLang="zh-CN" sz="1400" b="1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 </a:t>
              </a:r>
              <a:r>
                <a:rPr lang="en-US" altLang="zh-CN" sz="1400" b="1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técnica</a:t>
              </a:r>
              <a:r>
                <a:rPr lang="en-US" altLang="zh-CN" sz="1400" b="1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:</a:t>
              </a:r>
            </a:p>
            <a:p>
              <a:endParaRPr lang="en-US" altLang="zh-CN" sz="1400" b="1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Manual de </a:t>
              </a:r>
              <a:r>
                <a:rPr lang="en-US" altLang="zh-CN" sz="1200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usuario</a:t>
              </a: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: </a:t>
              </a:r>
              <a:r>
                <a:rPr lang="en-US" altLang="zh-CN" sz="1200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incompleto</a:t>
              </a: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cs typeface="+mn-ea"/>
                <a:sym typeface="+mn-lt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cs typeface="+mn-ea"/>
                <a:sym typeface="+mn-lt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zh-CN" sz="1200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Diagramas</a:t>
              </a: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 de red: </a:t>
              </a:r>
              <a:r>
                <a:rPr lang="en-US" altLang="zh-CN" sz="1200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desactualizados</a:t>
              </a: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 (2020)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cs typeface="+mn-ea"/>
                <a:sym typeface="+mn-lt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zh-CN" sz="1200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Procedimientos</a:t>
              </a:r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 de backup y DRP: </a:t>
              </a:r>
              <a:r>
                <a:rPr lang="en-US" altLang="zh-CN" sz="1200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inexistentes</a:t>
              </a: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10" name="TextBox 70">
              <a:extLst>
                <a:ext uri="{FF2B5EF4-FFF2-40B4-BE49-F238E27FC236}">
                  <a16:creationId xmlns:a16="http://schemas.microsoft.com/office/drawing/2014/main" id="{5ADB4021-83D4-42BB-B0ED-BBD042A13E02}"/>
                </a:ext>
              </a:extLst>
            </p:cNvPr>
            <p:cNvSpPr txBox="1"/>
            <p:nvPr/>
          </p:nvSpPr>
          <p:spPr>
            <a:xfrm>
              <a:off x="2510102" y="1106889"/>
              <a:ext cx="1700415" cy="1063295"/>
            </a:xfrm>
            <a:prstGeom prst="rect">
              <a:avLst/>
            </a:prstGeom>
            <a:noFill/>
          </p:spPr>
          <p:txBody>
            <a:bodyPr wrap="square" lIns="65032" tIns="32516" rIns="65032" bIns="32516" rtlCol="0">
              <a:spAutoFit/>
            </a:bodyPr>
            <a:lstStyle/>
            <a:p>
              <a:r>
                <a:rPr lang="en-US" altLang="zh-CN" sz="1400" b="1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Dependencia</a:t>
              </a:r>
              <a:r>
                <a:rPr lang="en-US" altLang="zh-CN" sz="1400" b="1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 </a:t>
              </a:r>
              <a:r>
                <a:rPr lang="en-US" altLang="zh-CN" sz="1400" b="1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crítica</a:t>
              </a:r>
              <a:r>
                <a:rPr lang="en-US" altLang="zh-CN" sz="1400" b="1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:</a:t>
              </a:r>
            </a:p>
            <a:p>
              <a:endParaRPr lang="en-US" altLang="zh-CN" sz="1400" b="1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  <a:p>
              <a:r>
                <a:rPr lang="es-MX" altLang="zh-CN" sz="1200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Contraseñas maestras, configuraciones de red y procedimientos de </a:t>
              </a:r>
              <a:r>
                <a:rPr lang="es-MX" altLang="zh-CN" sz="1200" dirty="0" err="1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backup</a:t>
              </a:r>
              <a:r>
                <a:rPr lang="es-MX" altLang="zh-CN" sz="1200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 solo en la cabeza del Jefe de Sistemas.</a:t>
              </a: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  <p:sp>
          <p:nvSpPr>
            <p:cNvPr id="11" name="TextBox 71">
              <a:extLst>
                <a:ext uri="{FF2B5EF4-FFF2-40B4-BE49-F238E27FC236}">
                  <a16:creationId xmlns:a16="http://schemas.microsoft.com/office/drawing/2014/main" id="{26D5EFEF-C773-42D9-92A8-8CAFF1819E00}"/>
                </a:ext>
              </a:extLst>
            </p:cNvPr>
            <p:cNvSpPr txBox="1"/>
            <p:nvPr/>
          </p:nvSpPr>
          <p:spPr>
            <a:xfrm>
              <a:off x="6832744" y="1406652"/>
              <a:ext cx="1700415" cy="786717"/>
            </a:xfrm>
            <a:prstGeom prst="rect">
              <a:avLst/>
            </a:prstGeom>
            <a:noFill/>
          </p:spPr>
          <p:txBody>
            <a:bodyPr wrap="square" lIns="65032" tIns="32516" rIns="65032" bIns="32516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Riesgo: </a:t>
              </a:r>
              <a:r>
                <a:rPr lang="zh-CN" altLang="en-US" sz="1400" b="1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🔴 </a:t>
              </a:r>
              <a:r>
                <a:rPr lang="en-US" altLang="zh-CN" sz="1400" b="1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</a:rPr>
                <a:t>Alto</a:t>
              </a:r>
            </a:p>
            <a:p>
              <a:endParaRPr lang="en-US" altLang="zh-CN" sz="1400" b="1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cs typeface="+mn-ea"/>
                <a:sym typeface="+mn-lt"/>
              </a:endParaRPr>
            </a:p>
            <a:p>
              <a:r>
                <a:rPr lang="es-MX" altLang="zh-CN" sz="1200" dirty="0">
                  <a:solidFill>
                    <a:schemeClr val="bg1">
                      <a:lumMod val="50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cs typeface="+mn-ea"/>
                  <a:sym typeface="+mn-lt"/>
                </a:rPr>
                <a:t>Una ausencia del Jefe de Sistemas paraliza la operación.</a:t>
              </a:r>
              <a:endParaRPr lang="en-US" altLang="zh-CN" sz="1200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endParaRPr>
            </a:p>
          </p:txBody>
        </p:sp>
      </p:grpSp>
      <p:sp>
        <p:nvSpPr>
          <p:cNvPr id="17" name="矩形 8">
            <a:extLst>
              <a:ext uri="{FF2B5EF4-FFF2-40B4-BE49-F238E27FC236}">
                <a16:creationId xmlns:a16="http://schemas.microsoft.com/office/drawing/2014/main" id="{BA8DADFA-F346-4263-BBE3-82C6223C2F6E}"/>
              </a:ext>
            </a:extLst>
          </p:cNvPr>
          <p:cNvSpPr/>
          <p:nvPr/>
        </p:nvSpPr>
        <p:spPr>
          <a:xfrm>
            <a:off x="1453372" y="181895"/>
            <a:ext cx="11520506" cy="558358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MX" altLang="zh-CN" sz="28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Gestión del Conocimiento – El riesgo de la persona clave</a:t>
            </a:r>
            <a:endParaRPr lang="zh-CN" altLang="en-US" sz="28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1D0774E-7B04-DA86-B7B7-24296A39B0DE}"/>
              </a:ext>
            </a:extLst>
          </p:cNvPr>
          <p:cNvSpPr txBox="1"/>
          <p:nvPr/>
        </p:nvSpPr>
        <p:spPr>
          <a:xfrm>
            <a:off x="290991" y="1260018"/>
            <a:ext cx="2871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entury Gothic" panose="020B0502020202020204" pitchFamily="34" charset="0"/>
                <a:ea typeface="微软雅黑"/>
              </a:rPr>
              <a:t>¿Qué pasa si el Jefe de Sistemas renuncia?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entury Gothic" panose="020B0502020202020204" pitchFamily="34" charset="0"/>
              <a:ea typeface="微软雅黑"/>
            </a:endParaRPr>
          </a:p>
        </p:txBody>
      </p:sp>
      <p:pic>
        <p:nvPicPr>
          <p:cNvPr id="21" name="Imagen 20" descr="10,495 Collapsing House Cards Stock Vectors and Vector Art | Shutterstock">
            <a:extLst>
              <a:ext uri="{FF2B5EF4-FFF2-40B4-BE49-F238E27FC236}">
                <a16:creationId xmlns:a16="http://schemas.microsoft.com/office/drawing/2014/main" id="{F186C416-64B2-7091-9D33-00EBA6D77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83" y="2992539"/>
            <a:ext cx="2977768" cy="29777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45977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CD54C-820D-2049-4B23-878079137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8">
            <a:extLst>
              <a:ext uri="{FF2B5EF4-FFF2-40B4-BE49-F238E27FC236}">
                <a16:creationId xmlns:a16="http://schemas.microsoft.com/office/drawing/2014/main" id="{95611C0C-BDC6-7C6F-1756-AD4F303BDA3C}"/>
              </a:ext>
            </a:extLst>
          </p:cNvPr>
          <p:cNvSpPr/>
          <p:nvPr/>
        </p:nvSpPr>
        <p:spPr>
          <a:xfrm>
            <a:off x="1453371" y="181895"/>
            <a:ext cx="8989342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MX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La visión de los usuarios (Cuestionarios)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36" name="矩形 130">
            <a:extLst>
              <a:ext uri="{FF2B5EF4-FFF2-40B4-BE49-F238E27FC236}">
                <a16:creationId xmlns:a16="http://schemas.microsoft.com/office/drawing/2014/main" id="{5601E958-0441-5CD1-31A0-ED3862528192}"/>
              </a:ext>
            </a:extLst>
          </p:cNvPr>
          <p:cNvSpPr/>
          <p:nvPr/>
        </p:nvSpPr>
        <p:spPr>
          <a:xfrm>
            <a:off x="1749287" y="1118400"/>
            <a:ext cx="8693426" cy="391967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s-MX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¿Qué piensan los usuarios del sistema?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37" name="Tabla 36">
            <a:extLst>
              <a:ext uri="{FF2B5EF4-FFF2-40B4-BE49-F238E27FC236}">
                <a16:creationId xmlns:a16="http://schemas.microsoft.com/office/drawing/2014/main" id="{06BD6380-2DA2-7BED-E74E-C91C81D27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02090"/>
              </p:ext>
            </p:extLst>
          </p:nvPr>
        </p:nvGraphicFramePr>
        <p:xfrm>
          <a:off x="1009650" y="1648169"/>
          <a:ext cx="10591800" cy="4144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600">
                  <a:extLst>
                    <a:ext uri="{9D8B030D-6E8A-4147-A177-3AD203B41FA5}">
                      <a16:colId xmlns:a16="http://schemas.microsoft.com/office/drawing/2014/main" val="107418814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780505467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2360537148"/>
                    </a:ext>
                  </a:extLst>
                </a:gridCol>
              </a:tblGrid>
              <a:tr h="420847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lt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Indicador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lt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Resultado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lt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Estado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619713"/>
                  </a:ext>
                </a:extLst>
              </a:tr>
              <a:tr h="659363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Satisfacción con el sistema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2.73 / 5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🟡 Insatisfactorio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912589"/>
                  </a:ext>
                </a:extLst>
              </a:tr>
              <a:tr h="690682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Satisfacción con soporte TI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3.15 / 5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🟢 Aceptable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712480"/>
                  </a:ext>
                </a:extLst>
              </a:tr>
              <a:tr h="659363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Comparten contraseñas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77%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🔴 Crítico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777025"/>
                  </a:ext>
                </a:extLst>
              </a:tr>
              <a:tr h="857172">
                <a:tc>
                  <a:txBody>
                    <a:bodyPr/>
                    <a:lstStyle/>
                    <a:p>
                      <a:r>
                        <a:rPr lang="es-BO" dirty="0">
                          <a:latin typeface="Century Gothic" panose="020B0502020202020204" pitchFamily="34" charset="0"/>
                        </a:rPr>
                        <a:t>Sin capacitación en seguridad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latin typeface="Century Gothic" panose="020B0502020202020204" pitchFamily="34" charset="0"/>
                        </a:rPr>
                        <a:t>85%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🔴 Crítico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253216"/>
                  </a:ext>
                </a:extLst>
              </a:tr>
              <a:tr h="857172">
                <a:tc>
                  <a:txBody>
                    <a:bodyPr/>
                    <a:lstStyle/>
                    <a:p>
                      <a:r>
                        <a:rPr lang="es-BO" dirty="0">
                          <a:latin typeface="Century Gothic" panose="020B0502020202020204" pitchFamily="34" charset="0"/>
                        </a:rPr>
                        <a:t>Recomiendan mejorar/cambiar sistema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dirty="0">
                          <a:latin typeface="Century Gothic" panose="020B0502020202020204" pitchFamily="34" charset="0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dirty="0">
                          <a:latin typeface="Century Gothic" panose="020B0502020202020204" pitchFamily="34" charset="0"/>
                        </a:rPr>
                        <a:t>Unánime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06321"/>
                  </a:ext>
                </a:extLst>
              </a:tr>
            </a:tbl>
          </a:graphicData>
        </a:graphic>
      </p:graphicFrame>
      <p:sp>
        <p:nvSpPr>
          <p:cNvPr id="2" name="Rectangle 22">
            <a:extLst>
              <a:ext uri="{FF2B5EF4-FFF2-40B4-BE49-F238E27FC236}">
                <a16:creationId xmlns:a16="http://schemas.microsoft.com/office/drawing/2014/main" id="{61D1A241-E0D8-EF3D-BDA5-954A38E9E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295" y="5930570"/>
            <a:ext cx="745549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s-MX" altLang="zh-CN" sz="1600" i="1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13 usuarios encuestados (87% de participación)</a:t>
            </a:r>
            <a:endParaRPr lang="en-US" altLang="zh-CN" sz="1400" i="1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6718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85A3C-C42C-119D-6D6F-568F71B6C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8">
            <a:extLst>
              <a:ext uri="{FF2B5EF4-FFF2-40B4-BE49-F238E27FC236}">
                <a16:creationId xmlns:a16="http://schemas.microsoft.com/office/drawing/2014/main" id="{65A90DF2-C98E-5011-3F87-9A4AC6F59244}"/>
              </a:ext>
            </a:extLst>
          </p:cNvPr>
          <p:cNvSpPr/>
          <p:nvPr/>
        </p:nvSpPr>
        <p:spPr>
          <a:xfrm>
            <a:off x="1453371" y="181895"/>
            <a:ext cx="8989342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MX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Resumen de Riesgos y Acciones Prioritarias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36" name="矩形 130">
            <a:extLst>
              <a:ext uri="{FF2B5EF4-FFF2-40B4-BE49-F238E27FC236}">
                <a16:creationId xmlns:a16="http://schemas.microsoft.com/office/drawing/2014/main" id="{77444E8D-32DC-6430-EA1D-4259961CCBF8}"/>
              </a:ext>
            </a:extLst>
          </p:cNvPr>
          <p:cNvSpPr/>
          <p:nvPr/>
        </p:nvSpPr>
        <p:spPr>
          <a:xfrm>
            <a:off x="1749287" y="1118400"/>
            <a:ext cx="8693426" cy="391967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s-MX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¿Qué hacer ahora? – Recomendaciones urgentes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37" name="Tabla 36">
            <a:extLst>
              <a:ext uri="{FF2B5EF4-FFF2-40B4-BE49-F238E27FC236}">
                <a16:creationId xmlns:a16="http://schemas.microsoft.com/office/drawing/2014/main" id="{5D91DC8A-0183-7D6D-6B1C-A22696500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401555"/>
              </p:ext>
            </p:extLst>
          </p:nvPr>
        </p:nvGraphicFramePr>
        <p:xfrm>
          <a:off x="1009650" y="1648169"/>
          <a:ext cx="10591800" cy="4144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837">
                  <a:extLst>
                    <a:ext uri="{9D8B030D-6E8A-4147-A177-3AD203B41FA5}">
                      <a16:colId xmlns:a16="http://schemas.microsoft.com/office/drawing/2014/main" val="107418814"/>
                    </a:ext>
                  </a:extLst>
                </a:gridCol>
                <a:gridCol w="7195930">
                  <a:extLst>
                    <a:ext uri="{9D8B030D-6E8A-4147-A177-3AD203B41FA5}">
                      <a16:colId xmlns:a16="http://schemas.microsoft.com/office/drawing/2014/main" val="780505467"/>
                    </a:ext>
                  </a:extLst>
                </a:gridCol>
                <a:gridCol w="1437033">
                  <a:extLst>
                    <a:ext uri="{9D8B030D-6E8A-4147-A177-3AD203B41FA5}">
                      <a16:colId xmlns:a16="http://schemas.microsoft.com/office/drawing/2014/main" val="2360537148"/>
                    </a:ext>
                  </a:extLst>
                </a:gridCol>
              </a:tblGrid>
              <a:tr h="420847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lt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Prioridad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lt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Acción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lt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Plazo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619713"/>
                  </a:ext>
                </a:extLst>
              </a:tr>
              <a:tr h="659363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🔴 Inmediata 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Evaluar continuidad del Administrador de BD (reemplazo si no acredita documentación).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15 días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912589"/>
                  </a:ext>
                </a:extLst>
              </a:tr>
              <a:tr h="690682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🔴 Inmediata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Documentar contraseñas maestras y configuraciones (compartir con un respaldo).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7 días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712480"/>
                  </a:ext>
                </a:extLst>
              </a:tr>
              <a:tr h="659363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🟡 Corta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Implementar usuarios individuales en el sistema de inventarios (eliminar cuentas compartidas).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20 días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777025"/>
                  </a:ext>
                </a:extLst>
              </a:tr>
              <a:tr h="857172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🟡 </a:t>
                      </a:r>
                      <a:r>
                        <a:rPr lang="es-BO" dirty="0">
                          <a:latin typeface="Century Gothic" panose="020B0502020202020204" pitchFamily="34" charset="0"/>
                        </a:rPr>
                        <a:t>Corta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latin typeface="Century Gothic" panose="020B0502020202020204" pitchFamily="34" charset="0"/>
                        </a:rPr>
                        <a:t>Capacitación obligatoria en seguridad y DRP a todo el equipo TI y usuarios.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30 días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253216"/>
                  </a:ext>
                </a:extLst>
              </a:tr>
              <a:tr h="857172">
                <a:tc>
                  <a:txBody>
                    <a:bodyPr/>
                    <a:lstStyle/>
                    <a:p>
                      <a:r>
                        <a:rPr lang="es-BO" sz="1800" b="0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🟢 </a:t>
                      </a:r>
                      <a:r>
                        <a:rPr lang="es-BO" dirty="0">
                          <a:latin typeface="Century Gothic" panose="020B0502020202020204" pitchFamily="34" charset="0"/>
                        </a:rP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latin typeface="Century Gothic" panose="020B0502020202020204" pitchFamily="34" charset="0"/>
                        </a:rPr>
                        <a:t>Diseñar DRP documentado y realizar prueba de restauración real.</a:t>
                      </a:r>
                      <a:endParaRPr lang="es-BO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BO" dirty="0">
                          <a:latin typeface="Century Gothic" panose="020B0502020202020204" pitchFamily="34" charset="0"/>
                        </a:rPr>
                        <a:t>60 días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06321"/>
                  </a:ext>
                </a:extLst>
              </a:tr>
            </a:tbl>
          </a:graphicData>
        </a:graphic>
      </p:graphicFrame>
      <p:sp>
        <p:nvSpPr>
          <p:cNvPr id="3" name="Rectangle 22">
            <a:extLst>
              <a:ext uri="{FF2B5EF4-FFF2-40B4-BE49-F238E27FC236}">
                <a16:creationId xmlns:a16="http://schemas.microsoft.com/office/drawing/2014/main" id="{0EE5827F-919B-17A2-5862-244AE9A38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295" y="5930570"/>
            <a:ext cx="745549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s-MX" altLang="zh-CN" sz="1600" i="1" dirty="0">
                <a:solidFill>
                  <a:schemeClr val="bg1">
                    <a:lumMod val="50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</a:rPr>
              <a:t>“El sistema funciona… pero está mal controlado. La auditoría detecta lo que nadie revisa hasta que ocurre un problema.”</a:t>
            </a:r>
            <a:endParaRPr lang="en-US" altLang="zh-CN" sz="1400" i="1" dirty="0">
              <a:solidFill>
                <a:schemeClr val="bg1">
                  <a:lumMod val="50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7864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C7CC2-5855-37CD-4D92-A9BBB3C6C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6889763-3CBA-8E87-729F-9F5602C8ED58}"/>
              </a:ext>
            </a:extLst>
          </p:cNvPr>
          <p:cNvGrpSpPr/>
          <p:nvPr/>
        </p:nvGrpSpPr>
        <p:grpSpPr>
          <a:xfrm>
            <a:off x="874712" y="1754085"/>
            <a:ext cx="10442575" cy="4070556"/>
            <a:chOff x="874713" y="1592825"/>
            <a:chExt cx="8141112" cy="4070556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2B60525-877C-CFF5-6438-DD5B3018BE1F}"/>
                </a:ext>
              </a:extLst>
            </p:cNvPr>
            <p:cNvGrpSpPr/>
            <p:nvPr/>
          </p:nvGrpSpPr>
          <p:grpSpPr>
            <a:xfrm>
              <a:off x="874713" y="1592825"/>
              <a:ext cx="8141112" cy="4070556"/>
              <a:chOff x="874713" y="1592825"/>
              <a:chExt cx="8141112" cy="4070556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8D10C0F-DBB1-E315-7ADB-22F5573259A8}"/>
                  </a:ext>
                </a:extLst>
              </p:cNvPr>
              <p:cNvSpPr/>
              <p:nvPr/>
            </p:nvSpPr>
            <p:spPr>
              <a:xfrm>
                <a:off x="874713" y="1592825"/>
                <a:ext cx="2035278" cy="4070556"/>
              </a:xfrm>
              <a:prstGeom prst="rect">
                <a:avLst/>
              </a:prstGeom>
              <a:blipFill>
                <a:blip r:embed="rId4"/>
                <a:stretch>
                  <a:fillRect l="-67313" r="-66661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731E041-54A0-5AD4-4B66-3338335D756F}"/>
                  </a:ext>
                </a:extLst>
              </p:cNvPr>
              <p:cNvSpPr/>
              <p:nvPr/>
            </p:nvSpPr>
            <p:spPr>
              <a:xfrm>
                <a:off x="2909991" y="1592825"/>
                <a:ext cx="6105834" cy="2035278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B50E025-1DDE-C4AB-7B93-09E47D1D9DD1}"/>
                </a:ext>
              </a:extLst>
            </p:cNvPr>
            <p:cNvGrpSpPr/>
            <p:nvPr/>
          </p:nvGrpSpPr>
          <p:grpSpPr>
            <a:xfrm>
              <a:off x="2909990" y="3628103"/>
              <a:ext cx="6105835" cy="2035278"/>
              <a:chOff x="2909990" y="3628103"/>
              <a:chExt cx="6105835" cy="2035278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566BA0E-1159-E7E8-E639-A7070EAC6B94}"/>
                  </a:ext>
                </a:extLst>
              </p:cNvPr>
              <p:cNvSpPr/>
              <p:nvPr/>
            </p:nvSpPr>
            <p:spPr>
              <a:xfrm>
                <a:off x="2909990" y="3628103"/>
                <a:ext cx="4070556" cy="2035278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CC54094-B433-7833-D461-07EA4818ACF7}"/>
                  </a:ext>
                </a:extLst>
              </p:cNvPr>
              <p:cNvSpPr/>
              <p:nvPr/>
            </p:nvSpPr>
            <p:spPr>
              <a:xfrm>
                <a:off x="6980547" y="3628103"/>
                <a:ext cx="2035278" cy="2035278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MH_Others_1">
            <a:extLst>
              <a:ext uri="{FF2B5EF4-FFF2-40B4-BE49-F238E27FC236}">
                <a16:creationId xmlns:a16="http://schemas.microsoft.com/office/drawing/2014/main" id="{68A2A9DE-41BE-AD09-5B44-137398F2FC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973785" y="2144939"/>
            <a:ext cx="6855071" cy="123110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s-MX" altLang="zh-CN" sz="4000" b="1" dirty="0">
                <a:solidFill>
                  <a:schemeClr val="bg1">
                    <a:lumMod val="9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rPr>
              <a:t>Procedimiento de Recopilación de Evidencia</a:t>
            </a:r>
            <a:endParaRPr lang="zh-CN" altLang="en-US" sz="4000" b="1" dirty="0">
              <a:solidFill>
                <a:schemeClr val="bg1">
                  <a:lumMod val="95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519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631262" y="3303276"/>
            <a:ext cx="978447" cy="595311"/>
            <a:chOff x="6127160" y="2096130"/>
            <a:chExt cx="1128426" cy="686432"/>
          </a:xfrm>
        </p:grpSpPr>
        <p:cxnSp>
          <p:nvCxnSpPr>
            <p:cNvPr id="4" name="MH_Other_1"/>
            <p:cNvCxnSpPr/>
            <p:nvPr>
              <p:custDataLst>
                <p:tags r:id="rId12"/>
              </p:custDataLst>
            </p:nvPr>
          </p:nvCxnSpPr>
          <p:spPr>
            <a:xfrm flipH="1">
              <a:off x="6525624" y="2096130"/>
              <a:ext cx="729962" cy="686432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MH_Other_2"/>
            <p:cNvSpPr/>
            <p:nvPr>
              <p:custDataLst>
                <p:tags r:id="rId13"/>
              </p:custDataLst>
            </p:nvPr>
          </p:nvSpPr>
          <p:spPr>
            <a:xfrm>
              <a:off x="6145577" y="2497943"/>
              <a:ext cx="532403" cy="242763"/>
            </a:xfrm>
            <a:custGeom>
              <a:avLst/>
              <a:gdLst>
                <a:gd name="connsiteX0" fmla="*/ 0 w 928918"/>
                <a:gd name="connsiteY0" fmla="*/ 0 h 459023"/>
                <a:gd name="connsiteX1" fmla="*/ 928918 w 928918"/>
                <a:gd name="connsiteY1" fmla="*/ 0 h 459023"/>
                <a:gd name="connsiteX2" fmla="*/ 464459 w 928918"/>
                <a:gd name="connsiteY2" fmla="*/ 459023 h 459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8918" h="459023">
                  <a:moveTo>
                    <a:pt x="0" y="0"/>
                  </a:moveTo>
                  <a:lnTo>
                    <a:pt x="928918" y="0"/>
                  </a:lnTo>
                  <a:lnTo>
                    <a:pt x="464459" y="4590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75933" anchor="ctr">
              <a:normAutofit fontScale="92500" lnSpcReduction="10000"/>
            </a:bodyPr>
            <a:lstStyle/>
            <a:p>
              <a:pPr algn="ctr">
                <a:defRPr/>
              </a:pP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endParaRPr>
            </a:p>
          </p:txBody>
        </p:sp>
        <p:sp>
          <p:nvSpPr>
            <p:cNvPr id="6" name="MH_Other_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127160" y="2108553"/>
              <a:ext cx="565888" cy="389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da-DK" altLang="zh-CN" dirty="0">
                  <a:solidFill>
                    <a:schemeClr val="bg1">
                      <a:lumMod val="65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sym typeface="Arial" panose="020B0604020202020204" pitchFamily="34" charset="0"/>
                </a:rPr>
                <a:t>A</a:t>
              </a:r>
              <a:endParaRPr lang="zh-CN" altLang="en-US" dirty="0">
                <a:solidFill>
                  <a:schemeClr val="bg1">
                    <a:lumMod val="6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6"/>
          <p:cNvGrpSpPr/>
          <p:nvPr/>
        </p:nvGrpSpPr>
        <p:grpSpPr>
          <a:xfrm>
            <a:off x="5644597" y="4081373"/>
            <a:ext cx="978447" cy="595311"/>
            <a:chOff x="6127160" y="3142521"/>
            <a:chExt cx="1128426" cy="686432"/>
          </a:xfrm>
        </p:grpSpPr>
        <p:cxnSp>
          <p:nvCxnSpPr>
            <p:cNvPr id="9" name="MH_Other_4"/>
            <p:cNvCxnSpPr/>
            <p:nvPr>
              <p:custDataLst>
                <p:tags r:id="rId9"/>
              </p:custDataLst>
            </p:nvPr>
          </p:nvCxnSpPr>
          <p:spPr>
            <a:xfrm flipH="1">
              <a:off x="6525624" y="3142521"/>
              <a:ext cx="729962" cy="686432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MH_Other_5"/>
            <p:cNvSpPr/>
            <p:nvPr>
              <p:custDataLst>
                <p:tags r:id="rId10"/>
              </p:custDataLst>
            </p:nvPr>
          </p:nvSpPr>
          <p:spPr>
            <a:xfrm>
              <a:off x="6145577" y="3544334"/>
              <a:ext cx="532403" cy="241088"/>
            </a:xfrm>
            <a:custGeom>
              <a:avLst/>
              <a:gdLst>
                <a:gd name="connsiteX0" fmla="*/ 0 w 928918"/>
                <a:gd name="connsiteY0" fmla="*/ 0 h 459023"/>
                <a:gd name="connsiteX1" fmla="*/ 928918 w 928918"/>
                <a:gd name="connsiteY1" fmla="*/ 0 h 459023"/>
                <a:gd name="connsiteX2" fmla="*/ 464459 w 928918"/>
                <a:gd name="connsiteY2" fmla="*/ 459023 h 459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8918" h="459023">
                  <a:moveTo>
                    <a:pt x="0" y="0"/>
                  </a:moveTo>
                  <a:lnTo>
                    <a:pt x="928918" y="0"/>
                  </a:lnTo>
                  <a:lnTo>
                    <a:pt x="464459" y="4590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75933" anchor="ctr">
              <a:normAutofit fontScale="92500" lnSpcReduction="10000"/>
            </a:bodyPr>
            <a:lstStyle/>
            <a:p>
              <a:pPr algn="ctr">
                <a:defRPr/>
              </a:pP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endParaRPr>
            </a:p>
          </p:txBody>
        </p:sp>
        <p:sp>
          <p:nvSpPr>
            <p:cNvPr id="11" name="MH_Other_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127160" y="3154944"/>
              <a:ext cx="565888" cy="389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sym typeface="Arial" panose="020B0604020202020204" pitchFamily="34" charset="0"/>
                </a:rPr>
                <a:t>B</a:t>
              </a:r>
              <a:endParaRPr lang="zh-CN" altLang="en-US" dirty="0">
                <a:solidFill>
                  <a:schemeClr val="bg1">
                    <a:lumMod val="6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2" name="MH_SubTitle_3"/>
          <p:cNvSpPr txBox="1"/>
          <p:nvPr>
            <p:custDataLst>
              <p:tags r:id="rId1"/>
            </p:custDataLst>
          </p:nvPr>
        </p:nvSpPr>
        <p:spPr>
          <a:xfrm>
            <a:off x="7158990" y="3318510"/>
            <a:ext cx="4355465" cy="7893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lvl="0"/>
            <a:r>
              <a:rPr lang="en-US" altLang="zh-CN" sz="2300" dirty="0">
                <a:solidFill>
                  <a:schemeClr val="tx1"/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rPr>
              <a:t>Su</a:t>
            </a:r>
            <a:r>
              <a:rPr lang="es-ES" altLang="en-US" sz="2300" dirty="0">
                <a:solidFill>
                  <a:schemeClr val="tx1"/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rPr>
              <a:t>ficiencia</a:t>
            </a:r>
            <a:endParaRPr lang="en-US" altLang="zh-CN" sz="2300" dirty="0">
              <a:solidFill>
                <a:schemeClr val="tx1"/>
              </a:solidFill>
              <a:latin typeface="印品黑体" panose="00000500000000000000" pitchFamily="2" charset="-122"/>
              <a:ea typeface="印品黑体" panose="00000500000000000000" pitchFamily="2" charset="-122"/>
              <a:sym typeface="Arial" panose="020B0604020202020204" pitchFamily="34" charset="0"/>
            </a:endParaRPr>
          </a:p>
          <a:p>
            <a:pPr lvl="0"/>
            <a:r>
              <a:rPr lang="en-US" sz="1000" dirty="0">
                <a:solidFill>
                  <a:schemeClr val="tx1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 </a:t>
            </a:r>
            <a:r>
              <a:rPr lang="es-ES" altLang="en-US" sz="1000" dirty="0">
                <a:solidFill>
                  <a:schemeClr val="tx1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C</a:t>
            </a:r>
            <a:r>
              <a:rPr lang="en-US" sz="1000" dirty="0">
                <a:solidFill>
                  <a:schemeClr val="tx1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antidad adecuada de información</a:t>
            </a:r>
            <a:endParaRPr lang="en-US" altLang="zh-CN" sz="1000" dirty="0">
              <a:solidFill>
                <a:schemeClr val="tx1"/>
              </a:solidFill>
              <a:latin typeface="Inter Medium" panose="02000503000000020004" pitchFamily="34" charset="0"/>
              <a:ea typeface="Inter Medium" panose="02000503000000020004" pitchFamily="34" charset="-122"/>
              <a:cs typeface="Inter Medium" panose="02000503000000020004" pitchFamily="34" charset="-120"/>
              <a:sym typeface="+mn-ea"/>
            </a:endParaRPr>
          </a:p>
        </p:txBody>
      </p:sp>
      <p:grpSp>
        <p:nvGrpSpPr>
          <p:cNvPr id="13" name="组合 7"/>
          <p:cNvGrpSpPr/>
          <p:nvPr/>
        </p:nvGrpSpPr>
        <p:grpSpPr>
          <a:xfrm>
            <a:off x="5671267" y="4919162"/>
            <a:ext cx="978447" cy="595311"/>
            <a:chOff x="6127160" y="4187237"/>
            <a:chExt cx="1128426" cy="686432"/>
          </a:xfrm>
        </p:grpSpPr>
        <p:cxnSp>
          <p:nvCxnSpPr>
            <p:cNvPr id="14" name="MH_Other_7"/>
            <p:cNvCxnSpPr/>
            <p:nvPr>
              <p:custDataLst>
                <p:tags r:id="rId6"/>
              </p:custDataLst>
            </p:nvPr>
          </p:nvCxnSpPr>
          <p:spPr>
            <a:xfrm flipH="1">
              <a:off x="6525624" y="4187237"/>
              <a:ext cx="729962" cy="686432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MH_Other_8"/>
            <p:cNvSpPr/>
            <p:nvPr>
              <p:custDataLst>
                <p:tags r:id="rId7"/>
              </p:custDataLst>
            </p:nvPr>
          </p:nvSpPr>
          <p:spPr>
            <a:xfrm>
              <a:off x="6145577" y="4589050"/>
              <a:ext cx="532403" cy="241088"/>
            </a:xfrm>
            <a:custGeom>
              <a:avLst/>
              <a:gdLst>
                <a:gd name="connsiteX0" fmla="*/ 0 w 928918"/>
                <a:gd name="connsiteY0" fmla="*/ 0 h 459023"/>
                <a:gd name="connsiteX1" fmla="*/ 928918 w 928918"/>
                <a:gd name="connsiteY1" fmla="*/ 0 h 459023"/>
                <a:gd name="connsiteX2" fmla="*/ 464459 w 928918"/>
                <a:gd name="connsiteY2" fmla="*/ 459023 h 459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8918" h="459023">
                  <a:moveTo>
                    <a:pt x="0" y="0"/>
                  </a:moveTo>
                  <a:lnTo>
                    <a:pt x="928918" y="0"/>
                  </a:lnTo>
                  <a:lnTo>
                    <a:pt x="464459" y="45902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75933" anchor="ctr">
              <a:normAutofit fontScale="92500" lnSpcReduction="10000"/>
            </a:bodyPr>
            <a:lstStyle/>
            <a:p>
              <a:pPr algn="ctr">
                <a:defRPr/>
              </a:pP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endParaRPr>
            </a:p>
          </p:txBody>
        </p:sp>
        <p:sp>
          <p:nvSpPr>
            <p:cNvPr id="16" name="MH_Other_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127160" y="4199660"/>
              <a:ext cx="565888" cy="389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印品黑体" panose="00000500000000000000" pitchFamily="2" charset="-122"/>
                  <a:ea typeface="印品黑体" panose="00000500000000000000" pitchFamily="2" charset="-122"/>
                  <a:sym typeface="Arial" panose="020B0604020202020204" pitchFamily="34" charset="0"/>
                </a:rPr>
                <a:t>C</a:t>
              </a:r>
              <a:endParaRPr lang="zh-CN" altLang="en-US" dirty="0">
                <a:solidFill>
                  <a:schemeClr val="bg1">
                    <a:lumMod val="6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7" name="MH_SubTitle_4"/>
          <p:cNvSpPr txBox="1"/>
          <p:nvPr>
            <p:custDataLst>
              <p:tags r:id="rId2"/>
            </p:custDataLst>
          </p:nvPr>
        </p:nvSpPr>
        <p:spPr>
          <a:xfrm>
            <a:off x="7158990" y="4809490"/>
            <a:ext cx="4355465" cy="85661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lvl="0"/>
            <a:r>
              <a:rPr lang="es-ES" altLang="en-US" sz="2300" dirty="0">
                <a:solidFill>
                  <a:schemeClr val="tx1"/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rPr>
              <a:t>Relevancia</a:t>
            </a:r>
          </a:p>
          <a:p>
            <a:pPr lvl="0"/>
            <a:r>
              <a:rPr lang="es-ES" altLang="en-US" sz="1000" dirty="0">
                <a:solidFill>
                  <a:schemeClr val="tx1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Re</a:t>
            </a:r>
            <a:r>
              <a:rPr lang="en-US" sz="1000" dirty="0">
                <a:solidFill>
                  <a:schemeClr val="tx1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lación con objetivos de auditoría</a:t>
            </a:r>
            <a:endParaRPr lang="en-US" sz="1000" dirty="0">
              <a:solidFill>
                <a:schemeClr val="tx1"/>
              </a:solidFill>
            </a:endParaRPr>
          </a:p>
          <a:p>
            <a:pPr lvl="0"/>
            <a:endParaRPr lang="en-US" altLang="en-US" sz="1000" dirty="0">
              <a:solidFill>
                <a:schemeClr val="tx1"/>
              </a:solidFill>
              <a:latin typeface="印品黑体" panose="00000500000000000000" pitchFamily="2" charset="-122"/>
              <a:ea typeface="印品黑体" panose="000005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22" name="MH_Others_1"/>
          <p:cNvSpPr txBox="1"/>
          <p:nvPr>
            <p:custDataLst>
              <p:tags r:id="rId3"/>
            </p:custDataLst>
          </p:nvPr>
        </p:nvSpPr>
        <p:spPr>
          <a:xfrm>
            <a:off x="3414395" y="299085"/>
            <a:ext cx="5838190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s-ES" altLang="en-US" sz="3200" b="1" dirty="0">
                <a:solidFill>
                  <a:srgbClr val="75BDA7"/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rPr>
              <a:t>Enfoque Metodológico</a:t>
            </a:r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1135" y="693420"/>
            <a:ext cx="4103370" cy="5471160"/>
          </a:xfrm>
          <a:prstGeom prst="rect">
            <a:avLst/>
          </a:prstGeom>
        </p:spPr>
      </p:pic>
      <p:sp>
        <p:nvSpPr>
          <p:cNvPr id="31" name="MH_SubTitle_3"/>
          <p:cNvSpPr txBox="1"/>
          <p:nvPr>
            <p:custDataLst>
              <p:tags r:id="rId4"/>
            </p:custDataLst>
          </p:nvPr>
        </p:nvSpPr>
        <p:spPr>
          <a:xfrm>
            <a:off x="7158990" y="4107815"/>
            <a:ext cx="4355465" cy="7016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lvl="0"/>
            <a:r>
              <a:rPr lang="es-ES" altLang="en-US" sz="2300" dirty="0">
                <a:solidFill>
                  <a:schemeClr val="tx1"/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rPr>
              <a:t>Competencia</a:t>
            </a:r>
            <a:endParaRPr lang="en-US" altLang="zh-CN" sz="2300" dirty="0">
              <a:solidFill>
                <a:schemeClr val="tx1"/>
              </a:solidFill>
              <a:latin typeface="印品黑体" panose="00000500000000000000" pitchFamily="2" charset="-122"/>
              <a:ea typeface="印品黑体" panose="00000500000000000000" pitchFamily="2" charset="-122"/>
              <a:sym typeface="Arial" panose="020B0604020202020204" pitchFamily="34" charset="0"/>
            </a:endParaRPr>
          </a:p>
          <a:p>
            <a:pPr lvl="0"/>
            <a:r>
              <a:rPr lang="es-ES" altLang="en-US" sz="1000" dirty="0">
                <a:solidFill>
                  <a:schemeClr val="tx1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C</a:t>
            </a:r>
            <a:r>
              <a:rPr lang="en-US" sz="1000" dirty="0">
                <a:solidFill>
                  <a:schemeClr val="tx1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alidad y fiabilidad</a:t>
            </a:r>
            <a:endParaRPr lang="en-US" altLang="en-US" sz="1000" dirty="0">
              <a:solidFill>
                <a:schemeClr val="tx1"/>
              </a:solidFill>
              <a:latin typeface="Inter Medium" panose="02000503000000020004" pitchFamily="34" charset="0"/>
              <a:ea typeface="Inter Medium" panose="02000503000000020004" pitchFamily="34" charset="-122"/>
              <a:cs typeface="Inter Medium" panose="02000503000000020004" pitchFamily="34" charset="-120"/>
              <a:sym typeface="+mn-ea"/>
            </a:endParaRPr>
          </a:p>
        </p:txBody>
      </p:sp>
      <p:sp>
        <p:nvSpPr>
          <p:cNvPr id="32" name="MH_SubTitle_3"/>
          <p:cNvSpPr txBox="1"/>
          <p:nvPr>
            <p:custDataLst>
              <p:tags r:id="rId5"/>
            </p:custDataLst>
          </p:nvPr>
        </p:nvSpPr>
        <p:spPr>
          <a:xfrm>
            <a:off x="5299075" y="1402080"/>
            <a:ext cx="5218430" cy="15011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lvl="0"/>
            <a:r>
              <a:rPr lang="en-US" sz="2000" b="1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Principios</a:t>
            </a:r>
            <a:r>
              <a:rPr lang="en-US" sz="20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: auditoría de sistemas, control interno y Buenas Prácticas de Manufactura (BPM).</a:t>
            </a:r>
            <a:endParaRPr lang="en-US" sz="2000" dirty="0"/>
          </a:p>
          <a:p>
            <a:pPr lvl="0"/>
            <a:endParaRPr lang="en-US" altLang="zh-CN" sz="2000" dirty="0">
              <a:solidFill>
                <a:schemeClr val="tx1"/>
              </a:solidFill>
              <a:latin typeface="Inter Medium" panose="02000503000000020004" pitchFamily="34" charset="0"/>
              <a:ea typeface="Inter Medium" panose="02000503000000020004" pitchFamily="34" charset="-122"/>
              <a:cs typeface="Inter Medium" panose="02000503000000020004" pitchFamily="34" charset="-120"/>
              <a:sym typeface="+mn-ea"/>
            </a:endParaRPr>
          </a:p>
          <a:p>
            <a:pPr lvl="0" indent="457200"/>
            <a:r>
              <a:rPr lang="en-US" sz="2000" b="1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Criterios de evidencia</a:t>
            </a:r>
            <a:r>
              <a:rPr lang="es-ES" altLang="en-US" sz="2000" b="1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453515" y="181610"/>
            <a:ext cx="10183495" cy="68199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ES" altLang="en-US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Modelo aplicado: Triangulación metodológica</a:t>
            </a:r>
          </a:p>
        </p:txBody>
      </p:sp>
      <p:sp>
        <p:nvSpPr>
          <p:cNvPr id="2" name="Cuadro de texto 1"/>
          <p:cNvSpPr txBox="1"/>
          <p:nvPr/>
        </p:nvSpPr>
        <p:spPr>
          <a:xfrm>
            <a:off x="409575" y="461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altLang="en-US"/>
          </a:p>
        </p:txBody>
      </p:sp>
      <p:graphicFrame>
        <p:nvGraphicFramePr>
          <p:cNvPr id="3" name="Tabla 2"/>
          <p:cNvGraphicFramePr/>
          <p:nvPr/>
        </p:nvGraphicFramePr>
        <p:xfrm>
          <a:off x="1453515" y="2239010"/>
          <a:ext cx="9135110" cy="3929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2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2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7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Fuente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Técnica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Tipo de evidencia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 b="0">
                          <a:solidFill>
                            <a:schemeClr val="bg1"/>
                          </a:solidFill>
                        </a:rPr>
                        <a:t>Nivel de confiabilidad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Documentos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Revisión documental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POE, registros, normas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Alto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Personas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Entrevistas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Testimonios tecnicos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Medio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Procesos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Observación directa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Ejecución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Alto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Análisis de registros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resultados de muestreo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Muy alto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Estructura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Cuestionarios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Evaluación sistematica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Alto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Cuadro de texto 10"/>
          <p:cNvSpPr txBox="1"/>
          <p:nvPr/>
        </p:nvSpPr>
        <p:spPr>
          <a:xfrm>
            <a:off x="481965" y="1280795"/>
            <a:ext cx="11228070" cy="780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Se combinó documentación, entrevistas, observación y análisis de datos para reducir sesgos y aumentar validez</a:t>
            </a:r>
            <a:r>
              <a:rPr lang="es-ES" altLang="en-US" sz="20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矩形 1"/>
          <p:cNvSpPr/>
          <p:nvPr/>
        </p:nvSpPr>
        <p:spPr>
          <a:xfrm>
            <a:off x="100330" y="3626485"/>
            <a:ext cx="2575560" cy="59182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s-ES" altLang="zh-CN" b="1" dirty="0">
                <a:solidFill>
                  <a:schemeClr val="tx1">
                    <a:lumMod val="75000"/>
                    <a:lumOff val="25000"/>
                  </a:schemeClr>
                </a:solidFill>
                <a:ea typeface="Microsoft YaHei" panose="020B0503020204020204" pitchFamily="34" charset="-122"/>
              </a:rPr>
              <a:t>Revisión documental</a:t>
            </a:r>
          </a:p>
        </p:txBody>
      </p:sp>
      <p:sp>
        <p:nvSpPr>
          <p:cNvPr id="137" name="矩形 2"/>
          <p:cNvSpPr/>
          <p:nvPr/>
        </p:nvSpPr>
        <p:spPr>
          <a:xfrm>
            <a:off x="2535493" y="3626269"/>
            <a:ext cx="2575457" cy="36830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s-ES" altLang="zh-CN" b="1" dirty="0">
                <a:solidFill>
                  <a:schemeClr val="tx1">
                    <a:lumMod val="75000"/>
                    <a:lumOff val="25000"/>
                  </a:schemeClr>
                </a:solidFill>
                <a:ea typeface="Microsoft YaHei" panose="020B0503020204020204" pitchFamily="34" charset="-122"/>
              </a:rPr>
              <a:t>Entrevistas técnicas</a:t>
            </a:r>
          </a:p>
        </p:txBody>
      </p:sp>
      <p:sp>
        <p:nvSpPr>
          <p:cNvPr id="138" name="矩形 3"/>
          <p:cNvSpPr/>
          <p:nvPr/>
        </p:nvSpPr>
        <p:spPr>
          <a:xfrm>
            <a:off x="4793938" y="3599929"/>
            <a:ext cx="2575457" cy="36830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s-ES" altLang="zh-CN" b="1" dirty="0">
                <a:solidFill>
                  <a:schemeClr val="tx1">
                    <a:lumMod val="75000"/>
                    <a:lumOff val="25000"/>
                  </a:schemeClr>
                </a:solidFill>
                <a:ea typeface="Microsoft YaHei" panose="020B0503020204020204" pitchFamily="34" charset="-122"/>
              </a:rPr>
              <a:t>Observación directa</a:t>
            </a:r>
          </a:p>
        </p:txBody>
      </p:sp>
      <p:sp>
        <p:nvSpPr>
          <p:cNvPr id="139" name="矩形 4"/>
          <p:cNvSpPr/>
          <p:nvPr/>
        </p:nvSpPr>
        <p:spPr>
          <a:xfrm>
            <a:off x="7081241" y="3585769"/>
            <a:ext cx="2575457" cy="36830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s-ES" altLang="zh-CN" b="1" dirty="0">
                <a:solidFill>
                  <a:schemeClr val="tx1">
                    <a:lumMod val="75000"/>
                    <a:lumOff val="25000"/>
                  </a:schemeClr>
                </a:solidFill>
                <a:ea typeface="Microsoft YaHei" panose="020B0503020204020204" pitchFamily="34" charset="-122"/>
              </a:rPr>
              <a:t>Análisis de registros</a:t>
            </a:r>
          </a:p>
        </p:txBody>
      </p:sp>
      <p:sp>
        <p:nvSpPr>
          <p:cNvPr id="140" name="矩形 5"/>
          <p:cNvSpPr/>
          <p:nvPr/>
        </p:nvSpPr>
        <p:spPr>
          <a:xfrm>
            <a:off x="9503163" y="3428782"/>
            <a:ext cx="2575457" cy="64516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s-ES" altLang="zh-CN" b="1" dirty="0">
                <a:solidFill>
                  <a:schemeClr val="tx1">
                    <a:lumMod val="75000"/>
                    <a:lumOff val="25000"/>
                  </a:schemeClr>
                </a:solidFill>
                <a:ea typeface="Microsoft YaHei" panose="020B0503020204020204" pitchFamily="34" charset="-122"/>
              </a:rPr>
              <a:t>Cuestionaris estructurados</a:t>
            </a:r>
          </a:p>
        </p:txBody>
      </p:sp>
      <p:sp>
        <p:nvSpPr>
          <p:cNvPr id="141" name="椭圆 6"/>
          <p:cNvSpPr/>
          <p:nvPr/>
        </p:nvSpPr>
        <p:spPr bwMode="auto">
          <a:xfrm>
            <a:off x="953061" y="2220999"/>
            <a:ext cx="1165332" cy="1165332"/>
          </a:xfrm>
          <a:prstGeom prst="ellipse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/>
              </a:gs>
            </a:gsLst>
            <a:lin ang="27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42" name="椭圆 7"/>
          <p:cNvSpPr/>
          <p:nvPr/>
        </p:nvSpPr>
        <p:spPr bwMode="auto">
          <a:xfrm>
            <a:off x="3233245" y="2220999"/>
            <a:ext cx="1165332" cy="1165332"/>
          </a:xfrm>
          <a:prstGeom prst="ellipse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/>
              </a:gs>
            </a:gsLst>
            <a:lin ang="27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43" name="椭圆 8"/>
          <p:cNvSpPr/>
          <p:nvPr/>
        </p:nvSpPr>
        <p:spPr bwMode="auto">
          <a:xfrm>
            <a:off x="5513429" y="2220999"/>
            <a:ext cx="1165332" cy="1165332"/>
          </a:xfrm>
          <a:prstGeom prst="ellipse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/>
              </a:gs>
            </a:gsLst>
            <a:lin ang="27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44" name="椭圆 9"/>
          <p:cNvSpPr/>
          <p:nvPr/>
        </p:nvSpPr>
        <p:spPr bwMode="auto">
          <a:xfrm>
            <a:off x="7793614" y="2220999"/>
            <a:ext cx="1165332" cy="1165332"/>
          </a:xfrm>
          <a:prstGeom prst="ellipse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/>
              </a:gs>
            </a:gsLst>
            <a:lin ang="27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45" name="椭圆 10"/>
          <p:cNvSpPr/>
          <p:nvPr/>
        </p:nvSpPr>
        <p:spPr bwMode="auto">
          <a:xfrm>
            <a:off x="10073800" y="2220999"/>
            <a:ext cx="1165332" cy="1165332"/>
          </a:xfrm>
          <a:prstGeom prst="ellipse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/>
              </a:gs>
            </a:gsLst>
            <a:lin ang="27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cxnSp>
        <p:nvCxnSpPr>
          <p:cNvPr id="146" name="直接连接符 11"/>
          <p:cNvCxnSpPr/>
          <p:nvPr/>
        </p:nvCxnSpPr>
        <p:spPr bwMode="auto">
          <a:xfrm>
            <a:off x="2670739" y="3557932"/>
            <a:ext cx="5080" cy="859155"/>
          </a:xfrm>
          <a:prstGeom prst="line">
            <a:avLst/>
          </a:prstGeom>
          <a:solidFill>
            <a:schemeClr val="accent1"/>
          </a:solidFill>
          <a:ln w="9525" cap="flat" cmpd="sng" algn="ctr">
            <a:gradFill flip="none" rotWithShape="1">
              <a:gsLst>
                <a:gs pos="0">
                  <a:schemeClr val="bg1"/>
                </a:gs>
                <a:gs pos="50000">
                  <a:schemeClr val="accent1"/>
                </a:gs>
                <a:gs pos="100000">
                  <a:schemeClr val="bg1"/>
                </a:gs>
              </a:gsLst>
              <a:lin ang="5400000" scaled="1"/>
              <a:tileRect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直接连接符 12"/>
          <p:cNvCxnSpPr/>
          <p:nvPr/>
        </p:nvCxnSpPr>
        <p:spPr bwMode="auto">
          <a:xfrm>
            <a:off x="4956003" y="3355367"/>
            <a:ext cx="0" cy="1061720"/>
          </a:xfrm>
          <a:prstGeom prst="line">
            <a:avLst/>
          </a:prstGeom>
          <a:solidFill>
            <a:schemeClr val="accent1"/>
          </a:solidFill>
          <a:ln w="9525" cap="flat" cmpd="sng" algn="ctr">
            <a:gradFill flip="none" rotWithShape="1">
              <a:gsLst>
                <a:gs pos="0">
                  <a:schemeClr val="bg1"/>
                </a:gs>
                <a:gs pos="50000">
                  <a:schemeClr val="accent1"/>
                </a:gs>
                <a:gs pos="100000">
                  <a:schemeClr val="bg1"/>
                </a:gs>
              </a:gsLst>
              <a:lin ang="5400000" scaled="1"/>
              <a:tileRect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直接连接符 13"/>
          <p:cNvCxnSpPr/>
          <p:nvPr/>
        </p:nvCxnSpPr>
        <p:spPr bwMode="auto">
          <a:xfrm>
            <a:off x="7218407" y="3377592"/>
            <a:ext cx="17780" cy="1039495"/>
          </a:xfrm>
          <a:prstGeom prst="line">
            <a:avLst/>
          </a:prstGeom>
          <a:solidFill>
            <a:schemeClr val="accent1"/>
          </a:solidFill>
          <a:ln w="9525" cap="flat" cmpd="sng" algn="ctr">
            <a:gradFill flip="none" rotWithShape="1">
              <a:gsLst>
                <a:gs pos="0">
                  <a:schemeClr val="bg1"/>
                </a:gs>
                <a:gs pos="50000">
                  <a:schemeClr val="accent1"/>
                </a:gs>
                <a:gs pos="100000">
                  <a:schemeClr val="bg1"/>
                </a:gs>
              </a:gsLst>
              <a:lin ang="5400000" scaled="1"/>
              <a:tileRect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直接连接符 14"/>
          <p:cNvCxnSpPr/>
          <p:nvPr/>
        </p:nvCxnSpPr>
        <p:spPr bwMode="auto">
          <a:xfrm>
            <a:off x="9628132" y="3422677"/>
            <a:ext cx="28575" cy="994410"/>
          </a:xfrm>
          <a:prstGeom prst="line">
            <a:avLst/>
          </a:prstGeom>
          <a:solidFill>
            <a:schemeClr val="accent1"/>
          </a:solidFill>
          <a:ln w="9525" cap="flat" cmpd="sng" algn="ctr">
            <a:gradFill flip="none" rotWithShape="1">
              <a:gsLst>
                <a:gs pos="0">
                  <a:schemeClr val="bg1"/>
                </a:gs>
                <a:gs pos="50000">
                  <a:schemeClr val="accent1"/>
                </a:gs>
                <a:gs pos="100000">
                  <a:schemeClr val="bg1"/>
                </a:gs>
              </a:gsLst>
              <a:lin ang="5400000" scaled="1"/>
              <a:tileRect/>
            </a:gra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0" name="组合 1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/>
          <p:nvPr/>
        </p:nvGrpSpPr>
        <p:grpSpPr>
          <a:xfrm>
            <a:off x="1152128" y="2021271"/>
            <a:ext cx="852642" cy="1171690"/>
            <a:chOff x="4419757" y="1249337"/>
            <a:chExt cx="3352483" cy="4606944"/>
          </a:xfrm>
        </p:grpSpPr>
        <p:sp>
          <p:nvSpPr>
            <p:cNvPr id="151" name="íṧḻíḋé"/>
            <p:cNvSpPr/>
            <p:nvPr/>
          </p:nvSpPr>
          <p:spPr bwMode="auto">
            <a:xfrm>
              <a:off x="4419757" y="4370333"/>
              <a:ext cx="2411909" cy="1485948"/>
            </a:xfrm>
            <a:custGeom>
              <a:avLst/>
              <a:gdLst>
                <a:gd name="T0" fmla="*/ 7522 w 7524"/>
                <a:gd name="T1" fmla="*/ 2706 h 4633"/>
                <a:gd name="T2" fmla="*/ 7522 w 7524"/>
                <a:gd name="T3" fmla="*/ 2706 h 4633"/>
                <a:gd name="T4" fmla="*/ 6871 w 7524"/>
                <a:gd name="T5" fmla="*/ 2067 h 4633"/>
                <a:gd name="T6" fmla="*/ 6719 w 7524"/>
                <a:gd name="T7" fmla="*/ 2087 h 4633"/>
                <a:gd name="T8" fmla="*/ 6254 w 7524"/>
                <a:gd name="T9" fmla="*/ 2740 h 4633"/>
                <a:gd name="T10" fmla="*/ 6167 w 7524"/>
                <a:gd name="T11" fmla="*/ 2827 h 4633"/>
                <a:gd name="T12" fmla="*/ 6080 w 7524"/>
                <a:gd name="T13" fmla="*/ 2740 h 4633"/>
                <a:gd name="T14" fmla="*/ 6168 w 7524"/>
                <a:gd name="T15" fmla="*/ 2360 h 4633"/>
                <a:gd name="T16" fmla="*/ 5984 w 7524"/>
                <a:gd name="T17" fmla="*/ 2317 h 4633"/>
                <a:gd name="T18" fmla="*/ 5844 w 7524"/>
                <a:gd name="T19" fmla="*/ 2342 h 4633"/>
                <a:gd name="T20" fmla="*/ 5855 w 7524"/>
                <a:gd name="T21" fmla="*/ 2236 h 4633"/>
                <a:gd name="T22" fmla="*/ 5023 w 7524"/>
                <a:gd name="T23" fmla="*/ 1398 h 4633"/>
                <a:gd name="T24" fmla="*/ 4710 w 7524"/>
                <a:gd name="T25" fmla="*/ 1461 h 4633"/>
                <a:gd name="T26" fmla="*/ 4247 w 7524"/>
                <a:gd name="T27" fmla="*/ 2159 h 4633"/>
                <a:gd name="T28" fmla="*/ 4156 w 7524"/>
                <a:gd name="T29" fmla="*/ 2249 h 4633"/>
                <a:gd name="T30" fmla="*/ 4155 w 7524"/>
                <a:gd name="T31" fmla="*/ 2249 h 4633"/>
                <a:gd name="T32" fmla="*/ 4066 w 7524"/>
                <a:gd name="T33" fmla="*/ 2156 h 4633"/>
                <a:gd name="T34" fmla="*/ 4617 w 7524"/>
                <a:gd name="T35" fmla="*/ 1303 h 4633"/>
                <a:gd name="T36" fmla="*/ 4291 w 7524"/>
                <a:gd name="T37" fmla="*/ 0 h 4633"/>
                <a:gd name="T38" fmla="*/ 4070 w 7524"/>
                <a:gd name="T39" fmla="*/ 120 h 4633"/>
                <a:gd name="T40" fmla="*/ 4113 w 7524"/>
                <a:gd name="T41" fmla="*/ 903 h 4633"/>
                <a:gd name="T42" fmla="*/ 3904 w 7524"/>
                <a:gd name="T43" fmla="*/ 681 h 4633"/>
                <a:gd name="T44" fmla="*/ 3754 w 7524"/>
                <a:gd name="T45" fmla="*/ 1029 h 4633"/>
                <a:gd name="T46" fmla="*/ 3599 w 7524"/>
                <a:gd name="T47" fmla="*/ 681 h 4633"/>
                <a:gd name="T48" fmla="*/ 3376 w 7524"/>
                <a:gd name="T49" fmla="*/ 903 h 4633"/>
                <a:gd name="T50" fmla="*/ 3420 w 7524"/>
                <a:gd name="T51" fmla="*/ 114 h 4633"/>
                <a:gd name="T52" fmla="*/ 3215 w 7524"/>
                <a:gd name="T53" fmla="*/ 1 h 4633"/>
                <a:gd name="T54" fmla="*/ 2755 w 7524"/>
                <a:gd name="T55" fmla="*/ 1560 h 4633"/>
                <a:gd name="T56" fmla="*/ 2630 w 7524"/>
                <a:gd name="T57" fmla="*/ 1548 h 4633"/>
                <a:gd name="T58" fmla="*/ 1855 w 7524"/>
                <a:gd name="T59" fmla="*/ 2172 h 4633"/>
                <a:gd name="T60" fmla="*/ 1643 w 7524"/>
                <a:gd name="T61" fmla="*/ 2115 h 4633"/>
                <a:gd name="T62" fmla="*/ 1426 w 7524"/>
                <a:gd name="T63" fmla="*/ 2177 h 4633"/>
                <a:gd name="T64" fmla="*/ 1565 w 7524"/>
                <a:gd name="T65" fmla="*/ 2634 h 4633"/>
                <a:gd name="T66" fmla="*/ 1478 w 7524"/>
                <a:gd name="T67" fmla="*/ 2721 h 4633"/>
                <a:gd name="T68" fmla="*/ 1392 w 7524"/>
                <a:gd name="T69" fmla="*/ 2634 h 4633"/>
                <a:gd name="T70" fmla="*/ 1129 w 7524"/>
                <a:gd name="T71" fmla="*/ 2117 h 4633"/>
                <a:gd name="T72" fmla="*/ 743 w 7524"/>
                <a:gd name="T73" fmla="*/ 2005 h 4633"/>
                <a:gd name="T74" fmla="*/ 11 w 7524"/>
                <a:gd name="T75" fmla="*/ 2724 h 4633"/>
                <a:gd name="T76" fmla="*/ 8 w 7524"/>
                <a:gd name="T77" fmla="*/ 2724 h 4633"/>
                <a:gd name="T78" fmla="*/ 8 w 7524"/>
                <a:gd name="T79" fmla="*/ 3266 h 4633"/>
                <a:gd name="T80" fmla="*/ 7524 w 7524"/>
                <a:gd name="T81" fmla="*/ 3266 h 4633"/>
                <a:gd name="T82" fmla="*/ 7524 w 7524"/>
                <a:gd name="T83" fmla="*/ 2705 h 4633"/>
                <a:gd name="T84" fmla="*/ 7522 w 7524"/>
                <a:gd name="T85" fmla="*/ 2705 h 4633"/>
                <a:gd name="T86" fmla="*/ 7522 w 7524"/>
                <a:gd name="T87" fmla="*/ 2706 h 4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524" h="4633">
                  <a:moveTo>
                    <a:pt x="7522" y="2706"/>
                  </a:moveTo>
                  <a:lnTo>
                    <a:pt x="7522" y="2706"/>
                  </a:lnTo>
                  <a:cubicBezTo>
                    <a:pt x="7512" y="2352"/>
                    <a:pt x="7225" y="2067"/>
                    <a:pt x="6871" y="2067"/>
                  </a:cubicBezTo>
                  <a:cubicBezTo>
                    <a:pt x="6819" y="2067"/>
                    <a:pt x="6768" y="2075"/>
                    <a:pt x="6719" y="2087"/>
                  </a:cubicBezTo>
                  <a:cubicBezTo>
                    <a:pt x="6449" y="2181"/>
                    <a:pt x="6254" y="2437"/>
                    <a:pt x="6254" y="2740"/>
                  </a:cubicBezTo>
                  <a:cubicBezTo>
                    <a:pt x="6254" y="2788"/>
                    <a:pt x="6215" y="2827"/>
                    <a:pt x="6167" y="2827"/>
                  </a:cubicBezTo>
                  <a:cubicBezTo>
                    <a:pt x="6119" y="2827"/>
                    <a:pt x="6080" y="2788"/>
                    <a:pt x="6080" y="2740"/>
                  </a:cubicBezTo>
                  <a:cubicBezTo>
                    <a:pt x="6080" y="2604"/>
                    <a:pt x="6112" y="2475"/>
                    <a:pt x="6168" y="2360"/>
                  </a:cubicBezTo>
                  <a:cubicBezTo>
                    <a:pt x="6112" y="2333"/>
                    <a:pt x="6050" y="2317"/>
                    <a:pt x="5984" y="2317"/>
                  </a:cubicBezTo>
                  <a:cubicBezTo>
                    <a:pt x="5935" y="2317"/>
                    <a:pt x="5889" y="2327"/>
                    <a:pt x="5844" y="2342"/>
                  </a:cubicBezTo>
                  <a:cubicBezTo>
                    <a:pt x="5849" y="2307"/>
                    <a:pt x="5855" y="2272"/>
                    <a:pt x="5855" y="2236"/>
                  </a:cubicBezTo>
                  <a:cubicBezTo>
                    <a:pt x="5855" y="1773"/>
                    <a:pt x="5483" y="1398"/>
                    <a:pt x="5023" y="1398"/>
                  </a:cubicBezTo>
                  <a:cubicBezTo>
                    <a:pt x="4912" y="1398"/>
                    <a:pt x="4807" y="1421"/>
                    <a:pt x="4710" y="1461"/>
                  </a:cubicBezTo>
                  <a:cubicBezTo>
                    <a:pt x="4443" y="1580"/>
                    <a:pt x="4253" y="1846"/>
                    <a:pt x="4247" y="2159"/>
                  </a:cubicBezTo>
                  <a:cubicBezTo>
                    <a:pt x="4245" y="2209"/>
                    <a:pt x="4205" y="2249"/>
                    <a:pt x="4156" y="2249"/>
                  </a:cubicBezTo>
                  <a:lnTo>
                    <a:pt x="4155" y="2249"/>
                  </a:lnTo>
                  <a:cubicBezTo>
                    <a:pt x="4105" y="2247"/>
                    <a:pt x="4065" y="2206"/>
                    <a:pt x="4066" y="2156"/>
                  </a:cubicBezTo>
                  <a:cubicBezTo>
                    <a:pt x="4074" y="1777"/>
                    <a:pt x="4298" y="1454"/>
                    <a:pt x="4617" y="1303"/>
                  </a:cubicBezTo>
                  <a:cubicBezTo>
                    <a:pt x="4429" y="906"/>
                    <a:pt x="4313" y="466"/>
                    <a:pt x="4291" y="0"/>
                  </a:cubicBezTo>
                  <a:cubicBezTo>
                    <a:pt x="4221" y="51"/>
                    <a:pt x="4147" y="90"/>
                    <a:pt x="4070" y="120"/>
                  </a:cubicBezTo>
                  <a:cubicBezTo>
                    <a:pt x="4070" y="338"/>
                    <a:pt x="4077" y="693"/>
                    <a:pt x="4113" y="903"/>
                  </a:cubicBezTo>
                  <a:lnTo>
                    <a:pt x="3904" y="681"/>
                  </a:lnTo>
                  <a:lnTo>
                    <a:pt x="3754" y="1029"/>
                  </a:lnTo>
                  <a:lnTo>
                    <a:pt x="3599" y="681"/>
                  </a:lnTo>
                  <a:lnTo>
                    <a:pt x="3376" y="903"/>
                  </a:lnTo>
                  <a:cubicBezTo>
                    <a:pt x="3414" y="726"/>
                    <a:pt x="3420" y="342"/>
                    <a:pt x="3420" y="114"/>
                  </a:cubicBezTo>
                  <a:cubicBezTo>
                    <a:pt x="3349" y="85"/>
                    <a:pt x="3280" y="49"/>
                    <a:pt x="3215" y="1"/>
                  </a:cubicBezTo>
                  <a:cubicBezTo>
                    <a:pt x="3188" y="570"/>
                    <a:pt x="3023" y="1101"/>
                    <a:pt x="2755" y="1560"/>
                  </a:cubicBezTo>
                  <a:cubicBezTo>
                    <a:pt x="2714" y="1554"/>
                    <a:pt x="2673" y="1548"/>
                    <a:pt x="2630" y="1548"/>
                  </a:cubicBezTo>
                  <a:cubicBezTo>
                    <a:pt x="2251" y="1548"/>
                    <a:pt x="1935" y="1815"/>
                    <a:pt x="1855" y="2172"/>
                  </a:cubicBezTo>
                  <a:cubicBezTo>
                    <a:pt x="1792" y="2137"/>
                    <a:pt x="1720" y="2115"/>
                    <a:pt x="1643" y="2115"/>
                  </a:cubicBezTo>
                  <a:cubicBezTo>
                    <a:pt x="1563" y="2115"/>
                    <a:pt x="1490" y="2139"/>
                    <a:pt x="1426" y="2177"/>
                  </a:cubicBezTo>
                  <a:cubicBezTo>
                    <a:pt x="1513" y="2308"/>
                    <a:pt x="1565" y="2465"/>
                    <a:pt x="1565" y="2634"/>
                  </a:cubicBezTo>
                  <a:cubicBezTo>
                    <a:pt x="1565" y="2682"/>
                    <a:pt x="1526" y="2721"/>
                    <a:pt x="1478" y="2721"/>
                  </a:cubicBezTo>
                  <a:cubicBezTo>
                    <a:pt x="1430" y="2721"/>
                    <a:pt x="1392" y="2682"/>
                    <a:pt x="1392" y="2634"/>
                  </a:cubicBezTo>
                  <a:cubicBezTo>
                    <a:pt x="1392" y="2421"/>
                    <a:pt x="1287" y="2234"/>
                    <a:pt x="1129" y="2117"/>
                  </a:cubicBezTo>
                  <a:cubicBezTo>
                    <a:pt x="1017" y="2046"/>
                    <a:pt x="885" y="2005"/>
                    <a:pt x="743" y="2005"/>
                  </a:cubicBezTo>
                  <a:cubicBezTo>
                    <a:pt x="345" y="2005"/>
                    <a:pt x="22" y="2325"/>
                    <a:pt x="11" y="2724"/>
                  </a:cubicBezTo>
                  <a:lnTo>
                    <a:pt x="8" y="2724"/>
                  </a:lnTo>
                  <a:lnTo>
                    <a:pt x="8" y="3266"/>
                  </a:lnTo>
                  <a:cubicBezTo>
                    <a:pt x="0" y="4134"/>
                    <a:pt x="6407" y="4633"/>
                    <a:pt x="7524" y="3266"/>
                  </a:cubicBezTo>
                  <a:lnTo>
                    <a:pt x="7524" y="2705"/>
                  </a:lnTo>
                  <a:lnTo>
                    <a:pt x="7522" y="2705"/>
                  </a:lnTo>
                  <a:lnTo>
                    <a:pt x="7522" y="2706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0">
              <a:noFill/>
              <a:prstDash val="solid"/>
              <a:round/>
            </a:ln>
          </p:spPr>
          <p:txBody>
            <a:bodyPr anchor="ctr"/>
            <a:lstStyle/>
            <a:p>
              <a:pPr algn="ctr"/>
              <a:endParaRPr dirty="0"/>
            </a:p>
          </p:txBody>
        </p:sp>
        <p:grpSp>
          <p:nvGrpSpPr>
            <p:cNvPr id="152" name="ïŝļïḓè"/>
            <p:cNvGrpSpPr/>
            <p:nvPr/>
          </p:nvGrpSpPr>
          <p:grpSpPr>
            <a:xfrm>
              <a:off x="5098983" y="1249337"/>
              <a:ext cx="2673257" cy="3480776"/>
              <a:chOff x="4118760" y="4761439"/>
              <a:chExt cx="3447200" cy="4488502"/>
            </a:xfrm>
          </p:grpSpPr>
          <p:sp>
            <p:nvSpPr>
              <p:cNvPr id="153" name="ï$ḻíḓê"/>
              <p:cNvSpPr/>
              <p:nvPr/>
            </p:nvSpPr>
            <p:spPr bwMode="auto">
              <a:xfrm rot="1809314">
                <a:off x="4469495" y="7715814"/>
                <a:ext cx="1233004" cy="1531658"/>
              </a:xfrm>
              <a:custGeom>
                <a:avLst/>
                <a:gdLst>
                  <a:gd name="T0" fmla="*/ 263 w 4756"/>
                  <a:gd name="T1" fmla="*/ 0 h 5914"/>
                  <a:gd name="T2" fmla="*/ 0 w 4756"/>
                  <a:gd name="T3" fmla="*/ 3528 h 5914"/>
                  <a:gd name="T4" fmla="*/ 970 w 4756"/>
                  <a:gd name="T5" fmla="*/ 2841 h 5914"/>
                  <a:gd name="T6" fmla="*/ 2410 w 4756"/>
                  <a:gd name="T7" fmla="*/ 5913 h 5914"/>
                  <a:gd name="T8" fmla="*/ 3785 w 4756"/>
                  <a:gd name="T9" fmla="*/ 2834 h 5914"/>
                  <a:gd name="T10" fmla="*/ 4755 w 4756"/>
                  <a:gd name="T11" fmla="*/ 3528 h 5914"/>
                  <a:gd name="T12" fmla="*/ 4518 w 4756"/>
                  <a:gd name="T13" fmla="*/ 0 h 5914"/>
                  <a:gd name="T14" fmla="*/ 263 w 4756"/>
                  <a:gd name="T15" fmla="*/ 0 h 59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56" h="5914">
                    <a:moveTo>
                      <a:pt x="263" y="0"/>
                    </a:moveTo>
                    <a:lnTo>
                      <a:pt x="0" y="3528"/>
                    </a:lnTo>
                    <a:lnTo>
                      <a:pt x="970" y="2841"/>
                    </a:lnTo>
                    <a:lnTo>
                      <a:pt x="2410" y="5913"/>
                    </a:lnTo>
                    <a:lnTo>
                      <a:pt x="3785" y="2834"/>
                    </a:lnTo>
                    <a:lnTo>
                      <a:pt x="4755" y="3528"/>
                    </a:lnTo>
                    <a:lnTo>
                      <a:pt x="4518" y="0"/>
                    </a:lnTo>
                    <a:lnTo>
                      <a:pt x="263" y="0"/>
                    </a:lnTo>
                  </a:path>
                </a:pathLst>
              </a:custGeom>
              <a:solidFill>
                <a:srgbClr val="FF6400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154" name="iśļïďê"/>
              <p:cNvSpPr/>
              <p:nvPr/>
            </p:nvSpPr>
            <p:spPr bwMode="auto">
              <a:xfrm rot="1809314">
                <a:off x="4731911" y="7756928"/>
                <a:ext cx="999671" cy="975003"/>
              </a:xfrm>
              <a:custGeom>
                <a:avLst/>
                <a:gdLst>
                  <a:gd name="T0" fmla="*/ 3619 w 3858"/>
                  <a:gd name="T1" fmla="*/ 0 h 3767"/>
                  <a:gd name="T2" fmla="*/ 174 w 3858"/>
                  <a:gd name="T3" fmla="*/ 0 h 3767"/>
                  <a:gd name="T4" fmla="*/ 244 w 3858"/>
                  <a:gd name="T5" fmla="*/ 154 h 3767"/>
                  <a:gd name="T6" fmla="*/ 0 w 3858"/>
                  <a:gd name="T7" fmla="*/ 2442 h 3767"/>
                  <a:gd name="T8" fmla="*/ 945 w 3858"/>
                  <a:gd name="T9" fmla="*/ 1645 h 3767"/>
                  <a:gd name="T10" fmla="*/ 1935 w 3858"/>
                  <a:gd name="T11" fmla="*/ 3766 h 3767"/>
                  <a:gd name="T12" fmla="*/ 2892 w 3858"/>
                  <a:gd name="T13" fmla="*/ 1626 h 3767"/>
                  <a:gd name="T14" fmla="*/ 3857 w 3858"/>
                  <a:gd name="T15" fmla="*/ 2442 h 3767"/>
                  <a:gd name="T16" fmla="*/ 3599 w 3858"/>
                  <a:gd name="T17" fmla="*/ 45 h 3767"/>
                  <a:gd name="T18" fmla="*/ 3619 w 3858"/>
                  <a:gd name="T19" fmla="*/ 0 h 37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58" h="3767">
                    <a:moveTo>
                      <a:pt x="3619" y="0"/>
                    </a:moveTo>
                    <a:lnTo>
                      <a:pt x="174" y="0"/>
                    </a:lnTo>
                    <a:lnTo>
                      <a:pt x="244" y="154"/>
                    </a:lnTo>
                    <a:lnTo>
                      <a:pt x="0" y="2442"/>
                    </a:lnTo>
                    <a:lnTo>
                      <a:pt x="945" y="1645"/>
                    </a:lnTo>
                    <a:lnTo>
                      <a:pt x="1935" y="3766"/>
                    </a:lnTo>
                    <a:lnTo>
                      <a:pt x="2892" y="1626"/>
                    </a:lnTo>
                    <a:lnTo>
                      <a:pt x="3857" y="2442"/>
                    </a:lnTo>
                    <a:lnTo>
                      <a:pt x="3599" y="45"/>
                    </a:lnTo>
                    <a:lnTo>
                      <a:pt x="3619" y="0"/>
                    </a:lnTo>
                  </a:path>
                </a:pathLst>
              </a:custGeom>
              <a:solidFill>
                <a:srgbClr val="FFC000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155" name="işḻîḍé"/>
              <p:cNvSpPr/>
              <p:nvPr/>
            </p:nvSpPr>
            <p:spPr bwMode="auto">
              <a:xfrm rot="1809314">
                <a:off x="4118760" y="5940647"/>
                <a:ext cx="733169" cy="1979725"/>
              </a:xfrm>
              <a:custGeom>
                <a:avLst/>
                <a:gdLst>
                  <a:gd name="T0" fmla="*/ 2507 w 2829"/>
                  <a:gd name="T1" fmla="*/ 0 h 7642"/>
                  <a:gd name="T2" fmla="*/ 328 w 2829"/>
                  <a:gd name="T3" fmla="*/ 2076 h 7642"/>
                  <a:gd name="T4" fmla="*/ 0 w 2829"/>
                  <a:gd name="T5" fmla="*/ 7641 h 7642"/>
                  <a:gd name="T6" fmla="*/ 663 w 2829"/>
                  <a:gd name="T7" fmla="*/ 7641 h 7642"/>
                  <a:gd name="T8" fmla="*/ 1498 w 2829"/>
                  <a:gd name="T9" fmla="*/ 4518 h 7642"/>
                  <a:gd name="T10" fmla="*/ 2828 w 2829"/>
                  <a:gd name="T11" fmla="*/ 3933 h 7642"/>
                  <a:gd name="T12" fmla="*/ 2507 w 2829"/>
                  <a:gd name="T13" fmla="*/ 0 h 7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9" h="7642">
                    <a:moveTo>
                      <a:pt x="2507" y="0"/>
                    </a:moveTo>
                    <a:lnTo>
                      <a:pt x="328" y="2076"/>
                    </a:lnTo>
                    <a:lnTo>
                      <a:pt x="0" y="7641"/>
                    </a:lnTo>
                    <a:lnTo>
                      <a:pt x="663" y="7641"/>
                    </a:lnTo>
                    <a:lnTo>
                      <a:pt x="1498" y="4518"/>
                    </a:lnTo>
                    <a:lnTo>
                      <a:pt x="2828" y="3933"/>
                    </a:lnTo>
                    <a:lnTo>
                      <a:pt x="2507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156" name="ïŝľîḑe"/>
              <p:cNvSpPr/>
              <p:nvPr/>
            </p:nvSpPr>
            <p:spPr bwMode="auto">
              <a:xfrm rot="1809314">
                <a:off x="6407299" y="7270216"/>
                <a:ext cx="733169" cy="1979725"/>
              </a:xfrm>
              <a:custGeom>
                <a:avLst/>
                <a:gdLst>
                  <a:gd name="T0" fmla="*/ 321 w 2829"/>
                  <a:gd name="T1" fmla="*/ 0 h 7642"/>
                  <a:gd name="T2" fmla="*/ 2500 w 2829"/>
                  <a:gd name="T3" fmla="*/ 2076 h 7642"/>
                  <a:gd name="T4" fmla="*/ 2828 w 2829"/>
                  <a:gd name="T5" fmla="*/ 7641 h 7642"/>
                  <a:gd name="T6" fmla="*/ 2159 w 2829"/>
                  <a:gd name="T7" fmla="*/ 7641 h 7642"/>
                  <a:gd name="T8" fmla="*/ 1330 w 2829"/>
                  <a:gd name="T9" fmla="*/ 4518 h 7642"/>
                  <a:gd name="T10" fmla="*/ 0 w 2829"/>
                  <a:gd name="T11" fmla="*/ 3933 h 7642"/>
                  <a:gd name="T12" fmla="*/ 321 w 2829"/>
                  <a:gd name="T13" fmla="*/ 0 h 7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9" h="7642">
                    <a:moveTo>
                      <a:pt x="321" y="0"/>
                    </a:moveTo>
                    <a:lnTo>
                      <a:pt x="2500" y="2076"/>
                    </a:lnTo>
                    <a:lnTo>
                      <a:pt x="2828" y="7641"/>
                    </a:lnTo>
                    <a:lnTo>
                      <a:pt x="2159" y="7641"/>
                    </a:lnTo>
                    <a:lnTo>
                      <a:pt x="1330" y="4518"/>
                    </a:lnTo>
                    <a:lnTo>
                      <a:pt x="0" y="3933"/>
                    </a:lnTo>
                    <a:lnTo>
                      <a:pt x="321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157" name="îṧ1îḑe"/>
              <p:cNvSpPr/>
              <p:nvPr/>
            </p:nvSpPr>
            <p:spPr bwMode="auto">
              <a:xfrm rot="1809314">
                <a:off x="5239860" y="4761439"/>
                <a:ext cx="2099995" cy="3397080"/>
              </a:xfrm>
              <a:custGeom>
                <a:avLst/>
                <a:gdLst>
                  <a:gd name="T0" fmla="*/ 7339 w 8099"/>
                  <a:gd name="T1" fmla="*/ 13110 h 13111"/>
                  <a:gd name="T2" fmla="*/ 7339 w 8099"/>
                  <a:gd name="T3" fmla="*/ 13110 h 13111"/>
                  <a:gd name="T4" fmla="*/ 8098 w 8099"/>
                  <a:gd name="T5" fmla="*/ 8734 h 13111"/>
                  <a:gd name="T6" fmla="*/ 4049 w 8099"/>
                  <a:gd name="T7" fmla="*/ 0 h 13111"/>
                  <a:gd name="T8" fmla="*/ 0 w 8099"/>
                  <a:gd name="T9" fmla="*/ 8734 h 13111"/>
                  <a:gd name="T10" fmla="*/ 759 w 8099"/>
                  <a:gd name="T11" fmla="*/ 13110 h 13111"/>
                  <a:gd name="T12" fmla="*/ 7339 w 8099"/>
                  <a:gd name="T13" fmla="*/ 13110 h 13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99" h="13111">
                    <a:moveTo>
                      <a:pt x="7339" y="13110"/>
                    </a:moveTo>
                    <a:lnTo>
                      <a:pt x="7339" y="13110"/>
                    </a:lnTo>
                    <a:cubicBezTo>
                      <a:pt x="7821" y="11799"/>
                      <a:pt x="8098" y="10309"/>
                      <a:pt x="8098" y="8734"/>
                    </a:cubicBezTo>
                    <a:cubicBezTo>
                      <a:pt x="8098" y="4846"/>
                      <a:pt x="6440" y="1504"/>
                      <a:pt x="4049" y="0"/>
                    </a:cubicBezTo>
                    <a:cubicBezTo>
                      <a:pt x="1665" y="1504"/>
                      <a:pt x="0" y="4846"/>
                      <a:pt x="0" y="8734"/>
                    </a:cubicBezTo>
                    <a:cubicBezTo>
                      <a:pt x="0" y="10309"/>
                      <a:pt x="277" y="11799"/>
                      <a:pt x="759" y="13110"/>
                    </a:cubicBezTo>
                    <a:lnTo>
                      <a:pt x="7339" y="13110"/>
                    </a:ln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158" name="i$lïḑè"/>
              <p:cNvSpPr/>
              <p:nvPr/>
            </p:nvSpPr>
            <p:spPr bwMode="auto">
              <a:xfrm rot="1809314">
                <a:off x="6441616" y="4953927"/>
                <a:ext cx="1124344" cy="556655"/>
              </a:xfrm>
              <a:custGeom>
                <a:avLst/>
                <a:gdLst>
                  <a:gd name="T0" fmla="*/ 4337 w 4338"/>
                  <a:gd name="T1" fmla="*/ 2153 h 2154"/>
                  <a:gd name="T2" fmla="*/ 4337 w 4338"/>
                  <a:gd name="T3" fmla="*/ 2153 h 2154"/>
                  <a:gd name="T4" fmla="*/ 2165 w 4338"/>
                  <a:gd name="T5" fmla="*/ 0 h 2154"/>
                  <a:gd name="T6" fmla="*/ 0 w 4338"/>
                  <a:gd name="T7" fmla="*/ 2153 h 2154"/>
                  <a:gd name="T8" fmla="*/ 4337 w 4338"/>
                  <a:gd name="T9" fmla="*/ 2153 h 2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38" h="2154">
                    <a:moveTo>
                      <a:pt x="4337" y="2153"/>
                    </a:moveTo>
                    <a:lnTo>
                      <a:pt x="4337" y="2153"/>
                    </a:lnTo>
                    <a:cubicBezTo>
                      <a:pt x="3721" y="1253"/>
                      <a:pt x="2988" y="514"/>
                      <a:pt x="2165" y="0"/>
                    </a:cubicBezTo>
                    <a:cubicBezTo>
                      <a:pt x="1343" y="514"/>
                      <a:pt x="610" y="1253"/>
                      <a:pt x="0" y="2153"/>
                    </a:cubicBezTo>
                    <a:lnTo>
                      <a:pt x="4337" y="2153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159" name="îŝḻîḍê"/>
              <p:cNvSpPr/>
              <p:nvPr/>
            </p:nvSpPr>
            <p:spPr bwMode="auto">
              <a:xfrm rot="1809314">
                <a:off x="5261122" y="6435272"/>
                <a:ext cx="2029081" cy="93728"/>
              </a:xfrm>
              <a:custGeom>
                <a:avLst/>
                <a:gdLst>
                  <a:gd name="T0" fmla="*/ 58 w 7829"/>
                  <a:gd name="T1" fmla="*/ 0 h 367"/>
                  <a:gd name="T2" fmla="*/ 58 w 7829"/>
                  <a:gd name="T3" fmla="*/ 0 h 367"/>
                  <a:gd name="T4" fmla="*/ 0 w 7829"/>
                  <a:gd name="T5" fmla="*/ 366 h 367"/>
                  <a:gd name="T6" fmla="*/ 7828 w 7829"/>
                  <a:gd name="T7" fmla="*/ 366 h 367"/>
                  <a:gd name="T8" fmla="*/ 7770 w 7829"/>
                  <a:gd name="T9" fmla="*/ 0 h 367"/>
                  <a:gd name="T10" fmla="*/ 58 w 7829"/>
                  <a:gd name="T11" fmla="*/ 0 h 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29" h="367">
                    <a:moveTo>
                      <a:pt x="58" y="0"/>
                    </a:moveTo>
                    <a:lnTo>
                      <a:pt x="58" y="0"/>
                    </a:lnTo>
                    <a:cubicBezTo>
                      <a:pt x="39" y="122"/>
                      <a:pt x="20" y="244"/>
                      <a:pt x="0" y="366"/>
                    </a:cubicBezTo>
                    <a:cubicBezTo>
                      <a:pt x="7828" y="366"/>
                      <a:pt x="7828" y="366"/>
                      <a:pt x="7828" y="366"/>
                    </a:cubicBezTo>
                    <a:cubicBezTo>
                      <a:pt x="7808" y="244"/>
                      <a:pt x="7789" y="122"/>
                      <a:pt x="7770" y="0"/>
                    </a:cubicBezTo>
                    <a:lnTo>
                      <a:pt x="58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160" name="ïşļïḓè"/>
              <p:cNvSpPr/>
              <p:nvPr/>
            </p:nvSpPr>
            <p:spPr bwMode="auto">
              <a:xfrm rot="1809314">
                <a:off x="5149287" y="6589619"/>
                <a:ext cx="2071401" cy="104016"/>
              </a:xfrm>
              <a:custGeom>
                <a:avLst/>
                <a:gdLst>
                  <a:gd name="T0" fmla="*/ 7988 w 7989"/>
                  <a:gd name="T1" fmla="*/ 405 h 406"/>
                  <a:gd name="T2" fmla="*/ 7988 w 7989"/>
                  <a:gd name="T3" fmla="*/ 405 h 406"/>
                  <a:gd name="T4" fmla="*/ 7950 w 7989"/>
                  <a:gd name="T5" fmla="*/ 0 h 406"/>
                  <a:gd name="T6" fmla="*/ 33 w 7989"/>
                  <a:gd name="T7" fmla="*/ 0 h 406"/>
                  <a:gd name="T8" fmla="*/ 0 w 7989"/>
                  <a:gd name="T9" fmla="*/ 405 h 406"/>
                  <a:gd name="T10" fmla="*/ 7988 w 7989"/>
                  <a:gd name="T11" fmla="*/ 405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89" h="406">
                    <a:moveTo>
                      <a:pt x="7988" y="405"/>
                    </a:moveTo>
                    <a:lnTo>
                      <a:pt x="7988" y="405"/>
                    </a:lnTo>
                    <a:cubicBezTo>
                      <a:pt x="7975" y="263"/>
                      <a:pt x="7962" y="122"/>
                      <a:pt x="7950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20" y="122"/>
                      <a:pt x="7" y="263"/>
                      <a:pt x="0" y="405"/>
                    </a:cubicBezTo>
                    <a:lnTo>
                      <a:pt x="7988" y="40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161" name="iŝlíḑé"/>
              <p:cNvSpPr/>
              <p:nvPr/>
            </p:nvSpPr>
            <p:spPr bwMode="auto">
              <a:xfrm rot="1809314">
                <a:off x="4589372" y="7801591"/>
                <a:ext cx="1668788" cy="296045"/>
              </a:xfrm>
              <a:custGeom>
                <a:avLst/>
                <a:gdLst>
                  <a:gd name="T0" fmla="*/ 6091 w 6440"/>
                  <a:gd name="T1" fmla="*/ 1144 h 1145"/>
                  <a:gd name="T2" fmla="*/ 6091 w 6440"/>
                  <a:gd name="T3" fmla="*/ 1144 h 1145"/>
                  <a:gd name="T4" fmla="*/ 6439 w 6440"/>
                  <a:gd name="T5" fmla="*/ 0 h 1145"/>
                  <a:gd name="T6" fmla="*/ 0 w 6440"/>
                  <a:gd name="T7" fmla="*/ 0 h 1145"/>
                  <a:gd name="T8" fmla="*/ 347 w 6440"/>
                  <a:gd name="T9" fmla="*/ 1144 h 1145"/>
                  <a:gd name="T10" fmla="*/ 6091 w 6440"/>
                  <a:gd name="T11" fmla="*/ 1144 h 1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40" h="1145">
                    <a:moveTo>
                      <a:pt x="6091" y="1144"/>
                    </a:moveTo>
                    <a:lnTo>
                      <a:pt x="6091" y="1144"/>
                    </a:lnTo>
                    <a:cubicBezTo>
                      <a:pt x="6227" y="778"/>
                      <a:pt x="6342" y="399"/>
                      <a:pt x="643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6" y="399"/>
                      <a:pt x="212" y="778"/>
                      <a:pt x="347" y="1144"/>
                    </a:cubicBezTo>
                    <a:lnTo>
                      <a:pt x="6091" y="1144"/>
                    </a:lnTo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162" name="iśļïḓê"/>
              <p:cNvSpPr/>
              <p:nvPr/>
            </p:nvSpPr>
            <p:spPr bwMode="auto">
              <a:xfrm rot="1809314">
                <a:off x="5526857" y="7885938"/>
                <a:ext cx="853266" cy="296045"/>
              </a:xfrm>
              <a:custGeom>
                <a:avLst/>
                <a:gdLst>
                  <a:gd name="T0" fmla="*/ 3291 w 3292"/>
                  <a:gd name="T1" fmla="*/ 0 h 1145"/>
                  <a:gd name="T2" fmla="*/ 3291 w 3292"/>
                  <a:gd name="T3" fmla="*/ 0 h 1145"/>
                  <a:gd name="T4" fmla="*/ 0 w 3292"/>
                  <a:gd name="T5" fmla="*/ 0 h 1145"/>
                  <a:gd name="T6" fmla="*/ 0 w 3292"/>
                  <a:gd name="T7" fmla="*/ 1144 h 1145"/>
                  <a:gd name="T8" fmla="*/ 2944 w 3292"/>
                  <a:gd name="T9" fmla="*/ 1144 h 1145"/>
                  <a:gd name="T10" fmla="*/ 3291 w 3292"/>
                  <a:gd name="T11" fmla="*/ 0 h 1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92" h="1145">
                    <a:moveTo>
                      <a:pt x="3291" y="0"/>
                    </a:moveTo>
                    <a:lnTo>
                      <a:pt x="3291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1144"/>
                      <a:pt x="0" y="1144"/>
                      <a:pt x="0" y="1144"/>
                    </a:cubicBezTo>
                    <a:cubicBezTo>
                      <a:pt x="2944" y="1144"/>
                      <a:pt x="2944" y="1144"/>
                      <a:pt x="2944" y="1144"/>
                    </a:cubicBezTo>
                    <a:cubicBezTo>
                      <a:pt x="3079" y="778"/>
                      <a:pt x="3194" y="392"/>
                      <a:pt x="3291" y="0"/>
                    </a:cubicBezTo>
                  </a:path>
                </a:pathLst>
              </a:custGeom>
              <a:solidFill>
                <a:srgbClr val="B6B3B3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163" name="ïṥḷíďé"/>
              <p:cNvSpPr/>
              <p:nvPr/>
            </p:nvSpPr>
            <p:spPr bwMode="auto">
              <a:xfrm rot="1809314">
                <a:off x="4564103" y="7613700"/>
                <a:ext cx="1912414" cy="337194"/>
              </a:xfrm>
              <a:custGeom>
                <a:avLst/>
                <a:gdLst>
                  <a:gd name="T0" fmla="*/ 6979 w 7379"/>
                  <a:gd name="T1" fmla="*/ 1305 h 1306"/>
                  <a:gd name="T2" fmla="*/ 6979 w 7379"/>
                  <a:gd name="T3" fmla="*/ 1305 h 1306"/>
                  <a:gd name="T4" fmla="*/ 7378 w 7379"/>
                  <a:gd name="T5" fmla="*/ 0 h 1306"/>
                  <a:gd name="T6" fmla="*/ 0 w 7379"/>
                  <a:gd name="T7" fmla="*/ 0 h 1306"/>
                  <a:gd name="T8" fmla="*/ 399 w 7379"/>
                  <a:gd name="T9" fmla="*/ 1305 h 1306"/>
                  <a:gd name="T10" fmla="*/ 6979 w 7379"/>
                  <a:gd name="T11" fmla="*/ 1305 h 1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79" h="1306">
                    <a:moveTo>
                      <a:pt x="6979" y="1305"/>
                    </a:moveTo>
                    <a:lnTo>
                      <a:pt x="6979" y="1305"/>
                    </a:lnTo>
                    <a:cubicBezTo>
                      <a:pt x="7134" y="887"/>
                      <a:pt x="7268" y="450"/>
                      <a:pt x="737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0" y="450"/>
                      <a:pt x="245" y="887"/>
                      <a:pt x="399" y="1305"/>
                    </a:cubicBezTo>
                    <a:lnTo>
                      <a:pt x="6979" y="130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164" name="îsľîdê"/>
              <p:cNvSpPr/>
              <p:nvPr/>
            </p:nvSpPr>
            <p:spPr bwMode="auto">
              <a:xfrm rot="1809314">
                <a:off x="5520419" y="6593703"/>
                <a:ext cx="220752" cy="1990012"/>
              </a:xfrm>
              <a:custGeom>
                <a:avLst/>
                <a:gdLst>
                  <a:gd name="T0" fmla="*/ 617 w 855"/>
                  <a:gd name="T1" fmla="*/ 7680 h 7681"/>
                  <a:gd name="T2" fmla="*/ 237 w 855"/>
                  <a:gd name="T3" fmla="*/ 7680 h 7681"/>
                  <a:gd name="T4" fmla="*/ 0 w 855"/>
                  <a:gd name="T5" fmla="*/ 0 h 7681"/>
                  <a:gd name="T6" fmla="*/ 854 w 855"/>
                  <a:gd name="T7" fmla="*/ 0 h 7681"/>
                  <a:gd name="T8" fmla="*/ 617 w 855"/>
                  <a:gd name="T9" fmla="*/ 7680 h 76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5" h="7681">
                    <a:moveTo>
                      <a:pt x="617" y="7680"/>
                    </a:moveTo>
                    <a:lnTo>
                      <a:pt x="237" y="7680"/>
                    </a:lnTo>
                    <a:lnTo>
                      <a:pt x="0" y="0"/>
                    </a:lnTo>
                    <a:lnTo>
                      <a:pt x="854" y="0"/>
                    </a:lnTo>
                    <a:lnTo>
                      <a:pt x="617" y="768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165" name="î$ľíḑé"/>
              <p:cNvSpPr/>
              <p:nvPr/>
            </p:nvSpPr>
            <p:spPr bwMode="auto">
              <a:xfrm rot="1809314">
                <a:off x="6093487" y="5486708"/>
                <a:ext cx="953920" cy="953285"/>
              </a:xfrm>
              <a:custGeom>
                <a:avLst/>
                <a:gdLst>
                  <a:gd name="T0" fmla="*/ 3681 w 3682"/>
                  <a:gd name="T1" fmla="*/ 1845 h 3684"/>
                  <a:gd name="T2" fmla="*/ 3681 w 3682"/>
                  <a:gd name="T3" fmla="*/ 1845 h 3684"/>
                  <a:gd name="T4" fmla="*/ 1838 w 3682"/>
                  <a:gd name="T5" fmla="*/ 3683 h 3684"/>
                  <a:gd name="T6" fmla="*/ 0 w 3682"/>
                  <a:gd name="T7" fmla="*/ 1845 h 3684"/>
                  <a:gd name="T8" fmla="*/ 1838 w 3682"/>
                  <a:gd name="T9" fmla="*/ 0 h 3684"/>
                  <a:gd name="T10" fmla="*/ 3681 w 3682"/>
                  <a:gd name="T11" fmla="*/ 1845 h 36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82" h="3684">
                    <a:moveTo>
                      <a:pt x="3681" y="1845"/>
                    </a:moveTo>
                    <a:lnTo>
                      <a:pt x="3681" y="1845"/>
                    </a:lnTo>
                    <a:cubicBezTo>
                      <a:pt x="3681" y="2860"/>
                      <a:pt x="2853" y="3683"/>
                      <a:pt x="1838" y="3683"/>
                    </a:cubicBezTo>
                    <a:cubicBezTo>
                      <a:pt x="822" y="3683"/>
                      <a:pt x="0" y="2860"/>
                      <a:pt x="0" y="1845"/>
                    </a:cubicBezTo>
                    <a:cubicBezTo>
                      <a:pt x="0" y="829"/>
                      <a:pt x="822" y="0"/>
                      <a:pt x="1838" y="0"/>
                    </a:cubicBezTo>
                    <a:cubicBezTo>
                      <a:pt x="2853" y="0"/>
                      <a:pt x="3681" y="829"/>
                      <a:pt x="3681" y="184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166" name="íṣ1îḑê"/>
              <p:cNvSpPr/>
              <p:nvPr/>
            </p:nvSpPr>
            <p:spPr bwMode="auto">
              <a:xfrm rot="1809314">
                <a:off x="6190134" y="5584853"/>
                <a:ext cx="759475" cy="758971"/>
              </a:xfrm>
              <a:custGeom>
                <a:avLst/>
                <a:gdLst>
                  <a:gd name="T0" fmla="*/ 2931 w 2932"/>
                  <a:gd name="T1" fmla="*/ 1466 h 2932"/>
                  <a:gd name="T2" fmla="*/ 2931 w 2932"/>
                  <a:gd name="T3" fmla="*/ 1466 h 2932"/>
                  <a:gd name="T4" fmla="*/ 1466 w 2932"/>
                  <a:gd name="T5" fmla="*/ 2931 h 2932"/>
                  <a:gd name="T6" fmla="*/ 0 w 2932"/>
                  <a:gd name="T7" fmla="*/ 1466 h 2932"/>
                  <a:gd name="T8" fmla="*/ 1466 w 2932"/>
                  <a:gd name="T9" fmla="*/ 0 h 2932"/>
                  <a:gd name="T10" fmla="*/ 2931 w 2932"/>
                  <a:gd name="T11" fmla="*/ 1466 h 29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32" h="2932">
                    <a:moveTo>
                      <a:pt x="2931" y="1466"/>
                    </a:moveTo>
                    <a:lnTo>
                      <a:pt x="2931" y="1466"/>
                    </a:lnTo>
                    <a:cubicBezTo>
                      <a:pt x="2931" y="2275"/>
                      <a:pt x="2276" y="2931"/>
                      <a:pt x="1466" y="2931"/>
                    </a:cubicBezTo>
                    <a:cubicBezTo>
                      <a:pt x="656" y="2931"/>
                      <a:pt x="0" y="2275"/>
                      <a:pt x="0" y="1466"/>
                    </a:cubicBezTo>
                    <a:cubicBezTo>
                      <a:pt x="0" y="656"/>
                      <a:pt x="656" y="0"/>
                      <a:pt x="1466" y="0"/>
                    </a:cubicBezTo>
                    <a:cubicBezTo>
                      <a:pt x="2276" y="0"/>
                      <a:pt x="2931" y="656"/>
                      <a:pt x="2931" y="1466"/>
                    </a:cubicBezTo>
                  </a:path>
                </a:pathLst>
              </a:custGeom>
              <a:solidFill>
                <a:srgbClr val="F4F4F4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</p:grpSp>
      </p:grpSp>
      <p:grpSp>
        <p:nvGrpSpPr>
          <p:cNvPr id="167" name="bf45de2a-3f3b-4252-8c5d-65cb2f390bc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628030" y="2146953"/>
            <a:ext cx="936125" cy="916622"/>
            <a:chOff x="3848100" y="1227932"/>
            <a:chExt cx="4495800" cy="4402137"/>
          </a:xfrm>
        </p:grpSpPr>
        <p:sp>
          <p:nvSpPr>
            <p:cNvPr id="168" name="ís1idé"/>
            <p:cNvSpPr/>
            <p:nvPr/>
          </p:nvSpPr>
          <p:spPr bwMode="auto">
            <a:xfrm>
              <a:off x="6494463" y="1478757"/>
              <a:ext cx="1257300" cy="1406525"/>
            </a:xfrm>
            <a:custGeom>
              <a:avLst/>
              <a:gdLst>
                <a:gd name="T0" fmla="*/ 693 w 722"/>
                <a:gd name="T1" fmla="*/ 366 h 808"/>
                <a:gd name="T2" fmla="*/ 421 w 722"/>
                <a:gd name="T3" fmla="*/ 781 h 808"/>
                <a:gd name="T4" fmla="*/ 29 w 722"/>
                <a:gd name="T5" fmla="*/ 461 h 808"/>
                <a:gd name="T6" fmla="*/ 308 w 722"/>
                <a:gd name="T7" fmla="*/ 45 h 808"/>
                <a:gd name="T8" fmla="*/ 693 w 722"/>
                <a:gd name="T9" fmla="*/ 366 h 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2" h="808">
                  <a:moveTo>
                    <a:pt x="693" y="366"/>
                  </a:moveTo>
                  <a:cubicBezTo>
                    <a:pt x="722" y="570"/>
                    <a:pt x="605" y="755"/>
                    <a:pt x="421" y="781"/>
                  </a:cubicBezTo>
                  <a:cubicBezTo>
                    <a:pt x="238" y="808"/>
                    <a:pt x="58" y="665"/>
                    <a:pt x="29" y="461"/>
                  </a:cubicBezTo>
                  <a:cubicBezTo>
                    <a:pt x="0" y="257"/>
                    <a:pt x="125" y="71"/>
                    <a:pt x="308" y="45"/>
                  </a:cubicBezTo>
                  <a:cubicBezTo>
                    <a:pt x="626" y="0"/>
                    <a:pt x="664" y="163"/>
                    <a:pt x="693" y="366"/>
                  </a:cubicBezTo>
                  <a:close/>
                </a:path>
              </a:pathLst>
            </a:custGeom>
            <a:solidFill>
              <a:srgbClr val="FDD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9" name="îṣḷiḑê"/>
            <p:cNvSpPr/>
            <p:nvPr/>
          </p:nvSpPr>
          <p:spPr bwMode="auto">
            <a:xfrm>
              <a:off x="6135688" y="1227932"/>
              <a:ext cx="1573213" cy="1457325"/>
            </a:xfrm>
            <a:custGeom>
              <a:avLst/>
              <a:gdLst>
                <a:gd name="T0" fmla="*/ 358 w 902"/>
                <a:gd name="T1" fmla="*/ 397 h 837"/>
                <a:gd name="T2" fmla="*/ 902 w 902"/>
                <a:gd name="T3" fmla="*/ 354 h 837"/>
                <a:gd name="T4" fmla="*/ 328 w 902"/>
                <a:gd name="T5" fmla="*/ 142 h 837"/>
                <a:gd name="T6" fmla="*/ 340 w 902"/>
                <a:gd name="T7" fmla="*/ 837 h 837"/>
                <a:gd name="T8" fmla="*/ 378 w 902"/>
                <a:gd name="T9" fmla="*/ 613 h 837"/>
                <a:gd name="T10" fmla="*/ 311 w 902"/>
                <a:gd name="T11" fmla="*/ 577 h 837"/>
                <a:gd name="T12" fmla="*/ 376 w 902"/>
                <a:gd name="T13" fmla="*/ 549 h 837"/>
                <a:gd name="T14" fmla="*/ 358 w 902"/>
                <a:gd name="T15" fmla="*/ 397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02" h="837">
                  <a:moveTo>
                    <a:pt x="358" y="397"/>
                  </a:moveTo>
                  <a:cubicBezTo>
                    <a:pt x="358" y="397"/>
                    <a:pt x="660" y="438"/>
                    <a:pt x="902" y="354"/>
                  </a:cubicBezTo>
                  <a:cubicBezTo>
                    <a:pt x="845" y="139"/>
                    <a:pt x="604" y="0"/>
                    <a:pt x="328" y="142"/>
                  </a:cubicBezTo>
                  <a:cubicBezTo>
                    <a:pt x="0" y="310"/>
                    <a:pt x="190" y="712"/>
                    <a:pt x="340" y="837"/>
                  </a:cubicBezTo>
                  <a:cubicBezTo>
                    <a:pt x="377" y="730"/>
                    <a:pt x="378" y="613"/>
                    <a:pt x="378" y="613"/>
                  </a:cubicBezTo>
                  <a:cubicBezTo>
                    <a:pt x="378" y="613"/>
                    <a:pt x="317" y="654"/>
                    <a:pt x="311" y="577"/>
                  </a:cubicBezTo>
                  <a:cubicBezTo>
                    <a:pt x="307" y="525"/>
                    <a:pt x="376" y="549"/>
                    <a:pt x="376" y="549"/>
                  </a:cubicBezTo>
                  <a:lnTo>
                    <a:pt x="358" y="397"/>
                  </a:lnTo>
                  <a:close/>
                </a:path>
              </a:pathLst>
            </a:custGeom>
            <a:solidFill>
              <a:srgbClr val="594A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0" name="í$ḻïďe"/>
            <p:cNvSpPr/>
            <p:nvPr/>
          </p:nvSpPr>
          <p:spPr bwMode="auto">
            <a:xfrm>
              <a:off x="5716588" y="1405732"/>
              <a:ext cx="1009650" cy="1466850"/>
            </a:xfrm>
            <a:custGeom>
              <a:avLst/>
              <a:gdLst>
                <a:gd name="T0" fmla="*/ 579 w 579"/>
                <a:gd name="T1" fmla="*/ 204 h 843"/>
                <a:gd name="T2" fmla="*/ 210 w 579"/>
                <a:gd name="T3" fmla="*/ 150 h 843"/>
                <a:gd name="T4" fmla="*/ 98 w 579"/>
                <a:gd name="T5" fmla="*/ 734 h 843"/>
                <a:gd name="T6" fmla="*/ 371 w 579"/>
                <a:gd name="T7" fmla="*/ 470 h 843"/>
                <a:gd name="T8" fmla="*/ 579 w 579"/>
                <a:gd name="T9" fmla="*/ 204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9" h="843">
                  <a:moveTo>
                    <a:pt x="579" y="204"/>
                  </a:moveTo>
                  <a:cubicBezTo>
                    <a:pt x="579" y="204"/>
                    <a:pt x="370" y="0"/>
                    <a:pt x="210" y="150"/>
                  </a:cubicBezTo>
                  <a:cubicBezTo>
                    <a:pt x="0" y="349"/>
                    <a:pt x="397" y="599"/>
                    <a:pt x="98" y="734"/>
                  </a:cubicBezTo>
                  <a:cubicBezTo>
                    <a:pt x="298" y="843"/>
                    <a:pt x="484" y="658"/>
                    <a:pt x="371" y="470"/>
                  </a:cubicBezTo>
                  <a:cubicBezTo>
                    <a:pt x="208" y="197"/>
                    <a:pt x="476" y="162"/>
                    <a:pt x="579" y="204"/>
                  </a:cubicBezTo>
                  <a:close/>
                </a:path>
              </a:pathLst>
            </a:custGeom>
            <a:solidFill>
              <a:srgbClr val="594A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1" name="îşḻíďè"/>
            <p:cNvSpPr/>
            <p:nvPr/>
          </p:nvSpPr>
          <p:spPr bwMode="auto">
            <a:xfrm>
              <a:off x="7173913" y="2467769"/>
              <a:ext cx="296863" cy="169862"/>
            </a:xfrm>
            <a:custGeom>
              <a:avLst/>
              <a:gdLst>
                <a:gd name="T0" fmla="*/ 0 w 171"/>
                <a:gd name="T1" fmla="*/ 20 h 98"/>
                <a:gd name="T2" fmla="*/ 92 w 171"/>
                <a:gd name="T3" fmla="*/ 93 h 98"/>
                <a:gd name="T4" fmla="*/ 166 w 171"/>
                <a:gd name="T5" fmla="*/ 0 h 98"/>
                <a:gd name="T6" fmla="*/ 0 w 171"/>
                <a:gd name="T7" fmla="*/ 2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1" h="98">
                  <a:moveTo>
                    <a:pt x="0" y="20"/>
                  </a:moveTo>
                  <a:cubicBezTo>
                    <a:pt x="5" y="66"/>
                    <a:pt x="47" y="98"/>
                    <a:pt x="92" y="93"/>
                  </a:cubicBezTo>
                  <a:cubicBezTo>
                    <a:pt x="138" y="88"/>
                    <a:pt x="171" y="46"/>
                    <a:pt x="166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EB7D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2" name="ïsľíḓe"/>
            <p:cNvSpPr/>
            <p:nvPr/>
          </p:nvSpPr>
          <p:spPr bwMode="auto">
            <a:xfrm>
              <a:off x="7080250" y="2664619"/>
              <a:ext cx="276225" cy="541337"/>
            </a:xfrm>
            <a:custGeom>
              <a:avLst/>
              <a:gdLst>
                <a:gd name="T0" fmla="*/ 0 w 174"/>
                <a:gd name="T1" fmla="*/ 12 h 341"/>
                <a:gd name="T2" fmla="*/ 10 w 174"/>
                <a:gd name="T3" fmla="*/ 163 h 341"/>
                <a:gd name="T4" fmla="*/ 105 w 174"/>
                <a:gd name="T5" fmla="*/ 341 h 341"/>
                <a:gd name="T6" fmla="*/ 174 w 174"/>
                <a:gd name="T7" fmla="*/ 152 h 341"/>
                <a:gd name="T8" fmla="*/ 163 w 174"/>
                <a:gd name="T9" fmla="*/ 0 h 341"/>
                <a:gd name="T10" fmla="*/ 0 w 174"/>
                <a:gd name="T11" fmla="*/ 1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4" h="341">
                  <a:moveTo>
                    <a:pt x="0" y="12"/>
                  </a:moveTo>
                  <a:lnTo>
                    <a:pt x="10" y="163"/>
                  </a:lnTo>
                  <a:lnTo>
                    <a:pt x="105" y="341"/>
                  </a:lnTo>
                  <a:lnTo>
                    <a:pt x="174" y="152"/>
                  </a:lnTo>
                  <a:lnTo>
                    <a:pt x="163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DD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3" name="ísľiḍê"/>
            <p:cNvSpPr/>
            <p:nvPr/>
          </p:nvSpPr>
          <p:spPr bwMode="auto">
            <a:xfrm>
              <a:off x="6792913" y="2905919"/>
              <a:ext cx="976313" cy="1163637"/>
            </a:xfrm>
            <a:custGeom>
              <a:avLst/>
              <a:gdLst>
                <a:gd name="T0" fmla="*/ 191 w 615"/>
                <a:gd name="T1" fmla="*/ 11 h 733"/>
                <a:gd name="T2" fmla="*/ 0 w 615"/>
                <a:gd name="T3" fmla="*/ 82 h 733"/>
                <a:gd name="T4" fmla="*/ 66 w 615"/>
                <a:gd name="T5" fmla="*/ 514 h 733"/>
                <a:gd name="T6" fmla="*/ 28 w 615"/>
                <a:gd name="T7" fmla="*/ 733 h 733"/>
                <a:gd name="T8" fmla="*/ 615 w 615"/>
                <a:gd name="T9" fmla="*/ 690 h 733"/>
                <a:gd name="T10" fmla="*/ 538 w 615"/>
                <a:gd name="T11" fmla="*/ 480 h 733"/>
                <a:gd name="T12" fmla="*/ 540 w 615"/>
                <a:gd name="T13" fmla="*/ 41 h 733"/>
                <a:gd name="T14" fmla="*/ 355 w 615"/>
                <a:gd name="T15" fmla="*/ 0 h 733"/>
                <a:gd name="T16" fmla="*/ 286 w 615"/>
                <a:gd name="T17" fmla="*/ 189 h 733"/>
                <a:gd name="T18" fmla="*/ 191 w 615"/>
                <a:gd name="T19" fmla="*/ 11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5" h="733">
                  <a:moveTo>
                    <a:pt x="191" y="11"/>
                  </a:moveTo>
                  <a:lnTo>
                    <a:pt x="0" y="82"/>
                  </a:lnTo>
                  <a:lnTo>
                    <a:pt x="66" y="514"/>
                  </a:lnTo>
                  <a:lnTo>
                    <a:pt x="28" y="733"/>
                  </a:lnTo>
                  <a:lnTo>
                    <a:pt x="615" y="690"/>
                  </a:lnTo>
                  <a:lnTo>
                    <a:pt x="538" y="480"/>
                  </a:lnTo>
                  <a:lnTo>
                    <a:pt x="540" y="41"/>
                  </a:lnTo>
                  <a:lnTo>
                    <a:pt x="355" y="0"/>
                  </a:lnTo>
                  <a:lnTo>
                    <a:pt x="286" y="189"/>
                  </a:lnTo>
                  <a:lnTo>
                    <a:pt x="191" y="1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4" name="ïŝḻiḋè"/>
            <p:cNvSpPr/>
            <p:nvPr/>
          </p:nvSpPr>
          <p:spPr bwMode="auto">
            <a:xfrm>
              <a:off x="6792913" y="2905919"/>
              <a:ext cx="976313" cy="1163637"/>
            </a:xfrm>
            <a:custGeom>
              <a:avLst/>
              <a:gdLst>
                <a:gd name="T0" fmla="*/ 191 w 615"/>
                <a:gd name="T1" fmla="*/ 11 h 733"/>
                <a:gd name="T2" fmla="*/ 0 w 615"/>
                <a:gd name="T3" fmla="*/ 82 h 733"/>
                <a:gd name="T4" fmla="*/ 66 w 615"/>
                <a:gd name="T5" fmla="*/ 514 h 733"/>
                <a:gd name="T6" fmla="*/ 28 w 615"/>
                <a:gd name="T7" fmla="*/ 733 h 733"/>
                <a:gd name="T8" fmla="*/ 615 w 615"/>
                <a:gd name="T9" fmla="*/ 690 h 733"/>
                <a:gd name="T10" fmla="*/ 538 w 615"/>
                <a:gd name="T11" fmla="*/ 480 h 733"/>
                <a:gd name="T12" fmla="*/ 540 w 615"/>
                <a:gd name="T13" fmla="*/ 41 h 733"/>
                <a:gd name="T14" fmla="*/ 355 w 615"/>
                <a:gd name="T15" fmla="*/ 0 h 733"/>
                <a:gd name="T16" fmla="*/ 286 w 615"/>
                <a:gd name="T17" fmla="*/ 189 h 733"/>
                <a:gd name="T18" fmla="*/ 191 w 615"/>
                <a:gd name="T19" fmla="*/ 11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5" h="733">
                  <a:moveTo>
                    <a:pt x="191" y="11"/>
                  </a:moveTo>
                  <a:lnTo>
                    <a:pt x="0" y="82"/>
                  </a:lnTo>
                  <a:lnTo>
                    <a:pt x="66" y="514"/>
                  </a:lnTo>
                  <a:lnTo>
                    <a:pt x="28" y="733"/>
                  </a:lnTo>
                  <a:lnTo>
                    <a:pt x="615" y="690"/>
                  </a:lnTo>
                  <a:lnTo>
                    <a:pt x="538" y="480"/>
                  </a:lnTo>
                  <a:lnTo>
                    <a:pt x="540" y="41"/>
                  </a:lnTo>
                  <a:lnTo>
                    <a:pt x="355" y="0"/>
                  </a:lnTo>
                  <a:lnTo>
                    <a:pt x="286" y="189"/>
                  </a:lnTo>
                  <a:lnTo>
                    <a:pt x="191" y="1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5" name="îṡlïḑe"/>
            <p:cNvSpPr/>
            <p:nvPr/>
          </p:nvSpPr>
          <p:spPr bwMode="auto">
            <a:xfrm>
              <a:off x="7040563" y="2905919"/>
              <a:ext cx="373063" cy="420687"/>
            </a:xfrm>
            <a:custGeom>
              <a:avLst/>
              <a:gdLst>
                <a:gd name="T0" fmla="*/ 199 w 235"/>
                <a:gd name="T1" fmla="*/ 0 h 265"/>
                <a:gd name="T2" fmla="*/ 235 w 235"/>
                <a:gd name="T3" fmla="*/ 8 h 265"/>
                <a:gd name="T4" fmla="*/ 135 w 235"/>
                <a:gd name="T5" fmla="*/ 265 h 265"/>
                <a:gd name="T6" fmla="*/ 0 w 235"/>
                <a:gd name="T7" fmla="*/ 25 h 265"/>
                <a:gd name="T8" fmla="*/ 35 w 235"/>
                <a:gd name="T9" fmla="*/ 11 h 265"/>
                <a:gd name="T10" fmla="*/ 130 w 235"/>
                <a:gd name="T11" fmla="*/ 189 h 265"/>
                <a:gd name="T12" fmla="*/ 199 w 235"/>
                <a:gd name="T13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265">
                  <a:moveTo>
                    <a:pt x="199" y="0"/>
                  </a:moveTo>
                  <a:lnTo>
                    <a:pt x="235" y="8"/>
                  </a:lnTo>
                  <a:lnTo>
                    <a:pt x="135" y="265"/>
                  </a:lnTo>
                  <a:lnTo>
                    <a:pt x="0" y="25"/>
                  </a:lnTo>
                  <a:lnTo>
                    <a:pt x="35" y="11"/>
                  </a:lnTo>
                  <a:lnTo>
                    <a:pt x="130" y="189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6" name="iŝḷídé"/>
            <p:cNvSpPr/>
            <p:nvPr/>
          </p:nvSpPr>
          <p:spPr bwMode="auto">
            <a:xfrm>
              <a:off x="7034213" y="2923382"/>
              <a:ext cx="168275" cy="236537"/>
            </a:xfrm>
            <a:custGeom>
              <a:avLst/>
              <a:gdLst>
                <a:gd name="T0" fmla="*/ 39 w 106"/>
                <a:gd name="T1" fmla="*/ 0 h 149"/>
                <a:gd name="T2" fmla="*/ 4 w 106"/>
                <a:gd name="T3" fmla="*/ 13 h 149"/>
                <a:gd name="T4" fmla="*/ 0 w 106"/>
                <a:gd name="T5" fmla="*/ 149 h 149"/>
                <a:gd name="T6" fmla="*/ 48 w 106"/>
                <a:gd name="T7" fmla="*/ 121 h 149"/>
                <a:gd name="T8" fmla="*/ 106 w 106"/>
                <a:gd name="T9" fmla="*/ 126 h 149"/>
                <a:gd name="T10" fmla="*/ 39 w 106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" h="149">
                  <a:moveTo>
                    <a:pt x="39" y="0"/>
                  </a:moveTo>
                  <a:lnTo>
                    <a:pt x="4" y="13"/>
                  </a:lnTo>
                  <a:lnTo>
                    <a:pt x="0" y="149"/>
                  </a:lnTo>
                  <a:lnTo>
                    <a:pt x="48" y="121"/>
                  </a:lnTo>
                  <a:lnTo>
                    <a:pt x="106" y="126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7" name="iS1îdê"/>
            <p:cNvSpPr/>
            <p:nvPr/>
          </p:nvSpPr>
          <p:spPr bwMode="auto">
            <a:xfrm>
              <a:off x="7280275" y="2905919"/>
              <a:ext cx="171450" cy="223837"/>
            </a:xfrm>
            <a:custGeom>
              <a:avLst/>
              <a:gdLst>
                <a:gd name="T0" fmla="*/ 48 w 108"/>
                <a:gd name="T1" fmla="*/ 0 h 141"/>
                <a:gd name="T2" fmla="*/ 84 w 108"/>
                <a:gd name="T3" fmla="*/ 8 h 141"/>
                <a:gd name="T4" fmla="*/ 108 w 108"/>
                <a:gd name="T5" fmla="*/ 141 h 141"/>
                <a:gd name="T6" fmla="*/ 57 w 108"/>
                <a:gd name="T7" fmla="*/ 121 h 141"/>
                <a:gd name="T8" fmla="*/ 0 w 108"/>
                <a:gd name="T9" fmla="*/ 134 h 141"/>
                <a:gd name="T10" fmla="*/ 48 w 108"/>
                <a:gd name="T11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" h="141">
                  <a:moveTo>
                    <a:pt x="48" y="0"/>
                  </a:moveTo>
                  <a:lnTo>
                    <a:pt x="84" y="8"/>
                  </a:lnTo>
                  <a:lnTo>
                    <a:pt x="108" y="141"/>
                  </a:lnTo>
                  <a:lnTo>
                    <a:pt x="57" y="121"/>
                  </a:lnTo>
                  <a:lnTo>
                    <a:pt x="0" y="134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8" name="isḻîďè"/>
            <p:cNvSpPr/>
            <p:nvPr/>
          </p:nvSpPr>
          <p:spPr bwMode="auto">
            <a:xfrm>
              <a:off x="7224713" y="3396457"/>
              <a:ext cx="77788" cy="79375"/>
            </a:xfrm>
            <a:custGeom>
              <a:avLst/>
              <a:gdLst>
                <a:gd name="T0" fmla="*/ 44 w 45"/>
                <a:gd name="T1" fmla="*/ 21 h 45"/>
                <a:gd name="T2" fmla="*/ 24 w 45"/>
                <a:gd name="T3" fmla="*/ 44 h 45"/>
                <a:gd name="T4" fmla="*/ 1 w 45"/>
                <a:gd name="T5" fmla="*/ 24 h 45"/>
                <a:gd name="T6" fmla="*/ 21 w 45"/>
                <a:gd name="T7" fmla="*/ 1 h 45"/>
                <a:gd name="T8" fmla="*/ 44 w 45"/>
                <a:gd name="T9" fmla="*/ 2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45">
                  <a:moveTo>
                    <a:pt x="44" y="21"/>
                  </a:moveTo>
                  <a:cubicBezTo>
                    <a:pt x="45" y="33"/>
                    <a:pt x="36" y="43"/>
                    <a:pt x="24" y="44"/>
                  </a:cubicBezTo>
                  <a:cubicBezTo>
                    <a:pt x="12" y="45"/>
                    <a:pt x="2" y="36"/>
                    <a:pt x="1" y="24"/>
                  </a:cubicBezTo>
                  <a:cubicBezTo>
                    <a:pt x="0" y="12"/>
                    <a:pt x="9" y="2"/>
                    <a:pt x="21" y="1"/>
                  </a:cubicBezTo>
                  <a:cubicBezTo>
                    <a:pt x="33" y="0"/>
                    <a:pt x="44" y="9"/>
                    <a:pt x="44" y="21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9" name="íSḷïde"/>
            <p:cNvSpPr/>
            <p:nvPr/>
          </p:nvSpPr>
          <p:spPr bwMode="auto">
            <a:xfrm>
              <a:off x="7240588" y="3621882"/>
              <a:ext cx="77788" cy="77787"/>
            </a:xfrm>
            <a:custGeom>
              <a:avLst/>
              <a:gdLst>
                <a:gd name="T0" fmla="*/ 44 w 44"/>
                <a:gd name="T1" fmla="*/ 21 h 45"/>
                <a:gd name="T2" fmla="*/ 24 w 44"/>
                <a:gd name="T3" fmla="*/ 44 h 45"/>
                <a:gd name="T4" fmla="*/ 0 w 44"/>
                <a:gd name="T5" fmla="*/ 24 h 45"/>
                <a:gd name="T6" fmla="*/ 20 w 44"/>
                <a:gd name="T7" fmla="*/ 1 h 45"/>
                <a:gd name="T8" fmla="*/ 44 w 44"/>
                <a:gd name="T9" fmla="*/ 2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5">
                  <a:moveTo>
                    <a:pt x="44" y="21"/>
                  </a:moveTo>
                  <a:cubicBezTo>
                    <a:pt x="44" y="33"/>
                    <a:pt x="35" y="44"/>
                    <a:pt x="24" y="44"/>
                  </a:cubicBezTo>
                  <a:cubicBezTo>
                    <a:pt x="12" y="45"/>
                    <a:pt x="1" y="36"/>
                    <a:pt x="0" y="24"/>
                  </a:cubicBezTo>
                  <a:cubicBezTo>
                    <a:pt x="0" y="12"/>
                    <a:pt x="9" y="2"/>
                    <a:pt x="20" y="1"/>
                  </a:cubicBezTo>
                  <a:cubicBezTo>
                    <a:pt x="32" y="0"/>
                    <a:pt x="43" y="9"/>
                    <a:pt x="44" y="21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0" name="iṩḷîḓé"/>
            <p:cNvSpPr/>
            <p:nvPr/>
          </p:nvSpPr>
          <p:spPr bwMode="auto">
            <a:xfrm>
              <a:off x="7256463" y="3847307"/>
              <a:ext cx="79375" cy="79375"/>
            </a:xfrm>
            <a:custGeom>
              <a:avLst/>
              <a:gdLst>
                <a:gd name="T0" fmla="*/ 44 w 45"/>
                <a:gd name="T1" fmla="*/ 21 h 45"/>
                <a:gd name="T2" fmla="*/ 24 w 45"/>
                <a:gd name="T3" fmla="*/ 44 h 45"/>
                <a:gd name="T4" fmla="*/ 1 w 45"/>
                <a:gd name="T5" fmla="*/ 24 h 45"/>
                <a:gd name="T6" fmla="*/ 21 w 45"/>
                <a:gd name="T7" fmla="*/ 1 h 45"/>
                <a:gd name="T8" fmla="*/ 44 w 45"/>
                <a:gd name="T9" fmla="*/ 2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45">
                  <a:moveTo>
                    <a:pt x="44" y="21"/>
                  </a:moveTo>
                  <a:cubicBezTo>
                    <a:pt x="45" y="33"/>
                    <a:pt x="36" y="43"/>
                    <a:pt x="24" y="44"/>
                  </a:cubicBezTo>
                  <a:cubicBezTo>
                    <a:pt x="12" y="45"/>
                    <a:pt x="1" y="36"/>
                    <a:pt x="1" y="24"/>
                  </a:cubicBezTo>
                  <a:cubicBezTo>
                    <a:pt x="0" y="12"/>
                    <a:pt x="9" y="2"/>
                    <a:pt x="21" y="1"/>
                  </a:cubicBezTo>
                  <a:cubicBezTo>
                    <a:pt x="33" y="0"/>
                    <a:pt x="43" y="9"/>
                    <a:pt x="44" y="21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1" name="iSļiḋe"/>
            <p:cNvSpPr/>
            <p:nvPr/>
          </p:nvSpPr>
          <p:spPr bwMode="auto">
            <a:xfrm>
              <a:off x="7356475" y="4064794"/>
              <a:ext cx="542925" cy="1460500"/>
            </a:xfrm>
            <a:custGeom>
              <a:avLst/>
              <a:gdLst>
                <a:gd name="T0" fmla="*/ 0 w 312"/>
                <a:gd name="T1" fmla="*/ 0 h 839"/>
                <a:gd name="T2" fmla="*/ 92 w 312"/>
                <a:gd name="T3" fmla="*/ 412 h 839"/>
                <a:gd name="T4" fmla="*/ 106 w 312"/>
                <a:gd name="T5" fmla="*/ 736 h 839"/>
                <a:gd name="T6" fmla="*/ 266 w 312"/>
                <a:gd name="T7" fmla="*/ 792 h 839"/>
                <a:gd name="T8" fmla="*/ 167 w 312"/>
                <a:gd name="T9" fmla="*/ 698 h 839"/>
                <a:gd name="T10" fmla="*/ 183 w 312"/>
                <a:gd name="T11" fmla="*/ 403 h 839"/>
                <a:gd name="T12" fmla="*/ 165 w 312"/>
                <a:gd name="T13" fmla="*/ 49 h 839"/>
                <a:gd name="T14" fmla="*/ 0 w 312"/>
                <a:gd name="T15" fmla="*/ 0 h 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2" h="839">
                  <a:moveTo>
                    <a:pt x="0" y="0"/>
                  </a:moveTo>
                  <a:cubicBezTo>
                    <a:pt x="92" y="412"/>
                    <a:pt x="92" y="412"/>
                    <a:pt x="92" y="412"/>
                  </a:cubicBezTo>
                  <a:cubicBezTo>
                    <a:pt x="106" y="736"/>
                    <a:pt x="106" y="736"/>
                    <a:pt x="106" y="736"/>
                  </a:cubicBezTo>
                  <a:cubicBezTo>
                    <a:pt x="106" y="736"/>
                    <a:pt x="225" y="839"/>
                    <a:pt x="266" y="792"/>
                  </a:cubicBezTo>
                  <a:cubicBezTo>
                    <a:pt x="312" y="739"/>
                    <a:pt x="167" y="698"/>
                    <a:pt x="167" y="698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DD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2" name="íšḻïdè"/>
            <p:cNvSpPr/>
            <p:nvPr/>
          </p:nvSpPr>
          <p:spPr bwMode="auto">
            <a:xfrm>
              <a:off x="6792913" y="4161632"/>
              <a:ext cx="457200" cy="1328737"/>
            </a:xfrm>
            <a:custGeom>
              <a:avLst/>
              <a:gdLst>
                <a:gd name="T0" fmla="*/ 112 w 262"/>
                <a:gd name="T1" fmla="*/ 16 h 764"/>
                <a:gd name="T2" fmla="*/ 102 w 262"/>
                <a:gd name="T3" fmla="*/ 333 h 764"/>
                <a:gd name="T4" fmla="*/ 0 w 262"/>
                <a:gd name="T5" fmla="*/ 623 h 764"/>
                <a:gd name="T6" fmla="*/ 125 w 262"/>
                <a:gd name="T7" fmla="*/ 737 h 764"/>
                <a:gd name="T8" fmla="*/ 70 w 262"/>
                <a:gd name="T9" fmla="*/ 615 h 764"/>
                <a:gd name="T10" fmla="*/ 192 w 262"/>
                <a:gd name="T11" fmla="*/ 348 h 764"/>
                <a:gd name="T12" fmla="*/ 262 w 262"/>
                <a:gd name="T13" fmla="*/ 0 h 764"/>
                <a:gd name="T14" fmla="*/ 112 w 262"/>
                <a:gd name="T15" fmla="*/ 16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2" h="764">
                  <a:moveTo>
                    <a:pt x="112" y="16"/>
                  </a:moveTo>
                  <a:cubicBezTo>
                    <a:pt x="102" y="333"/>
                    <a:pt x="102" y="333"/>
                    <a:pt x="102" y="333"/>
                  </a:cubicBezTo>
                  <a:cubicBezTo>
                    <a:pt x="0" y="623"/>
                    <a:pt x="0" y="623"/>
                    <a:pt x="0" y="623"/>
                  </a:cubicBezTo>
                  <a:cubicBezTo>
                    <a:pt x="0" y="623"/>
                    <a:pt x="70" y="764"/>
                    <a:pt x="125" y="737"/>
                  </a:cubicBezTo>
                  <a:cubicBezTo>
                    <a:pt x="188" y="706"/>
                    <a:pt x="70" y="615"/>
                    <a:pt x="70" y="615"/>
                  </a:cubicBezTo>
                  <a:cubicBezTo>
                    <a:pt x="192" y="348"/>
                    <a:pt x="192" y="348"/>
                    <a:pt x="192" y="348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112" y="16"/>
                    <a:pt x="112" y="16"/>
                    <a:pt x="112" y="16"/>
                  </a:cubicBezTo>
                </a:path>
              </a:pathLst>
            </a:custGeom>
            <a:solidFill>
              <a:srgbClr val="FDD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3" name="ï$ļïďe"/>
            <p:cNvSpPr/>
            <p:nvPr/>
          </p:nvSpPr>
          <p:spPr bwMode="auto">
            <a:xfrm>
              <a:off x="6732588" y="5231607"/>
              <a:ext cx="469900" cy="338137"/>
            </a:xfrm>
            <a:custGeom>
              <a:avLst/>
              <a:gdLst>
                <a:gd name="T0" fmla="*/ 35 w 270"/>
                <a:gd name="T1" fmla="*/ 8 h 194"/>
                <a:gd name="T2" fmla="*/ 0 w 270"/>
                <a:gd name="T3" fmla="*/ 99 h 194"/>
                <a:gd name="T4" fmla="*/ 21 w 270"/>
                <a:gd name="T5" fmla="*/ 110 h 194"/>
                <a:gd name="T6" fmla="*/ 45 w 270"/>
                <a:gd name="T7" fmla="*/ 67 h 194"/>
                <a:gd name="T8" fmla="*/ 144 w 270"/>
                <a:gd name="T9" fmla="*/ 154 h 194"/>
                <a:gd name="T10" fmla="*/ 105 w 270"/>
                <a:gd name="T11" fmla="*/ 0 h 194"/>
                <a:gd name="T12" fmla="*/ 153 w 270"/>
                <a:gd name="T13" fmla="*/ 85 h 194"/>
                <a:gd name="T14" fmla="*/ 35 w 270"/>
                <a:gd name="T15" fmla="*/ 8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0" h="194">
                  <a:moveTo>
                    <a:pt x="35" y="8"/>
                  </a:moveTo>
                  <a:cubicBezTo>
                    <a:pt x="0" y="99"/>
                    <a:pt x="0" y="99"/>
                    <a:pt x="0" y="99"/>
                  </a:cubicBezTo>
                  <a:cubicBezTo>
                    <a:pt x="21" y="110"/>
                    <a:pt x="21" y="110"/>
                    <a:pt x="21" y="110"/>
                  </a:cubicBezTo>
                  <a:cubicBezTo>
                    <a:pt x="45" y="67"/>
                    <a:pt x="45" y="67"/>
                    <a:pt x="45" y="67"/>
                  </a:cubicBezTo>
                  <a:cubicBezTo>
                    <a:pt x="45" y="67"/>
                    <a:pt x="64" y="128"/>
                    <a:pt x="144" y="154"/>
                  </a:cubicBezTo>
                  <a:cubicBezTo>
                    <a:pt x="270" y="194"/>
                    <a:pt x="170" y="46"/>
                    <a:pt x="105" y="0"/>
                  </a:cubicBezTo>
                  <a:cubicBezTo>
                    <a:pt x="105" y="0"/>
                    <a:pt x="193" y="65"/>
                    <a:pt x="153" y="85"/>
                  </a:cubicBezTo>
                  <a:cubicBezTo>
                    <a:pt x="90" y="114"/>
                    <a:pt x="35" y="8"/>
                    <a:pt x="35" y="8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4" name="îşļïḍè"/>
            <p:cNvSpPr/>
            <p:nvPr/>
          </p:nvSpPr>
          <p:spPr bwMode="auto">
            <a:xfrm>
              <a:off x="7540625" y="5280819"/>
              <a:ext cx="504825" cy="241300"/>
            </a:xfrm>
            <a:custGeom>
              <a:avLst/>
              <a:gdLst>
                <a:gd name="T0" fmla="*/ 0 w 289"/>
                <a:gd name="T1" fmla="*/ 38 h 139"/>
                <a:gd name="T2" fmla="*/ 4 w 289"/>
                <a:gd name="T3" fmla="*/ 139 h 139"/>
                <a:gd name="T4" fmla="*/ 22 w 289"/>
                <a:gd name="T5" fmla="*/ 138 h 139"/>
                <a:gd name="T6" fmla="*/ 32 w 289"/>
                <a:gd name="T7" fmla="*/ 88 h 139"/>
                <a:gd name="T8" fmla="*/ 157 w 289"/>
                <a:gd name="T9" fmla="*/ 129 h 139"/>
                <a:gd name="T10" fmla="*/ 61 w 289"/>
                <a:gd name="T11" fmla="*/ 0 h 139"/>
                <a:gd name="T12" fmla="*/ 138 w 289"/>
                <a:gd name="T13" fmla="*/ 62 h 139"/>
                <a:gd name="T14" fmla="*/ 0 w 289"/>
                <a:gd name="T15" fmla="*/ 38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9" h="139">
                  <a:moveTo>
                    <a:pt x="0" y="38"/>
                  </a:moveTo>
                  <a:cubicBezTo>
                    <a:pt x="4" y="139"/>
                    <a:pt x="4" y="139"/>
                    <a:pt x="4" y="139"/>
                  </a:cubicBezTo>
                  <a:cubicBezTo>
                    <a:pt x="22" y="138"/>
                    <a:pt x="22" y="138"/>
                    <a:pt x="22" y="138"/>
                  </a:cubicBezTo>
                  <a:cubicBezTo>
                    <a:pt x="32" y="88"/>
                    <a:pt x="32" y="88"/>
                    <a:pt x="32" y="88"/>
                  </a:cubicBezTo>
                  <a:cubicBezTo>
                    <a:pt x="32" y="88"/>
                    <a:pt x="74" y="137"/>
                    <a:pt x="157" y="129"/>
                  </a:cubicBezTo>
                  <a:cubicBezTo>
                    <a:pt x="289" y="118"/>
                    <a:pt x="138" y="17"/>
                    <a:pt x="61" y="0"/>
                  </a:cubicBezTo>
                  <a:cubicBezTo>
                    <a:pt x="61" y="0"/>
                    <a:pt x="168" y="29"/>
                    <a:pt x="138" y="62"/>
                  </a:cubicBezTo>
                  <a:cubicBezTo>
                    <a:pt x="92" y="115"/>
                    <a:pt x="0" y="38"/>
                    <a:pt x="0" y="38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5" name="íSḷîḋé"/>
            <p:cNvSpPr/>
            <p:nvPr/>
          </p:nvSpPr>
          <p:spPr bwMode="auto">
            <a:xfrm>
              <a:off x="6892925" y="4006057"/>
              <a:ext cx="862013" cy="428625"/>
            </a:xfrm>
            <a:custGeom>
              <a:avLst/>
              <a:gdLst>
                <a:gd name="T0" fmla="*/ 543 w 543"/>
                <a:gd name="T1" fmla="*/ 218 h 270"/>
                <a:gd name="T2" fmla="*/ 0 w 543"/>
                <a:gd name="T3" fmla="*/ 270 h 270"/>
                <a:gd name="T4" fmla="*/ 0 w 543"/>
                <a:gd name="T5" fmla="*/ 36 h 270"/>
                <a:gd name="T6" fmla="*/ 512 w 543"/>
                <a:gd name="T7" fmla="*/ 0 h 270"/>
                <a:gd name="T8" fmla="*/ 543 w 543"/>
                <a:gd name="T9" fmla="*/ 218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3" h="270">
                  <a:moveTo>
                    <a:pt x="543" y="218"/>
                  </a:moveTo>
                  <a:lnTo>
                    <a:pt x="0" y="270"/>
                  </a:lnTo>
                  <a:lnTo>
                    <a:pt x="0" y="36"/>
                  </a:lnTo>
                  <a:lnTo>
                    <a:pt x="512" y="0"/>
                  </a:lnTo>
                  <a:lnTo>
                    <a:pt x="543" y="21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6" name="ïṣlíḍe"/>
            <p:cNvSpPr/>
            <p:nvPr/>
          </p:nvSpPr>
          <p:spPr bwMode="auto">
            <a:xfrm>
              <a:off x="6892925" y="4006057"/>
              <a:ext cx="862013" cy="428625"/>
            </a:xfrm>
            <a:custGeom>
              <a:avLst/>
              <a:gdLst>
                <a:gd name="T0" fmla="*/ 543 w 543"/>
                <a:gd name="T1" fmla="*/ 218 h 270"/>
                <a:gd name="T2" fmla="*/ 0 w 543"/>
                <a:gd name="T3" fmla="*/ 270 h 270"/>
                <a:gd name="T4" fmla="*/ 0 w 543"/>
                <a:gd name="T5" fmla="*/ 36 h 270"/>
                <a:gd name="T6" fmla="*/ 512 w 543"/>
                <a:gd name="T7" fmla="*/ 0 h 270"/>
                <a:gd name="T8" fmla="*/ 543 w 543"/>
                <a:gd name="T9" fmla="*/ 218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3" h="270">
                  <a:moveTo>
                    <a:pt x="543" y="218"/>
                  </a:moveTo>
                  <a:lnTo>
                    <a:pt x="0" y="270"/>
                  </a:lnTo>
                  <a:lnTo>
                    <a:pt x="0" y="36"/>
                  </a:lnTo>
                  <a:lnTo>
                    <a:pt x="512" y="0"/>
                  </a:lnTo>
                  <a:lnTo>
                    <a:pt x="543" y="21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7" name="íşḷïḋê"/>
            <p:cNvSpPr/>
            <p:nvPr/>
          </p:nvSpPr>
          <p:spPr bwMode="auto">
            <a:xfrm>
              <a:off x="6932613" y="4006057"/>
              <a:ext cx="777875" cy="153987"/>
            </a:xfrm>
            <a:custGeom>
              <a:avLst/>
              <a:gdLst>
                <a:gd name="T0" fmla="*/ 487 w 490"/>
                <a:gd name="T1" fmla="*/ 0 h 97"/>
                <a:gd name="T2" fmla="*/ 5 w 490"/>
                <a:gd name="T3" fmla="*/ 34 h 97"/>
                <a:gd name="T4" fmla="*/ 0 w 490"/>
                <a:gd name="T5" fmla="*/ 97 h 97"/>
                <a:gd name="T6" fmla="*/ 490 w 490"/>
                <a:gd name="T7" fmla="*/ 20 h 97"/>
                <a:gd name="T8" fmla="*/ 487 w 490"/>
                <a:gd name="T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97">
                  <a:moveTo>
                    <a:pt x="487" y="0"/>
                  </a:moveTo>
                  <a:lnTo>
                    <a:pt x="5" y="34"/>
                  </a:lnTo>
                  <a:lnTo>
                    <a:pt x="0" y="97"/>
                  </a:lnTo>
                  <a:lnTo>
                    <a:pt x="490" y="2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8" name="íṣḻíḋê"/>
            <p:cNvSpPr/>
            <p:nvPr/>
          </p:nvSpPr>
          <p:spPr bwMode="auto">
            <a:xfrm>
              <a:off x="6932613" y="4006057"/>
              <a:ext cx="777875" cy="153987"/>
            </a:xfrm>
            <a:custGeom>
              <a:avLst/>
              <a:gdLst>
                <a:gd name="T0" fmla="*/ 487 w 490"/>
                <a:gd name="T1" fmla="*/ 0 h 97"/>
                <a:gd name="T2" fmla="*/ 5 w 490"/>
                <a:gd name="T3" fmla="*/ 34 h 97"/>
                <a:gd name="T4" fmla="*/ 0 w 490"/>
                <a:gd name="T5" fmla="*/ 97 h 97"/>
                <a:gd name="T6" fmla="*/ 490 w 490"/>
                <a:gd name="T7" fmla="*/ 20 h 97"/>
                <a:gd name="T8" fmla="*/ 487 w 490"/>
                <a:gd name="T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97">
                  <a:moveTo>
                    <a:pt x="487" y="0"/>
                  </a:moveTo>
                  <a:lnTo>
                    <a:pt x="5" y="34"/>
                  </a:lnTo>
                  <a:lnTo>
                    <a:pt x="0" y="97"/>
                  </a:lnTo>
                  <a:lnTo>
                    <a:pt x="490" y="20"/>
                  </a:lnTo>
                  <a:lnTo>
                    <a:pt x="48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9" name="îśļîďê"/>
            <p:cNvSpPr/>
            <p:nvPr/>
          </p:nvSpPr>
          <p:spPr bwMode="auto">
            <a:xfrm>
              <a:off x="6981825" y="2126457"/>
              <a:ext cx="98425" cy="182562"/>
            </a:xfrm>
            <a:custGeom>
              <a:avLst/>
              <a:gdLst>
                <a:gd name="T0" fmla="*/ 53 w 57"/>
                <a:gd name="T1" fmla="*/ 49 h 105"/>
                <a:gd name="T2" fmla="*/ 35 w 57"/>
                <a:gd name="T3" fmla="*/ 104 h 105"/>
                <a:gd name="T4" fmla="*/ 3 w 57"/>
                <a:gd name="T5" fmla="*/ 56 h 105"/>
                <a:gd name="T6" fmla="*/ 22 w 57"/>
                <a:gd name="T7" fmla="*/ 2 h 105"/>
                <a:gd name="T8" fmla="*/ 53 w 57"/>
                <a:gd name="T9" fmla="*/ 49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05">
                  <a:moveTo>
                    <a:pt x="53" y="49"/>
                  </a:moveTo>
                  <a:cubicBezTo>
                    <a:pt x="57" y="77"/>
                    <a:pt x="49" y="102"/>
                    <a:pt x="35" y="104"/>
                  </a:cubicBezTo>
                  <a:cubicBezTo>
                    <a:pt x="21" y="105"/>
                    <a:pt x="7" y="84"/>
                    <a:pt x="3" y="56"/>
                  </a:cubicBezTo>
                  <a:cubicBezTo>
                    <a:pt x="0" y="28"/>
                    <a:pt x="8" y="3"/>
                    <a:pt x="22" y="2"/>
                  </a:cubicBezTo>
                  <a:cubicBezTo>
                    <a:pt x="35" y="0"/>
                    <a:pt x="49" y="21"/>
                    <a:pt x="53" y="49"/>
                  </a:cubicBezTo>
                  <a:close/>
                </a:path>
              </a:pathLst>
            </a:custGeom>
            <a:solidFill>
              <a:srgbClr val="594A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0" name="iṩḷiḓè"/>
            <p:cNvSpPr/>
            <p:nvPr/>
          </p:nvSpPr>
          <p:spPr bwMode="auto">
            <a:xfrm>
              <a:off x="7462838" y="2062957"/>
              <a:ext cx="98425" cy="185737"/>
            </a:xfrm>
            <a:custGeom>
              <a:avLst/>
              <a:gdLst>
                <a:gd name="T0" fmla="*/ 54 w 57"/>
                <a:gd name="T1" fmla="*/ 50 h 106"/>
                <a:gd name="T2" fmla="*/ 35 w 57"/>
                <a:gd name="T3" fmla="*/ 104 h 106"/>
                <a:gd name="T4" fmla="*/ 4 w 57"/>
                <a:gd name="T5" fmla="*/ 56 h 106"/>
                <a:gd name="T6" fmla="*/ 22 w 57"/>
                <a:gd name="T7" fmla="*/ 2 h 106"/>
                <a:gd name="T8" fmla="*/ 54 w 57"/>
                <a:gd name="T9" fmla="*/ 5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06">
                  <a:moveTo>
                    <a:pt x="54" y="50"/>
                  </a:moveTo>
                  <a:cubicBezTo>
                    <a:pt x="57" y="78"/>
                    <a:pt x="49" y="102"/>
                    <a:pt x="35" y="104"/>
                  </a:cubicBezTo>
                  <a:cubicBezTo>
                    <a:pt x="21" y="106"/>
                    <a:pt x="7" y="84"/>
                    <a:pt x="4" y="56"/>
                  </a:cubicBezTo>
                  <a:cubicBezTo>
                    <a:pt x="0" y="28"/>
                    <a:pt x="8" y="4"/>
                    <a:pt x="22" y="2"/>
                  </a:cubicBezTo>
                  <a:cubicBezTo>
                    <a:pt x="36" y="0"/>
                    <a:pt x="50" y="21"/>
                    <a:pt x="54" y="50"/>
                  </a:cubicBezTo>
                  <a:close/>
                </a:path>
              </a:pathLst>
            </a:custGeom>
            <a:solidFill>
              <a:srgbClr val="594A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1" name="íŝļíďè"/>
            <p:cNvSpPr/>
            <p:nvPr/>
          </p:nvSpPr>
          <p:spPr bwMode="auto">
            <a:xfrm>
              <a:off x="8108950" y="2610644"/>
              <a:ext cx="234950" cy="212725"/>
            </a:xfrm>
            <a:custGeom>
              <a:avLst/>
              <a:gdLst>
                <a:gd name="T0" fmla="*/ 0 w 135"/>
                <a:gd name="T1" fmla="*/ 111 h 123"/>
                <a:gd name="T2" fmla="*/ 112 w 135"/>
                <a:gd name="T3" fmla="*/ 46 h 123"/>
                <a:gd name="T4" fmla="*/ 66 w 135"/>
                <a:gd name="T5" fmla="*/ 123 h 123"/>
                <a:gd name="T6" fmla="*/ 0 w 135"/>
                <a:gd name="T7" fmla="*/ 11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23">
                  <a:moveTo>
                    <a:pt x="0" y="111"/>
                  </a:moveTo>
                  <a:cubicBezTo>
                    <a:pt x="3" y="62"/>
                    <a:pt x="83" y="0"/>
                    <a:pt x="112" y="46"/>
                  </a:cubicBezTo>
                  <a:cubicBezTo>
                    <a:pt x="135" y="86"/>
                    <a:pt x="65" y="106"/>
                    <a:pt x="66" y="123"/>
                  </a:cubicBezTo>
                  <a:lnTo>
                    <a:pt x="0" y="111"/>
                  </a:lnTo>
                  <a:close/>
                </a:path>
              </a:pathLst>
            </a:custGeom>
            <a:solidFill>
              <a:srgbClr val="FDD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2" name="iśḷíḑê"/>
            <p:cNvSpPr/>
            <p:nvPr/>
          </p:nvSpPr>
          <p:spPr bwMode="auto">
            <a:xfrm>
              <a:off x="8094663" y="2794794"/>
              <a:ext cx="136525" cy="57150"/>
            </a:xfrm>
            <a:custGeom>
              <a:avLst/>
              <a:gdLst>
                <a:gd name="T0" fmla="*/ 0 w 86"/>
                <a:gd name="T1" fmla="*/ 18 h 36"/>
                <a:gd name="T2" fmla="*/ 5 w 86"/>
                <a:gd name="T3" fmla="*/ 0 h 36"/>
                <a:gd name="T4" fmla="*/ 86 w 86"/>
                <a:gd name="T5" fmla="*/ 17 h 36"/>
                <a:gd name="T6" fmla="*/ 82 w 86"/>
                <a:gd name="T7" fmla="*/ 36 h 36"/>
                <a:gd name="T8" fmla="*/ 0 w 86"/>
                <a:gd name="T9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36">
                  <a:moveTo>
                    <a:pt x="0" y="18"/>
                  </a:moveTo>
                  <a:lnTo>
                    <a:pt x="5" y="0"/>
                  </a:lnTo>
                  <a:lnTo>
                    <a:pt x="86" y="17"/>
                  </a:lnTo>
                  <a:lnTo>
                    <a:pt x="82" y="36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3" name="íṧḷîḍé"/>
            <p:cNvSpPr/>
            <p:nvPr/>
          </p:nvSpPr>
          <p:spPr bwMode="auto">
            <a:xfrm>
              <a:off x="7524750" y="2809082"/>
              <a:ext cx="709613" cy="969962"/>
            </a:xfrm>
            <a:custGeom>
              <a:avLst/>
              <a:gdLst>
                <a:gd name="T0" fmla="*/ 0 w 407"/>
                <a:gd name="T1" fmla="*/ 125 h 558"/>
                <a:gd name="T2" fmla="*/ 407 w 407"/>
                <a:gd name="T3" fmla="*/ 20 h 558"/>
                <a:gd name="T4" fmla="*/ 326 w 407"/>
                <a:gd name="T5" fmla="*/ 0 h 558"/>
                <a:gd name="T6" fmla="*/ 72 w 407"/>
                <a:gd name="T7" fmla="*/ 93 h 558"/>
                <a:gd name="T8" fmla="*/ 0 w 407"/>
                <a:gd name="T9" fmla="*/ 125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7" h="558">
                  <a:moveTo>
                    <a:pt x="0" y="125"/>
                  </a:moveTo>
                  <a:cubicBezTo>
                    <a:pt x="140" y="558"/>
                    <a:pt x="323" y="483"/>
                    <a:pt x="407" y="20"/>
                  </a:cubicBezTo>
                  <a:cubicBezTo>
                    <a:pt x="326" y="0"/>
                    <a:pt x="326" y="0"/>
                    <a:pt x="326" y="0"/>
                  </a:cubicBezTo>
                  <a:cubicBezTo>
                    <a:pt x="294" y="156"/>
                    <a:pt x="219" y="543"/>
                    <a:pt x="72" y="93"/>
                  </a:cubicBezTo>
                  <a:lnTo>
                    <a:pt x="0" y="125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4" name="îşḻïdê"/>
            <p:cNvSpPr/>
            <p:nvPr/>
          </p:nvSpPr>
          <p:spPr bwMode="auto">
            <a:xfrm>
              <a:off x="8174038" y="2897982"/>
              <a:ext cx="26988" cy="26987"/>
            </a:xfrm>
            <a:custGeom>
              <a:avLst/>
              <a:gdLst>
                <a:gd name="T0" fmla="*/ 16 w 16"/>
                <a:gd name="T1" fmla="*/ 8 h 16"/>
                <a:gd name="T2" fmla="*/ 9 w 16"/>
                <a:gd name="T3" fmla="*/ 0 h 16"/>
                <a:gd name="T4" fmla="*/ 1 w 16"/>
                <a:gd name="T5" fmla="*/ 7 h 16"/>
                <a:gd name="T6" fmla="*/ 8 w 16"/>
                <a:gd name="T7" fmla="*/ 15 h 16"/>
                <a:gd name="T8" fmla="*/ 16 w 16"/>
                <a:gd name="T9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6" y="8"/>
                  </a:moveTo>
                  <a:cubicBezTo>
                    <a:pt x="16" y="4"/>
                    <a:pt x="13" y="0"/>
                    <a:pt x="9" y="0"/>
                  </a:cubicBezTo>
                  <a:cubicBezTo>
                    <a:pt x="5" y="0"/>
                    <a:pt x="1" y="3"/>
                    <a:pt x="1" y="7"/>
                  </a:cubicBezTo>
                  <a:cubicBezTo>
                    <a:pt x="0" y="11"/>
                    <a:pt x="4" y="15"/>
                    <a:pt x="8" y="15"/>
                  </a:cubicBezTo>
                  <a:cubicBezTo>
                    <a:pt x="12" y="16"/>
                    <a:pt x="16" y="12"/>
                    <a:pt x="16" y="8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5" name="iśḷíḋê"/>
            <p:cNvSpPr/>
            <p:nvPr/>
          </p:nvSpPr>
          <p:spPr bwMode="auto">
            <a:xfrm>
              <a:off x="8186738" y="2851944"/>
              <a:ext cx="26988" cy="28575"/>
            </a:xfrm>
            <a:custGeom>
              <a:avLst/>
              <a:gdLst>
                <a:gd name="T0" fmla="*/ 16 w 16"/>
                <a:gd name="T1" fmla="*/ 9 h 16"/>
                <a:gd name="T2" fmla="*/ 9 w 16"/>
                <a:gd name="T3" fmla="*/ 0 h 16"/>
                <a:gd name="T4" fmla="*/ 0 w 16"/>
                <a:gd name="T5" fmla="*/ 8 h 16"/>
                <a:gd name="T6" fmla="*/ 7 w 16"/>
                <a:gd name="T7" fmla="*/ 16 h 16"/>
                <a:gd name="T8" fmla="*/ 16 w 16"/>
                <a:gd name="T9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6" y="9"/>
                  </a:moveTo>
                  <a:cubicBezTo>
                    <a:pt x="16" y="4"/>
                    <a:pt x="13" y="1"/>
                    <a:pt x="9" y="0"/>
                  </a:cubicBezTo>
                  <a:cubicBezTo>
                    <a:pt x="4" y="0"/>
                    <a:pt x="1" y="3"/>
                    <a:pt x="0" y="8"/>
                  </a:cubicBezTo>
                  <a:cubicBezTo>
                    <a:pt x="0" y="12"/>
                    <a:pt x="3" y="16"/>
                    <a:pt x="7" y="16"/>
                  </a:cubicBezTo>
                  <a:cubicBezTo>
                    <a:pt x="12" y="16"/>
                    <a:pt x="15" y="13"/>
                    <a:pt x="16" y="9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6" name="í$lîḍè"/>
            <p:cNvSpPr/>
            <p:nvPr/>
          </p:nvSpPr>
          <p:spPr bwMode="auto">
            <a:xfrm>
              <a:off x="8081963" y="2675732"/>
              <a:ext cx="96838" cy="120650"/>
            </a:xfrm>
            <a:custGeom>
              <a:avLst/>
              <a:gdLst>
                <a:gd name="T0" fmla="*/ 17 w 56"/>
                <a:gd name="T1" fmla="*/ 69 h 69"/>
                <a:gd name="T2" fmla="*/ 12 w 56"/>
                <a:gd name="T3" fmla="*/ 13 h 69"/>
                <a:gd name="T4" fmla="*/ 41 w 56"/>
                <a:gd name="T5" fmla="*/ 23 h 69"/>
                <a:gd name="T6" fmla="*/ 56 w 56"/>
                <a:gd name="T7" fmla="*/ 35 h 69"/>
                <a:gd name="T8" fmla="*/ 17 w 56"/>
                <a:gd name="T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9">
                  <a:moveTo>
                    <a:pt x="17" y="69"/>
                  </a:moveTo>
                  <a:cubicBezTo>
                    <a:pt x="17" y="69"/>
                    <a:pt x="0" y="27"/>
                    <a:pt x="12" y="13"/>
                  </a:cubicBezTo>
                  <a:cubicBezTo>
                    <a:pt x="24" y="0"/>
                    <a:pt x="31" y="35"/>
                    <a:pt x="41" y="23"/>
                  </a:cubicBezTo>
                  <a:cubicBezTo>
                    <a:pt x="51" y="10"/>
                    <a:pt x="56" y="35"/>
                    <a:pt x="56" y="35"/>
                  </a:cubicBezTo>
                  <a:lnTo>
                    <a:pt x="17" y="69"/>
                  </a:lnTo>
                  <a:close/>
                </a:path>
              </a:pathLst>
            </a:custGeom>
            <a:solidFill>
              <a:srgbClr val="FDD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7" name="íSļîḍê"/>
            <p:cNvSpPr/>
            <p:nvPr/>
          </p:nvSpPr>
          <p:spPr bwMode="auto">
            <a:xfrm>
              <a:off x="3848100" y="5401469"/>
              <a:ext cx="4470400" cy="228600"/>
            </a:xfrm>
            <a:custGeom>
              <a:avLst/>
              <a:gdLst>
                <a:gd name="T0" fmla="*/ 2500 w 2565"/>
                <a:gd name="T1" fmla="*/ 0 h 131"/>
                <a:gd name="T2" fmla="*/ 2309 w 2565"/>
                <a:gd name="T3" fmla="*/ 0 h 131"/>
                <a:gd name="T4" fmla="*/ 2276 w 2565"/>
                <a:gd name="T5" fmla="*/ 59 h 131"/>
                <a:gd name="T6" fmla="*/ 2259 w 2565"/>
                <a:gd name="T7" fmla="*/ 60 h 131"/>
                <a:gd name="T8" fmla="*/ 2151 w 2565"/>
                <a:gd name="T9" fmla="*/ 18 h 131"/>
                <a:gd name="T10" fmla="*/ 2141 w 2565"/>
                <a:gd name="T11" fmla="*/ 68 h 131"/>
                <a:gd name="T12" fmla="*/ 2123 w 2565"/>
                <a:gd name="T13" fmla="*/ 69 h 131"/>
                <a:gd name="T14" fmla="*/ 2120 w 2565"/>
                <a:gd name="T15" fmla="*/ 0 h 131"/>
                <a:gd name="T16" fmla="*/ 1845 w 2565"/>
                <a:gd name="T17" fmla="*/ 0 h 131"/>
                <a:gd name="T18" fmla="*/ 1835 w 2565"/>
                <a:gd name="T19" fmla="*/ 63 h 131"/>
                <a:gd name="T20" fmla="*/ 1799 w 2565"/>
                <a:gd name="T21" fmla="*/ 56 h 131"/>
                <a:gd name="T22" fmla="*/ 1717 w 2565"/>
                <a:gd name="T23" fmla="*/ 0 h 131"/>
                <a:gd name="T24" fmla="*/ 1683 w 2565"/>
                <a:gd name="T25" fmla="*/ 0 h 131"/>
                <a:gd name="T26" fmla="*/ 1676 w 2565"/>
                <a:gd name="T27" fmla="*/ 12 h 131"/>
                <a:gd name="T28" fmla="*/ 1655 w 2565"/>
                <a:gd name="T29" fmla="*/ 1 h 131"/>
                <a:gd name="T30" fmla="*/ 1655 w 2565"/>
                <a:gd name="T31" fmla="*/ 0 h 131"/>
                <a:gd name="T32" fmla="*/ 1191 w 2565"/>
                <a:gd name="T33" fmla="*/ 0 h 131"/>
                <a:gd name="T34" fmla="*/ 1215 w 2565"/>
                <a:gd name="T35" fmla="*/ 70 h 131"/>
                <a:gd name="T36" fmla="*/ 566 w 2565"/>
                <a:gd name="T37" fmla="*/ 72 h 131"/>
                <a:gd name="T38" fmla="*/ 566 w 2565"/>
                <a:gd name="T39" fmla="*/ 37 h 131"/>
                <a:gd name="T40" fmla="*/ 1167 w 2565"/>
                <a:gd name="T41" fmla="*/ 37 h 131"/>
                <a:gd name="T42" fmla="*/ 770 w 2565"/>
                <a:gd name="T43" fmla="*/ 37 h 131"/>
                <a:gd name="T44" fmla="*/ 765 w 2565"/>
                <a:gd name="T45" fmla="*/ 0 h 131"/>
                <a:gd name="T46" fmla="*/ 66 w 2565"/>
                <a:gd name="T47" fmla="*/ 0 h 131"/>
                <a:gd name="T48" fmla="*/ 0 w 2565"/>
                <a:gd name="T49" fmla="*/ 65 h 131"/>
                <a:gd name="T50" fmla="*/ 66 w 2565"/>
                <a:gd name="T51" fmla="*/ 131 h 131"/>
                <a:gd name="T52" fmla="*/ 2500 w 2565"/>
                <a:gd name="T53" fmla="*/ 131 h 131"/>
                <a:gd name="T54" fmla="*/ 2565 w 2565"/>
                <a:gd name="T55" fmla="*/ 65 h 131"/>
                <a:gd name="T56" fmla="*/ 2500 w 2565"/>
                <a:gd name="T57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65" h="131">
                  <a:moveTo>
                    <a:pt x="2500" y="0"/>
                  </a:moveTo>
                  <a:cubicBezTo>
                    <a:pt x="2309" y="0"/>
                    <a:pt x="2309" y="0"/>
                    <a:pt x="2309" y="0"/>
                  </a:cubicBezTo>
                  <a:cubicBezTo>
                    <a:pt x="2337" y="27"/>
                    <a:pt x="2340" y="54"/>
                    <a:pt x="2276" y="59"/>
                  </a:cubicBezTo>
                  <a:cubicBezTo>
                    <a:pt x="2270" y="60"/>
                    <a:pt x="2265" y="60"/>
                    <a:pt x="2259" y="60"/>
                  </a:cubicBezTo>
                  <a:cubicBezTo>
                    <a:pt x="2187" y="60"/>
                    <a:pt x="2151" y="18"/>
                    <a:pt x="2151" y="18"/>
                  </a:cubicBezTo>
                  <a:cubicBezTo>
                    <a:pt x="2141" y="68"/>
                    <a:pt x="2141" y="68"/>
                    <a:pt x="2141" y="68"/>
                  </a:cubicBezTo>
                  <a:cubicBezTo>
                    <a:pt x="2123" y="69"/>
                    <a:pt x="2123" y="69"/>
                    <a:pt x="2123" y="69"/>
                  </a:cubicBezTo>
                  <a:cubicBezTo>
                    <a:pt x="2120" y="0"/>
                    <a:pt x="2120" y="0"/>
                    <a:pt x="2120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64" y="34"/>
                    <a:pt x="1868" y="63"/>
                    <a:pt x="1835" y="63"/>
                  </a:cubicBezTo>
                  <a:cubicBezTo>
                    <a:pt x="1826" y="63"/>
                    <a:pt x="1814" y="60"/>
                    <a:pt x="1799" y="56"/>
                  </a:cubicBezTo>
                  <a:cubicBezTo>
                    <a:pt x="1757" y="42"/>
                    <a:pt x="1732" y="19"/>
                    <a:pt x="1717" y="0"/>
                  </a:cubicBezTo>
                  <a:cubicBezTo>
                    <a:pt x="1683" y="0"/>
                    <a:pt x="1683" y="0"/>
                    <a:pt x="1683" y="0"/>
                  </a:cubicBezTo>
                  <a:cubicBezTo>
                    <a:pt x="1676" y="12"/>
                    <a:pt x="1676" y="12"/>
                    <a:pt x="1676" y="12"/>
                  </a:cubicBezTo>
                  <a:cubicBezTo>
                    <a:pt x="1655" y="1"/>
                    <a:pt x="1655" y="1"/>
                    <a:pt x="1655" y="1"/>
                  </a:cubicBezTo>
                  <a:cubicBezTo>
                    <a:pt x="1655" y="0"/>
                    <a:pt x="1655" y="0"/>
                    <a:pt x="1655" y="0"/>
                  </a:cubicBezTo>
                  <a:cubicBezTo>
                    <a:pt x="1191" y="0"/>
                    <a:pt x="1191" y="0"/>
                    <a:pt x="1191" y="0"/>
                  </a:cubicBezTo>
                  <a:cubicBezTo>
                    <a:pt x="1215" y="70"/>
                    <a:pt x="1215" y="70"/>
                    <a:pt x="1215" y="70"/>
                  </a:cubicBezTo>
                  <a:cubicBezTo>
                    <a:pt x="566" y="72"/>
                    <a:pt x="566" y="72"/>
                    <a:pt x="566" y="72"/>
                  </a:cubicBezTo>
                  <a:cubicBezTo>
                    <a:pt x="566" y="37"/>
                    <a:pt x="566" y="37"/>
                    <a:pt x="566" y="37"/>
                  </a:cubicBezTo>
                  <a:cubicBezTo>
                    <a:pt x="1167" y="37"/>
                    <a:pt x="1167" y="37"/>
                    <a:pt x="1167" y="37"/>
                  </a:cubicBezTo>
                  <a:cubicBezTo>
                    <a:pt x="770" y="37"/>
                    <a:pt x="770" y="37"/>
                    <a:pt x="770" y="37"/>
                  </a:cubicBezTo>
                  <a:cubicBezTo>
                    <a:pt x="765" y="0"/>
                    <a:pt x="765" y="0"/>
                    <a:pt x="765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29" y="0"/>
                    <a:pt x="0" y="29"/>
                    <a:pt x="0" y="65"/>
                  </a:cubicBezTo>
                  <a:cubicBezTo>
                    <a:pt x="0" y="102"/>
                    <a:pt x="29" y="131"/>
                    <a:pt x="66" y="131"/>
                  </a:cubicBezTo>
                  <a:cubicBezTo>
                    <a:pt x="2500" y="131"/>
                    <a:pt x="2500" y="131"/>
                    <a:pt x="2500" y="131"/>
                  </a:cubicBezTo>
                  <a:cubicBezTo>
                    <a:pt x="2536" y="131"/>
                    <a:pt x="2565" y="102"/>
                    <a:pt x="2565" y="65"/>
                  </a:cubicBezTo>
                  <a:cubicBezTo>
                    <a:pt x="2565" y="29"/>
                    <a:pt x="2536" y="0"/>
                    <a:pt x="2500" y="0"/>
                  </a:cubicBezTo>
                </a:path>
              </a:pathLst>
            </a:custGeom>
            <a:solidFill>
              <a:schemeClr val="accent2">
                <a:lumMod val="25000"/>
                <a:lumOff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8" name="ïSļîḋe"/>
            <p:cNvSpPr/>
            <p:nvPr/>
          </p:nvSpPr>
          <p:spPr bwMode="auto">
            <a:xfrm>
              <a:off x="6732588" y="5401469"/>
              <a:ext cx="371475" cy="111125"/>
            </a:xfrm>
            <a:custGeom>
              <a:avLst/>
              <a:gdLst>
                <a:gd name="T0" fmla="*/ 28 w 213"/>
                <a:gd name="T1" fmla="*/ 0 h 63"/>
                <a:gd name="T2" fmla="*/ 0 w 213"/>
                <a:gd name="T3" fmla="*/ 0 h 63"/>
                <a:gd name="T4" fmla="*/ 0 w 213"/>
                <a:gd name="T5" fmla="*/ 1 h 63"/>
                <a:gd name="T6" fmla="*/ 21 w 213"/>
                <a:gd name="T7" fmla="*/ 12 h 63"/>
                <a:gd name="T8" fmla="*/ 28 w 213"/>
                <a:gd name="T9" fmla="*/ 0 h 63"/>
                <a:gd name="T10" fmla="*/ 190 w 213"/>
                <a:gd name="T11" fmla="*/ 0 h 63"/>
                <a:gd name="T12" fmla="*/ 62 w 213"/>
                <a:gd name="T13" fmla="*/ 0 h 63"/>
                <a:gd name="T14" fmla="*/ 144 w 213"/>
                <a:gd name="T15" fmla="*/ 56 h 63"/>
                <a:gd name="T16" fmla="*/ 180 w 213"/>
                <a:gd name="T17" fmla="*/ 63 h 63"/>
                <a:gd name="T18" fmla="*/ 190 w 213"/>
                <a:gd name="T1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3" h="63">
                  <a:moveTo>
                    <a:pt x="2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8" y="0"/>
                    <a:pt x="28" y="0"/>
                    <a:pt x="28" y="0"/>
                  </a:cubicBezTo>
                  <a:moveTo>
                    <a:pt x="190" y="0"/>
                  </a:moveTo>
                  <a:cubicBezTo>
                    <a:pt x="62" y="0"/>
                    <a:pt x="62" y="0"/>
                    <a:pt x="62" y="0"/>
                  </a:cubicBezTo>
                  <a:cubicBezTo>
                    <a:pt x="77" y="19"/>
                    <a:pt x="102" y="42"/>
                    <a:pt x="144" y="56"/>
                  </a:cubicBezTo>
                  <a:cubicBezTo>
                    <a:pt x="159" y="60"/>
                    <a:pt x="171" y="63"/>
                    <a:pt x="180" y="63"/>
                  </a:cubicBezTo>
                  <a:cubicBezTo>
                    <a:pt x="213" y="63"/>
                    <a:pt x="209" y="34"/>
                    <a:pt x="190" y="0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9" name="iṣ1ïḑê"/>
            <p:cNvSpPr/>
            <p:nvPr/>
          </p:nvSpPr>
          <p:spPr bwMode="auto">
            <a:xfrm>
              <a:off x="7629525" y="5401469"/>
              <a:ext cx="139700" cy="20637"/>
            </a:xfrm>
            <a:custGeom>
              <a:avLst/>
              <a:gdLst>
                <a:gd name="T0" fmla="*/ 80 w 80"/>
                <a:gd name="T1" fmla="*/ 0 h 11"/>
                <a:gd name="T2" fmla="*/ 0 w 80"/>
                <a:gd name="T3" fmla="*/ 0 h 11"/>
                <a:gd name="T4" fmla="*/ 45 w 80"/>
                <a:gd name="T5" fmla="*/ 11 h 11"/>
                <a:gd name="T6" fmla="*/ 80 w 80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0" h="11">
                  <a:moveTo>
                    <a:pt x="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6"/>
                    <a:pt x="30" y="11"/>
                    <a:pt x="45" y="11"/>
                  </a:cubicBezTo>
                  <a:cubicBezTo>
                    <a:pt x="58" y="11"/>
                    <a:pt x="70" y="7"/>
                    <a:pt x="80" y="0"/>
                  </a:cubicBezTo>
                </a:path>
              </a:pathLst>
            </a:custGeom>
            <a:solidFill>
              <a:srgbClr val="F0D0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0" name="íṩļîḋé"/>
            <p:cNvSpPr/>
            <p:nvPr/>
          </p:nvSpPr>
          <p:spPr bwMode="auto">
            <a:xfrm>
              <a:off x="7542213" y="5401469"/>
              <a:ext cx="384175" cy="120650"/>
            </a:xfrm>
            <a:custGeom>
              <a:avLst/>
              <a:gdLst>
                <a:gd name="T0" fmla="*/ 189 w 220"/>
                <a:gd name="T1" fmla="*/ 0 h 69"/>
                <a:gd name="T2" fmla="*/ 130 w 220"/>
                <a:gd name="T3" fmla="*/ 0 h 69"/>
                <a:gd name="T4" fmla="*/ 95 w 220"/>
                <a:gd name="T5" fmla="*/ 11 h 69"/>
                <a:gd name="T6" fmla="*/ 50 w 220"/>
                <a:gd name="T7" fmla="*/ 0 h 69"/>
                <a:gd name="T8" fmla="*/ 0 w 220"/>
                <a:gd name="T9" fmla="*/ 0 h 69"/>
                <a:gd name="T10" fmla="*/ 3 w 220"/>
                <a:gd name="T11" fmla="*/ 69 h 69"/>
                <a:gd name="T12" fmla="*/ 21 w 220"/>
                <a:gd name="T13" fmla="*/ 68 h 69"/>
                <a:gd name="T14" fmla="*/ 31 w 220"/>
                <a:gd name="T15" fmla="*/ 18 h 69"/>
                <a:gd name="T16" fmla="*/ 139 w 220"/>
                <a:gd name="T17" fmla="*/ 60 h 69"/>
                <a:gd name="T18" fmla="*/ 156 w 220"/>
                <a:gd name="T19" fmla="*/ 59 h 69"/>
                <a:gd name="T20" fmla="*/ 189 w 220"/>
                <a:gd name="T2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0" h="69">
                  <a:moveTo>
                    <a:pt x="189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120" y="7"/>
                    <a:pt x="108" y="11"/>
                    <a:pt x="95" y="11"/>
                  </a:cubicBezTo>
                  <a:cubicBezTo>
                    <a:pt x="80" y="11"/>
                    <a:pt x="65" y="6"/>
                    <a:pt x="5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21" y="68"/>
                    <a:pt x="21" y="68"/>
                    <a:pt x="21" y="6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8"/>
                    <a:pt x="67" y="60"/>
                    <a:pt x="139" y="60"/>
                  </a:cubicBezTo>
                  <a:cubicBezTo>
                    <a:pt x="145" y="60"/>
                    <a:pt x="150" y="60"/>
                    <a:pt x="156" y="59"/>
                  </a:cubicBezTo>
                  <a:cubicBezTo>
                    <a:pt x="220" y="54"/>
                    <a:pt x="217" y="27"/>
                    <a:pt x="189" y="0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1" name="îŝ1ïdè"/>
            <p:cNvSpPr/>
            <p:nvPr/>
          </p:nvSpPr>
          <p:spPr bwMode="auto">
            <a:xfrm>
              <a:off x="4833938" y="4437857"/>
              <a:ext cx="1131888" cy="1089025"/>
            </a:xfrm>
            <a:custGeom>
              <a:avLst/>
              <a:gdLst>
                <a:gd name="T0" fmla="*/ 660 w 713"/>
                <a:gd name="T1" fmla="*/ 648 h 686"/>
                <a:gd name="T2" fmla="*/ 449 w 713"/>
                <a:gd name="T3" fmla="*/ 12 h 686"/>
                <a:gd name="T4" fmla="*/ 486 w 713"/>
                <a:gd name="T5" fmla="*/ 0 h 686"/>
                <a:gd name="T6" fmla="*/ 713 w 713"/>
                <a:gd name="T7" fmla="*/ 684 h 686"/>
                <a:gd name="T8" fmla="*/ 0 w 713"/>
                <a:gd name="T9" fmla="*/ 686 h 686"/>
                <a:gd name="T10" fmla="*/ 0 w 713"/>
                <a:gd name="T11" fmla="*/ 648 h 686"/>
                <a:gd name="T12" fmla="*/ 660 w 713"/>
                <a:gd name="T13" fmla="*/ 648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3" h="686">
                  <a:moveTo>
                    <a:pt x="660" y="648"/>
                  </a:moveTo>
                  <a:lnTo>
                    <a:pt x="449" y="12"/>
                  </a:lnTo>
                  <a:lnTo>
                    <a:pt x="486" y="0"/>
                  </a:lnTo>
                  <a:lnTo>
                    <a:pt x="713" y="684"/>
                  </a:lnTo>
                  <a:lnTo>
                    <a:pt x="0" y="686"/>
                  </a:lnTo>
                  <a:lnTo>
                    <a:pt x="0" y="648"/>
                  </a:lnTo>
                  <a:lnTo>
                    <a:pt x="660" y="648"/>
                  </a:ln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2" name="îṧlíḋè"/>
            <p:cNvSpPr/>
            <p:nvPr/>
          </p:nvSpPr>
          <p:spPr bwMode="auto">
            <a:xfrm>
              <a:off x="4833938" y="4437857"/>
              <a:ext cx="1131888" cy="1089025"/>
            </a:xfrm>
            <a:custGeom>
              <a:avLst/>
              <a:gdLst>
                <a:gd name="T0" fmla="*/ 660 w 713"/>
                <a:gd name="T1" fmla="*/ 648 h 686"/>
                <a:gd name="T2" fmla="*/ 449 w 713"/>
                <a:gd name="T3" fmla="*/ 12 h 686"/>
                <a:gd name="T4" fmla="*/ 486 w 713"/>
                <a:gd name="T5" fmla="*/ 0 h 686"/>
                <a:gd name="T6" fmla="*/ 713 w 713"/>
                <a:gd name="T7" fmla="*/ 684 h 686"/>
                <a:gd name="T8" fmla="*/ 0 w 713"/>
                <a:gd name="T9" fmla="*/ 686 h 686"/>
                <a:gd name="T10" fmla="*/ 0 w 713"/>
                <a:gd name="T11" fmla="*/ 648 h 686"/>
                <a:gd name="T12" fmla="*/ 660 w 713"/>
                <a:gd name="T13" fmla="*/ 648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3" h="686">
                  <a:moveTo>
                    <a:pt x="660" y="648"/>
                  </a:moveTo>
                  <a:lnTo>
                    <a:pt x="449" y="12"/>
                  </a:lnTo>
                  <a:lnTo>
                    <a:pt x="486" y="0"/>
                  </a:lnTo>
                  <a:lnTo>
                    <a:pt x="713" y="684"/>
                  </a:lnTo>
                  <a:lnTo>
                    <a:pt x="0" y="686"/>
                  </a:lnTo>
                  <a:lnTo>
                    <a:pt x="0" y="648"/>
                  </a:lnTo>
                  <a:lnTo>
                    <a:pt x="660" y="64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3" name="işļïďe"/>
            <p:cNvSpPr/>
            <p:nvPr/>
          </p:nvSpPr>
          <p:spPr bwMode="auto">
            <a:xfrm>
              <a:off x="5081588" y="4456907"/>
              <a:ext cx="800100" cy="1009650"/>
            </a:xfrm>
            <a:custGeom>
              <a:avLst/>
              <a:gdLst>
                <a:gd name="T0" fmla="*/ 504 w 504"/>
                <a:gd name="T1" fmla="*/ 636 h 636"/>
                <a:gd name="T2" fmla="*/ 68 w 504"/>
                <a:gd name="T3" fmla="*/ 636 h 636"/>
                <a:gd name="T4" fmla="*/ 0 w 504"/>
                <a:gd name="T5" fmla="*/ 32 h 636"/>
                <a:gd name="T6" fmla="*/ 293 w 504"/>
                <a:gd name="T7" fmla="*/ 0 h 636"/>
                <a:gd name="T8" fmla="*/ 504 w 504"/>
                <a:gd name="T9" fmla="*/ 636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4" h="636">
                  <a:moveTo>
                    <a:pt x="504" y="636"/>
                  </a:moveTo>
                  <a:lnTo>
                    <a:pt x="68" y="636"/>
                  </a:lnTo>
                  <a:lnTo>
                    <a:pt x="0" y="32"/>
                  </a:lnTo>
                  <a:lnTo>
                    <a:pt x="293" y="0"/>
                  </a:lnTo>
                  <a:lnTo>
                    <a:pt x="504" y="636"/>
                  </a:ln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4" name="íṣ1îḋé"/>
            <p:cNvSpPr/>
            <p:nvPr/>
          </p:nvSpPr>
          <p:spPr bwMode="auto">
            <a:xfrm>
              <a:off x="5081588" y="4456907"/>
              <a:ext cx="800100" cy="1009650"/>
            </a:xfrm>
            <a:custGeom>
              <a:avLst/>
              <a:gdLst>
                <a:gd name="T0" fmla="*/ 504 w 504"/>
                <a:gd name="T1" fmla="*/ 636 h 636"/>
                <a:gd name="T2" fmla="*/ 68 w 504"/>
                <a:gd name="T3" fmla="*/ 636 h 636"/>
                <a:gd name="T4" fmla="*/ 0 w 504"/>
                <a:gd name="T5" fmla="*/ 32 h 636"/>
                <a:gd name="T6" fmla="*/ 293 w 504"/>
                <a:gd name="T7" fmla="*/ 0 h 636"/>
                <a:gd name="T8" fmla="*/ 504 w 504"/>
                <a:gd name="T9" fmla="*/ 636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4" h="636">
                  <a:moveTo>
                    <a:pt x="504" y="636"/>
                  </a:moveTo>
                  <a:lnTo>
                    <a:pt x="68" y="636"/>
                  </a:lnTo>
                  <a:lnTo>
                    <a:pt x="0" y="32"/>
                  </a:lnTo>
                  <a:lnTo>
                    <a:pt x="293" y="0"/>
                  </a:lnTo>
                  <a:lnTo>
                    <a:pt x="504" y="6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5" name="ïṡļídê"/>
            <p:cNvSpPr/>
            <p:nvPr/>
          </p:nvSpPr>
          <p:spPr bwMode="auto">
            <a:xfrm>
              <a:off x="3976688" y="3326607"/>
              <a:ext cx="2940050" cy="1798637"/>
            </a:xfrm>
            <a:custGeom>
              <a:avLst/>
              <a:gdLst>
                <a:gd name="T0" fmla="*/ 1852 w 1852"/>
                <a:gd name="T1" fmla="*/ 0 h 1133"/>
                <a:gd name="T2" fmla="*/ 114 w 1852"/>
                <a:gd name="T3" fmla="*/ 64 h 1133"/>
                <a:gd name="T4" fmla="*/ 0 w 1852"/>
                <a:gd name="T5" fmla="*/ 1133 h 1133"/>
                <a:gd name="T6" fmla="*/ 1775 w 1852"/>
                <a:gd name="T7" fmla="*/ 1133 h 1133"/>
                <a:gd name="T8" fmla="*/ 1852 w 1852"/>
                <a:gd name="T9" fmla="*/ 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2" h="1133">
                  <a:moveTo>
                    <a:pt x="1852" y="0"/>
                  </a:moveTo>
                  <a:lnTo>
                    <a:pt x="114" y="64"/>
                  </a:lnTo>
                  <a:lnTo>
                    <a:pt x="0" y="1133"/>
                  </a:lnTo>
                  <a:lnTo>
                    <a:pt x="1775" y="1133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6" name="ïŝḻïďé"/>
            <p:cNvSpPr/>
            <p:nvPr/>
          </p:nvSpPr>
          <p:spPr bwMode="auto">
            <a:xfrm>
              <a:off x="3976688" y="3326607"/>
              <a:ext cx="2940050" cy="1798637"/>
            </a:xfrm>
            <a:custGeom>
              <a:avLst/>
              <a:gdLst>
                <a:gd name="T0" fmla="*/ 1852 w 1852"/>
                <a:gd name="T1" fmla="*/ 0 h 1133"/>
                <a:gd name="T2" fmla="*/ 114 w 1852"/>
                <a:gd name="T3" fmla="*/ 64 h 1133"/>
                <a:gd name="T4" fmla="*/ 0 w 1852"/>
                <a:gd name="T5" fmla="*/ 1133 h 1133"/>
                <a:gd name="T6" fmla="*/ 1775 w 1852"/>
                <a:gd name="T7" fmla="*/ 1133 h 1133"/>
                <a:gd name="T8" fmla="*/ 1852 w 1852"/>
                <a:gd name="T9" fmla="*/ 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2" h="1133">
                  <a:moveTo>
                    <a:pt x="1852" y="0"/>
                  </a:moveTo>
                  <a:lnTo>
                    <a:pt x="114" y="64"/>
                  </a:lnTo>
                  <a:lnTo>
                    <a:pt x="0" y="1133"/>
                  </a:lnTo>
                  <a:lnTo>
                    <a:pt x="1775" y="1133"/>
                  </a:lnTo>
                  <a:lnTo>
                    <a:pt x="185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7" name="ïsḻíḓè"/>
            <p:cNvSpPr/>
            <p:nvPr/>
          </p:nvSpPr>
          <p:spPr bwMode="auto">
            <a:xfrm>
              <a:off x="4062413" y="3399632"/>
              <a:ext cx="2778125" cy="1519237"/>
            </a:xfrm>
            <a:custGeom>
              <a:avLst/>
              <a:gdLst>
                <a:gd name="T0" fmla="*/ 0 w 1750"/>
                <a:gd name="T1" fmla="*/ 957 h 957"/>
                <a:gd name="T2" fmla="*/ 101 w 1750"/>
                <a:gd name="T3" fmla="*/ 62 h 957"/>
                <a:gd name="T4" fmla="*/ 1750 w 1750"/>
                <a:gd name="T5" fmla="*/ 0 h 957"/>
                <a:gd name="T6" fmla="*/ 1682 w 1750"/>
                <a:gd name="T7" fmla="*/ 957 h 957"/>
                <a:gd name="T8" fmla="*/ 0 w 1750"/>
                <a:gd name="T9" fmla="*/ 957 h 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0" h="957">
                  <a:moveTo>
                    <a:pt x="0" y="957"/>
                  </a:moveTo>
                  <a:lnTo>
                    <a:pt x="101" y="62"/>
                  </a:lnTo>
                  <a:lnTo>
                    <a:pt x="1750" y="0"/>
                  </a:lnTo>
                  <a:lnTo>
                    <a:pt x="1682" y="957"/>
                  </a:lnTo>
                  <a:lnTo>
                    <a:pt x="0" y="957"/>
                  </a:ln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8" name="ïšľîďé"/>
            <p:cNvSpPr/>
            <p:nvPr/>
          </p:nvSpPr>
          <p:spPr bwMode="auto">
            <a:xfrm>
              <a:off x="4062413" y="3399632"/>
              <a:ext cx="2778125" cy="1519237"/>
            </a:xfrm>
            <a:custGeom>
              <a:avLst/>
              <a:gdLst>
                <a:gd name="T0" fmla="*/ 0 w 1750"/>
                <a:gd name="T1" fmla="*/ 957 h 957"/>
                <a:gd name="T2" fmla="*/ 101 w 1750"/>
                <a:gd name="T3" fmla="*/ 62 h 957"/>
                <a:gd name="T4" fmla="*/ 1750 w 1750"/>
                <a:gd name="T5" fmla="*/ 0 h 957"/>
                <a:gd name="T6" fmla="*/ 1682 w 1750"/>
                <a:gd name="T7" fmla="*/ 957 h 957"/>
                <a:gd name="T8" fmla="*/ 0 w 1750"/>
                <a:gd name="T9" fmla="*/ 957 h 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0" h="957">
                  <a:moveTo>
                    <a:pt x="0" y="957"/>
                  </a:moveTo>
                  <a:lnTo>
                    <a:pt x="101" y="62"/>
                  </a:lnTo>
                  <a:lnTo>
                    <a:pt x="1750" y="0"/>
                  </a:lnTo>
                  <a:lnTo>
                    <a:pt x="1682" y="957"/>
                  </a:lnTo>
                  <a:lnTo>
                    <a:pt x="0" y="95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9" name="iṥļîḍé"/>
            <p:cNvSpPr/>
            <p:nvPr/>
          </p:nvSpPr>
          <p:spPr bwMode="auto">
            <a:xfrm>
              <a:off x="3976688" y="3326607"/>
              <a:ext cx="3006725" cy="1847850"/>
            </a:xfrm>
            <a:custGeom>
              <a:avLst/>
              <a:gdLst>
                <a:gd name="T0" fmla="*/ 0 w 1894"/>
                <a:gd name="T1" fmla="*/ 1133 h 1164"/>
                <a:gd name="T2" fmla="*/ 64 w 1894"/>
                <a:gd name="T3" fmla="*/ 1164 h 1164"/>
                <a:gd name="T4" fmla="*/ 1820 w 1894"/>
                <a:gd name="T5" fmla="*/ 1164 h 1164"/>
                <a:gd name="T6" fmla="*/ 1894 w 1894"/>
                <a:gd name="T7" fmla="*/ 41 h 1164"/>
                <a:gd name="T8" fmla="*/ 1852 w 1894"/>
                <a:gd name="T9" fmla="*/ 0 h 1164"/>
                <a:gd name="T10" fmla="*/ 1775 w 1894"/>
                <a:gd name="T11" fmla="*/ 1133 h 1164"/>
                <a:gd name="T12" fmla="*/ 0 w 1894"/>
                <a:gd name="T13" fmla="*/ 1133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94" h="1164">
                  <a:moveTo>
                    <a:pt x="0" y="1133"/>
                  </a:moveTo>
                  <a:lnTo>
                    <a:pt x="64" y="1164"/>
                  </a:lnTo>
                  <a:lnTo>
                    <a:pt x="1820" y="1164"/>
                  </a:lnTo>
                  <a:lnTo>
                    <a:pt x="1894" y="41"/>
                  </a:lnTo>
                  <a:lnTo>
                    <a:pt x="1852" y="0"/>
                  </a:lnTo>
                  <a:lnTo>
                    <a:pt x="1775" y="1133"/>
                  </a:lnTo>
                  <a:lnTo>
                    <a:pt x="0" y="1133"/>
                  </a:ln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0" name="îsľíďé"/>
            <p:cNvSpPr/>
            <p:nvPr/>
          </p:nvSpPr>
          <p:spPr bwMode="auto">
            <a:xfrm>
              <a:off x="3976688" y="3326607"/>
              <a:ext cx="3006725" cy="1847850"/>
            </a:xfrm>
            <a:custGeom>
              <a:avLst/>
              <a:gdLst>
                <a:gd name="T0" fmla="*/ 0 w 1894"/>
                <a:gd name="T1" fmla="*/ 1133 h 1164"/>
                <a:gd name="T2" fmla="*/ 64 w 1894"/>
                <a:gd name="T3" fmla="*/ 1164 h 1164"/>
                <a:gd name="T4" fmla="*/ 1820 w 1894"/>
                <a:gd name="T5" fmla="*/ 1164 h 1164"/>
                <a:gd name="T6" fmla="*/ 1894 w 1894"/>
                <a:gd name="T7" fmla="*/ 41 h 1164"/>
                <a:gd name="T8" fmla="*/ 1852 w 1894"/>
                <a:gd name="T9" fmla="*/ 0 h 1164"/>
                <a:gd name="T10" fmla="*/ 1775 w 1894"/>
                <a:gd name="T11" fmla="*/ 1133 h 1164"/>
                <a:gd name="T12" fmla="*/ 0 w 1894"/>
                <a:gd name="T13" fmla="*/ 1133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94" h="1164">
                  <a:moveTo>
                    <a:pt x="0" y="1133"/>
                  </a:moveTo>
                  <a:lnTo>
                    <a:pt x="64" y="1164"/>
                  </a:lnTo>
                  <a:lnTo>
                    <a:pt x="1820" y="1164"/>
                  </a:lnTo>
                  <a:lnTo>
                    <a:pt x="1894" y="41"/>
                  </a:lnTo>
                  <a:lnTo>
                    <a:pt x="1852" y="0"/>
                  </a:lnTo>
                  <a:lnTo>
                    <a:pt x="1775" y="1133"/>
                  </a:lnTo>
                  <a:lnTo>
                    <a:pt x="0" y="113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1" name="îśḷíḍé"/>
            <p:cNvSpPr/>
            <p:nvPr/>
          </p:nvSpPr>
          <p:spPr bwMode="auto">
            <a:xfrm>
              <a:off x="5786438" y="5174457"/>
              <a:ext cx="103188" cy="123825"/>
            </a:xfrm>
            <a:custGeom>
              <a:avLst/>
              <a:gdLst>
                <a:gd name="T0" fmla="*/ 0 w 65"/>
                <a:gd name="T1" fmla="*/ 0 h 78"/>
                <a:gd name="T2" fmla="*/ 25 w 65"/>
                <a:gd name="T3" fmla="*/ 78 h 78"/>
                <a:gd name="T4" fmla="*/ 65 w 65"/>
                <a:gd name="T5" fmla="*/ 78 h 78"/>
                <a:gd name="T6" fmla="*/ 39 w 65"/>
                <a:gd name="T7" fmla="*/ 0 h 78"/>
                <a:gd name="T8" fmla="*/ 0 w 65"/>
                <a:gd name="T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78">
                  <a:moveTo>
                    <a:pt x="0" y="0"/>
                  </a:moveTo>
                  <a:lnTo>
                    <a:pt x="25" y="78"/>
                  </a:lnTo>
                  <a:lnTo>
                    <a:pt x="65" y="78"/>
                  </a:lnTo>
                  <a:lnTo>
                    <a:pt x="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2" name="ís1ïdê"/>
            <p:cNvSpPr/>
            <p:nvPr/>
          </p:nvSpPr>
          <p:spPr bwMode="auto">
            <a:xfrm>
              <a:off x="5786438" y="5174457"/>
              <a:ext cx="103188" cy="123825"/>
            </a:xfrm>
            <a:custGeom>
              <a:avLst/>
              <a:gdLst>
                <a:gd name="T0" fmla="*/ 0 w 65"/>
                <a:gd name="T1" fmla="*/ 0 h 78"/>
                <a:gd name="T2" fmla="*/ 25 w 65"/>
                <a:gd name="T3" fmla="*/ 78 h 78"/>
                <a:gd name="T4" fmla="*/ 65 w 65"/>
                <a:gd name="T5" fmla="*/ 78 h 78"/>
                <a:gd name="T6" fmla="*/ 39 w 65"/>
                <a:gd name="T7" fmla="*/ 0 h 78"/>
                <a:gd name="T8" fmla="*/ 0 w 65"/>
                <a:gd name="T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78">
                  <a:moveTo>
                    <a:pt x="0" y="0"/>
                  </a:moveTo>
                  <a:lnTo>
                    <a:pt x="25" y="78"/>
                  </a:lnTo>
                  <a:lnTo>
                    <a:pt x="65" y="78"/>
                  </a:lnTo>
                  <a:lnTo>
                    <a:pt x="39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3" name="iSḻîḓè"/>
            <p:cNvSpPr/>
            <p:nvPr/>
          </p:nvSpPr>
          <p:spPr bwMode="auto">
            <a:xfrm>
              <a:off x="5156200" y="5174457"/>
              <a:ext cx="669925" cy="123825"/>
            </a:xfrm>
            <a:custGeom>
              <a:avLst/>
              <a:gdLst>
                <a:gd name="T0" fmla="*/ 7 w 422"/>
                <a:gd name="T1" fmla="*/ 0 h 78"/>
                <a:gd name="T2" fmla="*/ 0 w 422"/>
                <a:gd name="T3" fmla="*/ 0 h 78"/>
                <a:gd name="T4" fmla="*/ 9 w 422"/>
                <a:gd name="T5" fmla="*/ 78 h 78"/>
                <a:gd name="T6" fmla="*/ 422 w 422"/>
                <a:gd name="T7" fmla="*/ 78 h 78"/>
                <a:gd name="T8" fmla="*/ 397 w 422"/>
                <a:gd name="T9" fmla="*/ 0 h 78"/>
                <a:gd name="T10" fmla="*/ 7 w 422"/>
                <a:gd name="T11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2" h="78">
                  <a:moveTo>
                    <a:pt x="7" y="0"/>
                  </a:moveTo>
                  <a:lnTo>
                    <a:pt x="0" y="0"/>
                  </a:lnTo>
                  <a:lnTo>
                    <a:pt x="9" y="78"/>
                  </a:lnTo>
                  <a:lnTo>
                    <a:pt x="422" y="78"/>
                  </a:lnTo>
                  <a:lnTo>
                    <a:pt x="397" y="0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3B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4" name="iśļiḋé"/>
            <p:cNvSpPr/>
            <p:nvPr/>
          </p:nvSpPr>
          <p:spPr bwMode="auto">
            <a:xfrm>
              <a:off x="5156200" y="5174457"/>
              <a:ext cx="669925" cy="123825"/>
            </a:xfrm>
            <a:custGeom>
              <a:avLst/>
              <a:gdLst>
                <a:gd name="T0" fmla="*/ 7 w 422"/>
                <a:gd name="T1" fmla="*/ 0 h 78"/>
                <a:gd name="T2" fmla="*/ 0 w 422"/>
                <a:gd name="T3" fmla="*/ 0 h 78"/>
                <a:gd name="T4" fmla="*/ 9 w 422"/>
                <a:gd name="T5" fmla="*/ 78 h 78"/>
                <a:gd name="T6" fmla="*/ 422 w 422"/>
                <a:gd name="T7" fmla="*/ 78 h 78"/>
                <a:gd name="T8" fmla="*/ 397 w 422"/>
                <a:gd name="T9" fmla="*/ 0 h 78"/>
                <a:gd name="T10" fmla="*/ 7 w 422"/>
                <a:gd name="T11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2" h="78">
                  <a:moveTo>
                    <a:pt x="7" y="0"/>
                  </a:moveTo>
                  <a:lnTo>
                    <a:pt x="0" y="0"/>
                  </a:lnTo>
                  <a:lnTo>
                    <a:pt x="9" y="78"/>
                  </a:lnTo>
                  <a:lnTo>
                    <a:pt x="422" y="78"/>
                  </a:lnTo>
                  <a:lnTo>
                    <a:pt x="397" y="0"/>
                  </a:lnTo>
                  <a:lnTo>
                    <a:pt x="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5" name="íśľiḍê"/>
            <p:cNvSpPr/>
            <p:nvPr/>
          </p:nvSpPr>
          <p:spPr bwMode="auto">
            <a:xfrm>
              <a:off x="5167313" y="5174457"/>
              <a:ext cx="681038" cy="0"/>
            </a:xfrm>
            <a:custGeom>
              <a:avLst/>
              <a:gdLst>
                <a:gd name="T0" fmla="*/ 429 w 429"/>
                <a:gd name="T1" fmla="*/ 0 w 429"/>
                <a:gd name="T2" fmla="*/ 390 w 429"/>
                <a:gd name="T3" fmla="*/ 429 w 429"/>
                <a:gd name="T4" fmla="*/ 429 w 42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429">
                  <a:moveTo>
                    <a:pt x="429" y="0"/>
                  </a:moveTo>
                  <a:lnTo>
                    <a:pt x="0" y="0"/>
                  </a:lnTo>
                  <a:lnTo>
                    <a:pt x="390" y="0"/>
                  </a:lnTo>
                  <a:lnTo>
                    <a:pt x="429" y="0"/>
                  </a:lnTo>
                  <a:lnTo>
                    <a:pt x="429" y="0"/>
                  </a:lnTo>
                  <a:close/>
                </a:path>
              </a:pathLst>
            </a:custGeom>
            <a:solidFill>
              <a:srgbClr val="303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6" name="iṥlíḑè"/>
            <p:cNvSpPr/>
            <p:nvPr/>
          </p:nvSpPr>
          <p:spPr bwMode="auto">
            <a:xfrm>
              <a:off x="5167313" y="5174457"/>
              <a:ext cx="681038" cy="0"/>
            </a:xfrm>
            <a:custGeom>
              <a:avLst/>
              <a:gdLst>
                <a:gd name="T0" fmla="*/ 429 w 429"/>
                <a:gd name="T1" fmla="*/ 0 w 429"/>
                <a:gd name="T2" fmla="*/ 390 w 429"/>
                <a:gd name="T3" fmla="*/ 429 w 429"/>
                <a:gd name="T4" fmla="*/ 429 w 42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429">
                  <a:moveTo>
                    <a:pt x="429" y="0"/>
                  </a:moveTo>
                  <a:lnTo>
                    <a:pt x="0" y="0"/>
                  </a:lnTo>
                  <a:lnTo>
                    <a:pt x="390" y="0"/>
                  </a:lnTo>
                  <a:lnTo>
                    <a:pt x="429" y="0"/>
                  </a:lnTo>
                  <a:lnTo>
                    <a:pt x="42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7" name="ïṥľïḋé"/>
            <p:cNvSpPr/>
            <p:nvPr/>
          </p:nvSpPr>
          <p:spPr bwMode="auto">
            <a:xfrm>
              <a:off x="4062413" y="3409157"/>
              <a:ext cx="2763838" cy="1509712"/>
            </a:xfrm>
            <a:custGeom>
              <a:avLst/>
              <a:gdLst>
                <a:gd name="T0" fmla="*/ 1586 w 1586"/>
                <a:gd name="T1" fmla="*/ 100 h 867"/>
                <a:gd name="T2" fmla="*/ 0 w 1586"/>
                <a:gd name="T3" fmla="*/ 867 h 867"/>
                <a:gd name="T4" fmla="*/ 1532 w 1586"/>
                <a:gd name="T5" fmla="*/ 867 h 867"/>
                <a:gd name="T6" fmla="*/ 1586 w 1586"/>
                <a:gd name="T7" fmla="*/ 100 h 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6" h="867">
                  <a:moveTo>
                    <a:pt x="1586" y="100"/>
                  </a:moveTo>
                  <a:cubicBezTo>
                    <a:pt x="401" y="0"/>
                    <a:pt x="0" y="867"/>
                    <a:pt x="0" y="867"/>
                  </a:cubicBezTo>
                  <a:cubicBezTo>
                    <a:pt x="1532" y="867"/>
                    <a:pt x="1532" y="867"/>
                    <a:pt x="1532" y="867"/>
                  </a:cubicBezTo>
                  <a:lnTo>
                    <a:pt x="1586" y="100"/>
                  </a:lnTo>
                  <a:close/>
                </a:path>
              </a:pathLst>
            </a:custGeom>
            <a:solidFill>
              <a:srgbClr val="EA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8" name="í$ľïḍè"/>
            <p:cNvSpPr/>
            <p:nvPr/>
          </p:nvSpPr>
          <p:spPr bwMode="auto">
            <a:xfrm>
              <a:off x="4252913" y="3602832"/>
              <a:ext cx="2273300" cy="1230312"/>
            </a:xfrm>
            <a:custGeom>
              <a:avLst/>
              <a:gdLst>
                <a:gd name="T0" fmla="*/ 1181 w 1432"/>
                <a:gd name="T1" fmla="*/ 34 h 775"/>
                <a:gd name="T2" fmla="*/ 1191 w 1432"/>
                <a:gd name="T3" fmla="*/ 109 h 775"/>
                <a:gd name="T4" fmla="*/ 1284 w 1432"/>
                <a:gd name="T5" fmla="*/ 97 h 775"/>
                <a:gd name="T6" fmla="*/ 1008 w 1432"/>
                <a:gd name="T7" fmla="*/ 399 h 775"/>
                <a:gd name="T8" fmla="*/ 744 w 1432"/>
                <a:gd name="T9" fmla="*/ 299 h 775"/>
                <a:gd name="T10" fmla="*/ 504 w 1432"/>
                <a:gd name="T11" fmla="*/ 560 h 775"/>
                <a:gd name="T12" fmla="*/ 277 w 1432"/>
                <a:gd name="T13" fmla="*/ 494 h 775"/>
                <a:gd name="T14" fmla="*/ 0 w 1432"/>
                <a:gd name="T15" fmla="*/ 753 h 775"/>
                <a:gd name="T16" fmla="*/ 22 w 1432"/>
                <a:gd name="T17" fmla="*/ 775 h 775"/>
                <a:gd name="T18" fmla="*/ 291 w 1432"/>
                <a:gd name="T19" fmla="*/ 551 h 775"/>
                <a:gd name="T20" fmla="*/ 520 w 1432"/>
                <a:gd name="T21" fmla="*/ 618 h 775"/>
                <a:gd name="T22" fmla="*/ 758 w 1432"/>
                <a:gd name="T23" fmla="*/ 359 h 775"/>
                <a:gd name="T24" fmla="*/ 1018 w 1432"/>
                <a:gd name="T25" fmla="*/ 457 h 775"/>
                <a:gd name="T26" fmla="*/ 1337 w 1432"/>
                <a:gd name="T27" fmla="*/ 154 h 775"/>
                <a:gd name="T28" fmla="*/ 1326 w 1432"/>
                <a:gd name="T29" fmla="*/ 244 h 775"/>
                <a:gd name="T30" fmla="*/ 1403 w 1432"/>
                <a:gd name="T31" fmla="*/ 253 h 775"/>
                <a:gd name="T32" fmla="*/ 1432 w 1432"/>
                <a:gd name="T33" fmla="*/ 0 h 775"/>
                <a:gd name="T34" fmla="*/ 1181 w 1432"/>
                <a:gd name="T35" fmla="*/ 34 h 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32" h="775">
                  <a:moveTo>
                    <a:pt x="1181" y="34"/>
                  </a:moveTo>
                  <a:lnTo>
                    <a:pt x="1191" y="109"/>
                  </a:lnTo>
                  <a:lnTo>
                    <a:pt x="1284" y="97"/>
                  </a:lnTo>
                  <a:lnTo>
                    <a:pt x="1008" y="399"/>
                  </a:lnTo>
                  <a:lnTo>
                    <a:pt x="744" y="299"/>
                  </a:lnTo>
                  <a:lnTo>
                    <a:pt x="504" y="560"/>
                  </a:lnTo>
                  <a:lnTo>
                    <a:pt x="277" y="494"/>
                  </a:lnTo>
                  <a:lnTo>
                    <a:pt x="0" y="753"/>
                  </a:lnTo>
                  <a:lnTo>
                    <a:pt x="22" y="775"/>
                  </a:lnTo>
                  <a:lnTo>
                    <a:pt x="291" y="551"/>
                  </a:lnTo>
                  <a:lnTo>
                    <a:pt x="520" y="618"/>
                  </a:lnTo>
                  <a:lnTo>
                    <a:pt x="758" y="359"/>
                  </a:lnTo>
                  <a:lnTo>
                    <a:pt x="1018" y="457"/>
                  </a:lnTo>
                  <a:lnTo>
                    <a:pt x="1337" y="154"/>
                  </a:lnTo>
                  <a:lnTo>
                    <a:pt x="1326" y="244"/>
                  </a:lnTo>
                  <a:lnTo>
                    <a:pt x="1403" y="253"/>
                  </a:lnTo>
                  <a:lnTo>
                    <a:pt x="1432" y="0"/>
                  </a:lnTo>
                  <a:lnTo>
                    <a:pt x="1181" y="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9" name="ïSľidé"/>
            <p:cNvSpPr/>
            <p:nvPr/>
          </p:nvSpPr>
          <p:spPr bwMode="auto">
            <a:xfrm>
              <a:off x="6824663" y="3232944"/>
              <a:ext cx="217488" cy="157162"/>
            </a:xfrm>
            <a:custGeom>
              <a:avLst/>
              <a:gdLst>
                <a:gd name="T0" fmla="*/ 33 w 125"/>
                <a:gd name="T1" fmla="*/ 0 h 90"/>
                <a:gd name="T2" fmla="*/ 0 w 125"/>
                <a:gd name="T3" fmla="*/ 2 h 90"/>
                <a:gd name="T4" fmla="*/ 2 w 125"/>
                <a:gd name="T5" fmla="*/ 18 h 90"/>
                <a:gd name="T6" fmla="*/ 34 w 125"/>
                <a:gd name="T7" fmla="*/ 16 h 90"/>
                <a:gd name="T8" fmla="*/ 34 w 125"/>
                <a:gd name="T9" fmla="*/ 16 h 90"/>
                <a:gd name="T10" fmla="*/ 34 w 125"/>
                <a:gd name="T11" fmla="*/ 16 h 90"/>
                <a:gd name="T12" fmla="*/ 31 w 125"/>
                <a:gd name="T13" fmla="*/ 55 h 90"/>
                <a:gd name="T14" fmla="*/ 53 w 125"/>
                <a:gd name="T15" fmla="*/ 54 h 90"/>
                <a:gd name="T16" fmla="*/ 90 w 125"/>
                <a:gd name="T17" fmla="*/ 90 h 90"/>
                <a:gd name="T18" fmla="*/ 123 w 125"/>
                <a:gd name="T19" fmla="*/ 52 h 90"/>
                <a:gd name="T20" fmla="*/ 64 w 125"/>
                <a:gd name="T21" fmla="*/ 9 h 90"/>
                <a:gd name="T22" fmla="*/ 43 w 125"/>
                <a:gd name="T23" fmla="*/ 10 h 90"/>
                <a:gd name="T24" fmla="*/ 44 w 125"/>
                <a:gd name="T25" fmla="*/ 5 h 90"/>
                <a:gd name="T26" fmla="*/ 33 w 125"/>
                <a:gd name="T27" fmla="*/ 6 h 90"/>
                <a:gd name="T28" fmla="*/ 33 w 125"/>
                <a:gd name="T2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" h="90">
                  <a:moveTo>
                    <a:pt x="33" y="0"/>
                  </a:moveTo>
                  <a:cubicBezTo>
                    <a:pt x="29" y="0"/>
                    <a:pt x="16" y="1"/>
                    <a:pt x="0" y="2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18" y="17"/>
                    <a:pt x="31" y="16"/>
                    <a:pt x="34" y="1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1" y="55"/>
                    <a:pt x="31" y="55"/>
                    <a:pt x="31" y="55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90" y="90"/>
                    <a:pt x="90" y="90"/>
                    <a:pt x="90" y="90"/>
                  </a:cubicBezTo>
                  <a:cubicBezTo>
                    <a:pt x="107" y="88"/>
                    <a:pt x="121" y="79"/>
                    <a:pt x="123" y="52"/>
                  </a:cubicBezTo>
                  <a:cubicBezTo>
                    <a:pt x="125" y="16"/>
                    <a:pt x="90" y="9"/>
                    <a:pt x="64" y="9"/>
                  </a:cubicBezTo>
                  <a:cubicBezTo>
                    <a:pt x="56" y="9"/>
                    <a:pt x="48" y="10"/>
                    <a:pt x="43" y="10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solidFill>
              <a:srgbClr val="2929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0" name="iṣ1iďe"/>
            <p:cNvSpPr/>
            <p:nvPr/>
          </p:nvSpPr>
          <p:spPr bwMode="auto">
            <a:xfrm>
              <a:off x="6278563" y="3355182"/>
              <a:ext cx="635000" cy="93662"/>
            </a:xfrm>
            <a:custGeom>
              <a:avLst/>
              <a:gdLst>
                <a:gd name="T0" fmla="*/ 352 w 364"/>
                <a:gd name="T1" fmla="*/ 10 h 54"/>
                <a:gd name="T2" fmla="*/ 352 w 364"/>
                <a:gd name="T3" fmla="*/ 15 h 54"/>
                <a:gd name="T4" fmla="*/ 341 w 364"/>
                <a:gd name="T5" fmla="*/ 14 h 54"/>
                <a:gd name="T6" fmla="*/ 338 w 364"/>
                <a:gd name="T7" fmla="*/ 39 h 54"/>
                <a:gd name="T8" fmla="*/ 321 w 364"/>
                <a:gd name="T9" fmla="*/ 40 h 54"/>
                <a:gd name="T10" fmla="*/ 320 w 364"/>
                <a:gd name="T11" fmla="*/ 54 h 54"/>
                <a:gd name="T12" fmla="*/ 338 w 364"/>
                <a:gd name="T13" fmla="*/ 53 h 54"/>
                <a:gd name="T14" fmla="*/ 339 w 364"/>
                <a:gd name="T15" fmla="*/ 44 h 54"/>
                <a:gd name="T16" fmla="*/ 353 w 364"/>
                <a:gd name="T17" fmla="*/ 46 h 54"/>
                <a:gd name="T18" fmla="*/ 353 w 364"/>
                <a:gd name="T19" fmla="*/ 41 h 54"/>
                <a:gd name="T20" fmla="*/ 362 w 364"/>
                <a:gd name="T21" fmla="*/ 44 h 54"/>
                <a:gd name="T22" fmla="*/ 364 w 364"/>
                <a:gd name="T23" fmla="*/ 14 h 54"/>
                <a:gd name="T24" fmla="*/ 352 w 364"/>
                <a:gd name="T25" fmla="*/ 10 h 54"/>
                <a:gd name="T26" fmla="*/ 4 w 364"/>
                <a:gd name="T27" fmla="*/ 0 h 54"/>
                <a:gd name="T28" fmla="*/ 32 w 364"/>
                <a:gd name="T29" fmla="*/ 37 h 54"/>
                <a:gd name="T30" fmla="*/ 83 w 364"/>
                <a:gd name="T31" fmla="*/ 35 h 54"/>
                <a:gd name="T32" fmla="*/ 4 w 364"/>
                <a:gd name="T3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4" h="54">
                  <a:moveTo>
                    <a:pt x="352" y="10"/>
                  </a:moveTo>
                  <a:cubicBezTo>
                    <a:pt x="352" y="15"/>
                    <a:pt x="352" y="15"/>
                    <a:pt x="352" y="15"/>
                  </a:cubicBezTo>
                  <a:cubicBezTo>
                    <a:pt x="341" y="14"/>
                    <a:pt x="341" y="14"/>
                    <a:pt x="341" y="14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32" y="40"/>
                    <a:pt x="326" y="40"/>
                    <a:pt x="321" y="40"/>
                  </a:cubicBezTo>
                  <a:cubicBezTo>
                    <a:pt x="320" y="54"/>
                    <a:pt x="320" y="54"/>
                    <a:pt x="320" y="54"/>
                  </a:cubicBezTo>
                  <a:cubicBezTo>
                    <a:pt x="326" y="54"/>
                    <a:pt x="332" y="54"/>
                    <a:pt x="338" y="53"/>
                  </a:cubicBezTo>
                  <a:cubicBezTo>
                    <a:pt x="339" y="44"/>
                    <a:pt x="339" y="44"/>
                    <a:pt x="339" y="44"/>
                  </a:cubicBezTo>
                  <a:cubicBezTo>
                    <a:pt x="353" y="46"/>
                    <a:pt x="353" y="46"/>
                    <a:pt x="353" y="46"/>
                  </a:cubicBezTo>
                  <a:cubicBezTo>
                    <a:pt x="353" y="41"/>
                    <a:pt x="353" y="41"/>
                    <a:pt x="353" y="41"/>
                  </a:cubicBezTo>
                  <a:cubicBezTo>
                    <a:pt x="355" y="41"/>
                    <a:pt x="358" y="43"/>
                    <a:pt x="362" y="44"/>
                  </a:cubicBezTo>
                  <a:cubicBezTo>
                    <a:pt x="364" y="14"/>
                    <a:pt x="364" y="14"/>
                    <a:pt x="364" y="14"/>
                  </a:cubicBezTo>
                  <a:cubicBezTo>
                    <a:pt x="359" y="13"/>
                    <a:pt x="355" y="11"/>
                    <a:pt x="352" y="10"/>
                  </a:cubicBezTo>
                  <a:moveTo>
                    <a:pt x="4" y="0"/>
                  </a:moveTo>
                  <a:cubicBezTo>
                    <a:pt x="0" y="15"/>
                    <a:pt x="8" y="27"/>
                    <a:pt x="32" y="37"/>
                  </a:cubicBezTo>
                  <a:cubicBezTo>
                    <a:pt x="83" y="35"/>
                    <a:pt x="83" y="35"/>
                    <a:pt x="83" y="35"/>
                  </a:cubicBezTo>
                  <a:cubicBezTo>
                    <a:pt x="33" y="28"/>
                    <a:pt x="9" y="15"/>
                    <a:pt x="4" y="0"/>
                  </a:cubicBezTo>
                </a:path>
              </a:pathLst>
            </a:custGeom>
            <a:solidFill>
              <a:srgbClr val="3A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1" name="iśḷíḓè"/>
            <p:cNvSpPr/>
            <p:nvPr/>
          </p:nvSpPr>
          <p:spPr bwMode="auto">
            <a:xfrm>
              <a:off x="6335713" y="3415507"/>
              <a:ext cx="503238" cy="38100"/>
            </a:xfrm>
            <a:custGeom>
              <a:avLst/>
              <a:gdLst>
                <a:gd name="T0" fmla="*/ 51 w 289"/>
                <a:gd name="T1" fmla="*/ 0 h 22"/>
                <a:gd name="T2" fmla="*/ 0 w 289"/>
                <a:gd name="T3" fmla="*/ 2 h 22"/>
                <a:gd name="T4" fmla="*/ 182 w 289"/>
                <a:gd name="T5" fmla="*/ 22 h 22"/>
                <a:gd name="T6" fmla="*/ 288 w 289"/>
                <a:gd name="T7" fmla="*/ 19 h 22"/>
                <a:gd name="T8" fmla="*/ 289 w 289"/>
                <a:gd name="T9" fmla="*/ 5 h 22"/>
                <a:gd name="T10" fmla="*/ 182 w 289"/>
                <a:gd name="T11" fmla="*/ 8 h 22"/>
                <a:gd name="T12" fmla="*/ 51 w 289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9" h="22">
                  <a:moveTo>
                    <a:pt x="51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31" y="15"/>
                    <a:pt x="89" y="22"/>
                    <a:pt x="182" y="22"/>
                  </a:cubicBezTo>
                  <a:cubicBezTo>
                    <a:pt x="214" y="22"/>
                    <a:pt x="248" y="21"/>
                    <a:pt x="288" y="19"/>
                  </a:cubicBezTo>
                  <a:cubicBezTo>
                    <a:pt x="289" y="5"/>
                    <a:pt x="289" y="5"/>
                    <a:pt x="289" y="5"/>
                  </a:cubicBezTo>
                  <a:cubicBezTo>
                    <a:pt x="249" y="7"/>
                    <a:pt x="214" y="8"/>
                    <a:pt x="182" y="8"/>
                  </a:cubicBezTo>
                  <a:cubicBezTo>
                    <a:pt x="126" y="8"/>
                    <a:pt x="83" y="5"/>
                    <a:pt x="51" y="0"/>
                  </a:cubicBezTo>
                </a:path>
              </a:pathLst>
            </a:custGeom>
            <a:solidFill>
              <a:srgbClr val="C1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2" name="íšľíḓe"/>
            <p:cNvSpPr/>
            <p:nvPr/>
          </p:nvSpPr>
          <p:spPr bwMode="auto">
            <a:xfrm>
              <a:off x="6910388" y="3378994"/>
              <a:ext cx="73025" cy="65087"/>
            </a:xfrm>
            <a:custGeom>
              <a:avLst/>
              <a:gdLst>
                <a:gd name="T0" fmla="*/ 2 w 42"/>
                <a:gd name="T1" fmla="*/ 0 h 37"/>
                <a:gd name="T2" fmla="*/ 0 w 42"/>
                <a:gd name="T3" fmla="*/ 30 h 37"/>
                <a:gd name="T4" fmla="*/ 36 w 42"/>
                <a:gd name="T5" fmla="*/ 37 h 37"/>
                <a:gd name="T6" fmla="*/ 40 w 42"/>
                <a:gd name="T7" fmla="*/ 37 h 37"/>
                <a:gd name="T8" fmla="*/ 42 w 42"/>
                <a:gd name="T9" fmla="*/ 7 h 37"/>
                <a:gd name="T10" fmla="*/ 41 w 42"/>
                <a:gd name="T11" fmla="*/ 6 h 37"/>
                <a:gd name="T12" fmla="*/ 35 w 42"/>
                <a:gd name="T13" fmla="*/ 6 h 37"/>
                <a:gd name="T14" fmla="*/ 2 w 42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37">
                  <a:moveTo>
                    <a:pt x="2" y="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9" y="33"/>
                    <a:pt x="22" y="37"/>
                    <a:pt x="36" y="37"/>
                  </a:cubicBezTo>
                  <a:cubicBezTo>
                    <a:pt x="37" y="37"/>
                    <a:pt x="39" y="37"/>
                    <a:pt x="40" y="3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39" y="6"/>
                    <a:pt x="37" y="6"/>
                    <a:pt x="35" y="6"/>
                  </a:cubicBezTo>
                  <a:cubicBezTo>
                    <a:pt x="23" y="6"/>
                    <a:pt x="11" y="3"/>
                    <a:pt x="2" y="0"/>
                  </a:cubicBezTo>
                </a:path>
              </a:pathLst>
            </a:custGeom>
            <a:solidFill>
              <a:srgbClr val="2F2F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3" name="ïś1ïḑe"/>
            <p:cNvSpPr/>
            <p:nvPr/>
          </p:nvSpPr>
          <p:spPr bwMode="auto">
            <a:xfrm>
              <a:off x="6878638" y="3326607"/>
              <a:ext cx="103188" cy="63500"/>
            </a:xfrm>
            <a:custGeom>
              <a:avLst/>
              <a:gdLst>
                <a:gd name="T0" fmla="*/ 24 w 65"/>
                <a:gd name="T1" fmla="*/ 0 h 40"/>
                <a:gd name="T2" fmla="*/ 0 w 65"/>
                <a:gd name="T3" fmla="*/ 1 h 40"/>
                <a:gd name="T4" fmla="*/ 0 w 65"/>
                <a:gd name="T5" fmla="*/ 1 h 40"/>
                <a:gd name="T6" fmla="*/ 24 w 65"/>
                <a:gd name="T7" fmla="*/ 0 h 40"/>
                <a:gd name="T8" fmla="*/ 65 w 65"/>
                <a:gd name="T9" fmla="*/ 40 h 40"/>
                <a:gd name="T10" fmla="*/ 65 w 65"/>
                <a:gd name="T11" fmla="*/ 40 h 40"/>
                <a:gd name="T12" fmla="*/ 24 w 6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40">
                  <a:moveTo>
                    <a:pt x="2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4" y="0"/>
                  </a:lnTo>
                  <a:lnTo>
                    <a:pt x="65" y="40"/>
                  </a:lnTo>
                  <a:lnTo>
                    <a:pt x="65" y="4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4" name="iṣḷïḍè"/>
            <p:cNvSpPr/>
            <p:nvPr/>
          </p:nvSpPr>
          <p:spPr bwMode="auto">
            <a:xfrm>
              <a:off x="6878638" y="3326607"/>
              <a:ext cx="103188" cy="63500"/>
            </a:xfrm>
            <a:custGeom>
              <a:avLst/>
              <a:gdLst>
                <a:gd name="T0" fmla="*/ 24 w 65"/>
                <a:gd name="T1" fmla="*/ 0 h 40"/>
                <a:gd name="T2" fmla="*/ 0 w 65"/>
                <a:gd name="T3" fmla="*/ 1 h 40"/>
                <a:gd name="T4" fmla="*/ 0 w 65"/>
                <a:gd name="T5" fmla="*/ 1 h 40"/>
                <a:gd name="T6" fmla="*/ 24 w 65"/>
                <a:gd name="T7" fmla="*/ 0 h 40"/>
                <a:gd name="T8" fmla="*/ 65 w 65"/>
                <a:gd name="T9" fmla="*/ 40 h 40"/>
                <a:gd name="T10" fmla="*/ 65 w 65"/>
                <a:gd name="T11" fmla="*/ 40 h 40"/>
                <a:gd name="T12" fmla="*/ 24 w 6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40">
                  <a:moveTo>
                    <a:pt x="24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4" y="0"/>
                  </a:lnTo>
                  <a:lnTo>
                    <a:pt x="65" y="40"/>
                  </a:lnTo>
                  <a:lnTo>
                    <a:pt x="65" y="40"/>
                  </a:lnTo>
                  <a:lnTo>
                    <a:pt x="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5" name="ísľîdê"/>
            <p:cNvSpPr/>
            <p:nvPr/>
          </p:nvSpPr>
          <p:spPr bwMode="auto">
            <a:xfrm>
              <a:off x="6873875" y="3326607"/>
              <a:ext cx="42863" cy="53975"/>
            </a:xfrm>
            <a:custGeom>
              <a:avLst/>
              <a:gdLst>
                <a:gd name="T0" fmla="*/ 25 w 25"/>
                <a:gd name="T1" fmla="*/ 0 h 31"/>
                <a:gd name="T2" fmla="*/ 3 w 25"/>
                <a:gd name="T3" fmla="*/ 1 h 31"/>
                <a:gd name="T4" fmla="*/ 0 w 25"/>
                <a:gd name="T5" fmla="*/ 30 h 31"/>
                <a:gd name="T6" fmla="*/ 11 w 25"/>
                <a:gd name="T7" fmla="*/ 31 h 31"/>
                <a:gd name="T8" fmla="*/ 11 w 25"/>
                <a:gd name="T9" fmla="*/ 26 h 31"/>
                <a:gd name="T10" fmla="*/ 23 w 25"/>
                <a:gd name="T11" fmla="*/ 30 h 31"/>
                <a:gd name="T12" fmla="*/ 25 w 25"/>
                <a:gd name="T1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31">
                  <a:moveTo>
                    <a:pt x="25" y="0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4" y="27"/>
                    <a:pt x="18" y="29"/>
                    <a:pt x="23" y="30"/>
                  </a:cubicBezTo>
                  <a:cubicBezTo>
                    <a:pt x="25" y="0"/>
                    <a:pt x="25" y="0"/>
                    <a:pt x="25" y="0"/>
                  </a:cubicBezTo>
                </a:path>
              </a:pathLst>
            </a:custGeom>
            <a:solidFill>
              <a:srgbClr val="2E2E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6" name="íŝļíḓê"/>
            <p:cNvSpPr/>
            <p:nvPr/>
          </p:nvSpPr>
          <p:spPr bwMode="auto">
            <a:xfrm>
              <a:off x="6913563" y="3326607"/>
              <a:ext cx="68263" cy="63500"/>
            </a:xfrm>
            <a:custGeom>
              <a:avLst/>
              <a:gdLst>
                <a:gd name="T0" fmla="*/ 2 w 39"/>
                <a:gd name="T1" fmla="*/ 0 h 36"/>
                <a:gd name="T2" fmla="*/ 2 w 39"/>
                <a:gd name="T3" fmla="*/ 0 h 36"/>
                <a:gd name="T4" fmla="*/ 0 w 39"/>
                <a:gd name="T5" fmla="*/ 30 h 36"/>
                <a:gd name="T6" fmla="*/ 33 w 39"/>
                <a:gd name="T7" fmla="*/ 36 h 36"/>
                <a:gd name="T8" fmla="*/ 39 w 39"/>
                <a:gd name="T9" fmla="*/ 36 h 36"/>
                <a:gd name="T10" fmla="*/ 2 w 39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36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9" y="33"/>
                    <a:pt x="21" y="36"/>
                    <a:pt x="33" y="36"/>
                  </a:cubicBezTo>
                  <a:cubicBezTo>
                    <a:pt x="35" y="36"/>
                    <a:pt x="37" y="36"/>
                    <a:pt x="39" y="36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7" name="ïsľïḋé"/>
            <p:cNvSpPr/>
            <p:nvPr/>
          </p:nvSpPr>
          <p:spPr bwMode="auto">
            <a:xfrm>
              <a:off x="6891338" y="3253582"/>
              <a:ext cx="157163" cy="214312"/>
            </a:xfrm>
            <a:custGeom>
              <a:avLst/>
              <a:gdLst>
                <a:gd name="T0" fmla="*/ 2 w 90"/>
                <a:gd name="T1" fmla="*/ 16 h 123"/>
                <a:gd name="T2" fmla="*/ 86 w 90"/>
                <a:gd name="T3" fmla="*/ 56 h 123"/>
                <a:gd name="T4" fmla="*/ 0 w 90"/>
                <a:gd name="T5" fmla="*/ 83 h 123"/>
                <a:gd name="T6" fmla="*/ 2 w 90"/>
                <a:gd name="T7" fmla="*/ 16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123">
                  <a:moveTo>
                    <a:pt x="2" y="16"/>
                  </a:moveTo>
                  <a:cubicBezTo>
                    <a:pt x="2" y="16"/>
                    <a:pt x="90" y="0"/>
                    <a:pt x="86" y="56"/>
                  </a:cubicBezTo>
                  <a:cubicBezTo>
                    <a:pt x="81" y="123"/>
                    <a:pt x="0" y="83"/>
                    <a:pt x="0" y="83"/>
                  </a:cubicBezTo>
                  <a:lnTo>
                    <a:pt x="2" y="16"/>
                  </a:lnTo>
                  <a:close/>
                </a:path>
              </a:pathLst>
            </a:custGeom>
            <a:solidFill>
              <a:srgbClr val="FDD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8" name="ïṡliḋê"/>
            <p:cNvSpPr/>
            <p:nvPr/>
          </p:nvSpPr>
          <p:spPr bwMode="auto">
            <a:xfrm>
              <a:off x="6858000" y="3269457"/>
              <a:ext cx="46038" cy="141287"/>
            </a:xfrm>
            <a:custGeom>
              <a:avLst/>
              <a:gdLst>
                <a:gd name="T0" fmla="*/ 5 w 29"/>
                <a:gd name="T1" fmla="*/ 3 h 89"/>
                <a:gd name="T2" fmla="*/ 29 w 29"/>
                <a:gd name="T3" fmla="*/ 0 h 89"/>
                <a:gd name="T4" fmla="*/ 23 w 29"/>
                <a:gd name="T5" fmla="*/ 89 h 89"/>
                <a:gd name="T6" fmla="*/ 0 w 29"/>
                <a:gd name="T7" fmla="*/ 85 h 89"/>
                <a:gd name="T8" fmla="*/ 5 w 29"/>
                <a:gd name="T9" fmla="*/ 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89">
                  <a:moveTo>
                    <a:pt x="5" y="3"/>
                  </a:moveTo>
                  <a:lnTo>
                    <a:pt x="29" y="0"/>
                  </a:lnTo>
                  <a:lnTo>
                    <a:pt x="23" y="89"/>
                  </a:lnTo>
                  <a:lnTo>
                    <a:pt x="0" y="85"/>
                  </a:lnTo>
                  <a:lnTo>
                    <a:pt x="5" y="3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9" name="îś1ïďè"/>
            <p:cNvSpPr/>
            <p:nvPr/>
          </p:nvSpPr>
          <p:spPr bwMode="auto">
            <a:xfrm>
              <a:off x="5861050" y="3036094"/>
              <a:ext cx="1022350" cy="436562"/>
            </a:xfrm>
            <a:custGeom>
              <a:avLst/>
              <a:gdLst>
                <a:gd name="T0" fmla="*/ 456 w 587"/>
                <a:gd name="T1" fmla="*/ 137 h 251"/>
                <a:gd name="T2" fmla="*/ 550 w 587"/>
                <a:gd name="T3" fmla="*/ 97 h 251"/>
                <a:gd name="T4" fmla="*/ 535 w 587"/>
                <a:gd name="T5" fmla="*/ 0 h 251"/>
                <a:gd name="T6" fmla="*/ 578 w 587"/>
                <a:gd name="T7" fmla="*/ 222 h 251"/>
                <a:gd name="T8" fmla="*/ 587 w 587"/>
                <a:gd name="T9" fmla="*/ 129 h 251"/>
                <a:gd name="T10" fmla="*/ 456 w 587"/>
                <a:gd name="T11" fmla="*/ 137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7" h="251">
                  <a:moveTo>
                    <a:pt x="456" y="137"/>
                  </a:moveTo>
                  <a:cubicBezTo>
                    <a:pt x="456" y="137"/>
                    <a:pt x="512" y="112"/>
                    <a:pt x="550" y="97"/>
                  </a:cubicBezTo>
                  <a:cubicBezTo>
                    <a:pt x="535" y="0"/>
                    <a:pt x="535" y="0"/>
                    <a:pt x="535" y="0"/>
                  </a:cubicBezTo>
                  <a:cubicBezTo>
                    <a:pt x="296" y="93"/>
                    <a:pt x="0" y="251"/>
                    <a:pt x="578" y="222"/>
                  </a:cubicBezTo>
                  <a:cubicBezTo>
                    <a:pt x="587" y="129"/>
                    <a:pt x="587" y="129"/>
                    <a:pt x="587" y="129"/>
                  </a:cubicBezTo>
                  <a:cubicBezTo>
                    <a:pt x="574" y="130"/>
                    <a:pt x="456" y="137"/>
                    <a:pt x="456" y="137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0" name="í$ḷíďé"/>
            <p:cNvSpPr/>
            <p:nvPr/>
          </p:nvSpPr>
          <p:spPr bwMode="auto">
            <a:xfrm>
              <a:off x="6759575" y="3361532"/>
              <a:ext cx="34925" cy="34925"/>
            </a:xfrm>
            <a:custGeom>
              <a:avLst/>
              <a:gdLst>
                <a:gd name="T0" fmla="*/ 11 w 20"/>
                <a:gd name="T1" fmla="*/ 19 h 20"/>
                <a:gd name="T2" fmla="*/ 20 w 20"/>
                <a:gd name="T3" fmla="*/ 9 h 20"/>
                <a:gd name="T4" fmla="*/ 9 w 20"/>
                <a:gd name="T5" fmla="*/ 0 h 20"/>
                <a:gd name="T6" fmla="*/ 1 w 20"/>
                <a:gd name="T7" fmla="*/ 11 h 20"/>
                <a:gd name="T8" fmla="*/ 11 w 20"/>
                <a:gd name="T9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0">
                  <a:moveTo>
                    <a:pt x="11" y="19"/>
                  </a:moveTo>
                  <a:cubicBezTo>
                    <a:pt x="16" y="19"/>
                    <a:pt x="20" y="14"/>
                    <a:pt x="20" y="9"/>
                  </a:cubicBezTo>
                  <a:cubicBezTo>
                    <a:pt x="19" y="4"/>
                    <a:pt x="15" y="0"/>
                    <a:pt x="9" y="0"/>
                  </a:cubicBezTo>
                  <a:cubicBezTo>
                    <a:pt x="4" y="1"/>
                    <a:pt x="0" y="5"/>
                    <a:pt x="1" y="11"/>
                  </a:cubicBezTo>
                  <a:cubicBezTo>
                    <a:pt x="1" y="16"/>
                    <a:pt x="6" y="20"/>
                    <a:pt x="11" y="19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1" name="iṧḷíďe"/>
            <p:cNvSpPr/>
            <p:nvPr/>
          </p:nvSpPr>
          <p:spPr bwMode="auto">
            <a:xfrm>
              <a:off x="6816725" y="3367882"/>
              <a:ext cx="34925" cy="34925"/>
            </a:xfrm>
            <a:custGeom>
              <a:avLst/>
              <a:gdLst>
                <a:gd name="T0" fmla="*/ 11 w 20"/>
                <a:gd name="T1" fmla="*/ 19 h 20"/>
                <a:gd name="T2" fmla="*/ 20 w 20"/>
                <a:gd name="T3" fmla="*/ 9 h 20"/>
                <a:gd name="T4" fmla="*/ 10 w 20"/>
                <a:gd name="T5" fmla="*/ 0 h 20"/>
                <a:gd name="T6" fmla="*/ 1 w 20"/>
                <a:gd name="T7" fmla="*/ 11 h 20"/>
                <a:gd name="T8" fmla="*/ 11 w 20"/>
                <a:gd name="T9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20">
                  <a:moveTo>
                    <a:pt x="11" y="19"/>
                  </a:moveTo>
                  <a:cubicBezTo>
                    <a:pt x="16" y="19"/>
                    <a:pt x="20" y="14"/>
                    <a:pt x="20" y="9"/>
                  </a:cubicBezTo>
                  <a:cubicBezTo>
                    <a:pt x="19" y="4"/>
                    <a:pt x="15" y="0"/>
                    <a:pt x="10" y="0"/>
                  </a:cubicBezTo>
                  <a:cubicBezTo>
                    <a:pt x="4" y="1"/>
                    <a:pt x="0" y="5"/>
                    <a:pt x="1" y="11"/>
                  </a:cubicBezTo>
                  <a:cubicBezTo>
                    <a:pt x="1" y="16"/>
                    <a:pt x="6" y="20"/>
                    <a:pt x="11" y="19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2" name="îṣļiďè"/>
            <p:cNvSpPr/>
            <p:nvPr/>
          </p:nvSpPr>
          <p:spPr bwMode="auto">
            <a:xfrm>
              <a:off x="6656388" y="3247232"/>
              <a:ext cx="63500" cy="26987"/>
            </a:xfrm>
            <a:custGeom>
              <a:avLst/>
              <a:gdLst>
                <a:gd name="T0" fmla="*/ 37 w 37"/>
                <a:gd name="T1" fmla="*/ 0 h 16"/>
                <a:gd name="T2" fmla="*/ 37 w 37"/>
                <a:gd name="T3" fmla="*/ 0 h 16"/>
                <a:gd name="T4" fmla="*/ 0 w 37"/>
                <a:gd name="T5" fmla="*/ 16 h 16"/>
                <a:gd name="T6" fmla="*/ 37 w 37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16">
                  <a:moveTo>
                    <a:pt x="37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16" y="9"/>
                    <a:pt x="0" y="16"/>
                    <a:pt x="0" y="16"/>
                  </a:cubicBezTo>
                  <a:cubicBezTo>
                    <a:pt x="37" y="0"/>
                    <a:pt x="37" y="0"/>
                    <a:pt x="37" y="0"/>
                  </a:cubicBez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3" name="îsľide"/>
            <p:cNvSpPr/>
            <p:nvPr/>
          </p:nvSpPr>
          <p:spPr bwMode="auto">
            <a:xfrm>
              <a:off x="6456363" y="3247232"/>
              <a:ext cx="263525" cy="30162"/>
            </a:xfrm>
            <a:custGeom>
              <a:avLst/>
              <a:gdLst>
                <a:gd name="T0" fmla="*/ 151 w 151"/>
                <a:gd name="T1" fmla="*/ 0 h 17"/>
                <a:gd name="T2" fmla="*/ 0 w 151"/>
                <a:gd name="T3" fmla="*/ 12 h 17"/>
                <a:gd name="T4" fmla="*/ 95 w 151"/>
                <a:gd name="T5" fmla="*/ 17 h 17"/>
                <a:gd name="T6" fmla="*/ 114 w 151"/>
                <a:gd name="T7" fmla="*/ 16 h 17"/>
                <a:gd name="T8" fmla="*/ 114 w 151"/>
                <a:gd name="T9" fmla="*/ 16 h 17"/>
                <a:gd name="T10" fmla="*/ 151 w 151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17">
                  <a:moveTo>
                    <a:pt x="151" y="0"/>
                  </a:moveTo>
                  <a:cubicBezTo>
                    <a:pt x="151" y="0"/>
                    <a:pt x="80" y="11"/>
                    <a:pt x="0" y="12"/>
                  </a:cubicBezTo>
                  <a:cubicBezTo>
                    <a:pt x="19" y="16"/>
                    <a:pt x="68" y="17"/>
                    <a:pt x="95" y="17"/>
                  </a:cubicBezTo>
                  <a:cubicBezTo>
                    <a:pt x="107" y="17"/>
                    <a:pt x="114" y="16"/>
                    <a:pt x="114" y="16"/>
                  </a:cubicBezTo>
                  <a:cubicBezTo>
                    <a:pt x="114" y="16"/>
                    <a:pt x="114" y="16"/>
                    <a:pt x="114" y="16"/>
                  </a:cubicBezTo>
                  <a:cubicBezTo>
                    <a:pt x="114" y="16"/>
                    <a:pt x="130" y="9"/>
                    <a:pt x="151" y="0"/>
                  </a:cubicBezTo>
                </a:path>
              </a:pathLst>
            </a:custGeom>
            <a:solidFill>
              <a:srgbClr val="2929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</p:grpSp>
      <p:grpSp>
        <p:nvGrpSpPr>
          <p:cNvPr id="234" name="981fae4a-dc77-40a2-8468-438fc1efb52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3204018" y="2436314"/>
            <a:ext cx="1223783" cy="613480"/>
            <a:chOff x="1392332" y="1165810"/>
            <a:chExt cx="9407336" cy="4715878"/>
          </a:xfrm>
        </p:grpSpPr>
        <p:sp>
          <p:nvSpPr>
            <p:cNvPr id="235" name="i$ḻîḋê"/>
            <p:cNvSpPr/>
            <p:nvPr/>
          </p:nvSpPr>
          <p:spPr bwMode="auto">
            <a:xfrm>
              <a:off x="1448800" y="4228841"/>
              <a:ext cx="9300504" cy="1652847"/>
            </a:xfrm>
            <a:custGeom>
              <a:avLst/>
              <a:gdLst>
                <a:gd name="T0" fmla="*/ 2932 w 2934"/>
                <a:gd name="T1" fmla="*/ 478 h 522"/>
                <a:gd name="T2" fmla="*/ 2932 w 2934"/>
                <a:gd name="T3" fmla="*/ 393 h 522"/>
                <a:gd name="T4" fmla="*/ 2875 w 2934"/>
                <a:gd name="T5" fmla="*/ 393 h 522"/>
                <a:gd name="T6" fmla="*/ 2605 w 2934"/>
                <a:gd name="T7" fmla="*/ 36 h 522"/>
                <a:gd name="T8" fmla="*/ 2476 w 2934"/>
                <a:gd name="T9" fmla="*/ 0 h 522"/>
                <a:gd name="T10" fmla="*/ 456 w 2934"/>
                <a:gd name="T11" fmla="*/ 0 h 522"/>
                <a:gd name="T12" fmla="*/ 327 w 2934"/>
                <a:gd name="T13" fmla="*/ 36 h 522"/>
                <a:gd name="T14" fmla="*/ 57 w 2934"/>
                <a:gd name="T15" fmla="*/ 393 h 522"/>
                <a:gd name="T16" fmla="*/ 0 w 2934"/>
                <a:gd name="T17" fmla="*/ 393 h 522"/>
                <a:gd name="T18" fmla="*/ 0 w 2934"/>
                <a:gd name="T19" fmla="*/ 481 h 522"/>
                <a:gd name="T20" fmla="*/ 0 w 2934"/>
                <a:gd name="T21" fmla="*/ 481 h 522"/>
                <a:gd name="T22" fmla="*/ 99 w 2934"/>
                <a:gd name="T23" fmla="*/ 522 h 522"/>
                <a:gd name="T24" fmla="*/ 2833 w 2934"/>
                <a:gd name="T25" fmla="*/ 522 h 522"/>
                <a:gd name="T26" fmla="*/ 2932 w 2934"/>
                <a:gd name="T27" fmla="*/ 478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34" h="522">
                  <a:moveTo>
                    <a:pt x="2932" y="478"/>
                  </a:moveTo>
                  <a:cubicBezTo>
                    <a:pt x="2932" y="393"/>
                    <a:pt x="2932" y="393"/>
                    <a:pt x="2932" y="393"/>
                  </a:cubicBezTo>
                  <a:cubicBezTo>
                    <a:pt x="2875" y="393"/>
                    <a:pt x="2875" y="393"/>
                    <a:pt x="2875" y="393"/>
                  </a:cubicBezTo>
                  <a:cubicBezTo>
                    <a:pt x="2605" y="36"/>
                    <a:pt x="2605" y="36"/>
                    <a:pt x="2605" y="36"/>
                  </a:cubicBezTo>
                  <a:cubicBezTo>
                    <a:pt x="2590" y="16"/>
                    <a:pt x="2532" y="0"/>
                    <a:pt x="2476" y="0"/>
                  </a:cubicBezTo>
                  <a:cubicBezTo>
                    <a:pt x="456" y="0"/>
                    <a:pt x="456" y="0"/>
                    <a:pt x="456" y="0"/>
                  </a:cubicBezTo>
                  <a:cubicBezTo>
                    <a:pt x="400" y="0"/>
                    <a:pt x="342" y="16"/>
                    <a:pt x="327" y="36"/>
                  </a:cubicBezTo>
                  <a:cubicBezTo>
                    <a:pt x="57" y="393"/>
                    <a:pt x="57" y="393"/>
                    <a:pt x="57" y="393"/>
                  </a:cubicBezTo>
                  <a:cubicBezTo>
                    <a:pt x="0" y="393"/>
                    <a:pt x="0" y="393"/>
                    <a:pt x="0" y="393"/>
                  </a:cubicBezTo>
                  <a:cubicBezTo>
                    <a:pt x="0" y="481"/>
                    <a:pt x="0" y="481"/>
                    <a:pt x="0" y="481"/>
                  </a:cubicBezTo>
                  <a:cubicBezTo>
                    <a:pt x="0" y="481"/>
                    <a:pt x="0" y="481"/>
                    <a:pt x="0" y="481"/>
                  </a:cubicBezTo>
                  <a:cubicBezTo>
                    <a:pt x="2" y="505"/>
                    <a:pt x="39" y="522"/>
                    <a:pt x="99" y="522"/>
                  </a:cubicBezTo>
                  <a:cubicBezTo>
                    <a:pt x="2833" y="522"/>
                    <a:pt x="2833" y="522"/>
                    <a:pt x="2833" y="522"/>
                  </a:cubicBezTo>
                  <a:cubicBezTo>
                    <a:pt x="2896" y="522"/>
                    <a:pt x="2934" y="503"/>
                    <a:pt x="2932" y="478"/>
                  </a:cubicBezTo>
                </a:path>
              </a:pathLst>
            </a:cu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6" name="ïṩḷíďé"/>
            <p:cNvSpPr/>
            <p:nvPr/>
          </p:nvSpPr>
          <p:spPr bwMode="auto">
            <a:xfrm>
              <a:off x="1392332" y="3946499"/>
              <a:ext cx="9407336" cy="1652847"/>
            </a:xfrm>
            <a:custGeom>
              <a:avLst/>
              <a:gdLst>
                <a:gd name="T0" fmla="*/ 345 w 2968"/>
                <a:gd name="T1" fmla="*/ 37 h 522"/>
                <a:gd name="T2" fmla="*/ 25 w 2968"/>
                <a:gd name="T3" fmla="*/ 460 h 522"/>
                <a:gd name="T4" fmla="*/ 117 w 2968"/>
                <a:gd name="T5" fmla="*/ 522 h 522"/>
                <a:gd name="T6" fmla="*/ 2851 w 2968"/>
                <a:gd name="T7" fmla="*/ 522 h 522"/>
                <a:gd name="T8" fmla="*/ 2943 w 2968"/>
                <a:gd name="T9" fmla="*/ 460 h 522"/>
                <a:gd name="T10" fmla="*/ 2623 w 2968"/>
                <a:gd name="T11" fmla="*/ 37 h 522"/>
                <a:gd name="T12" fmla="*/ 2494 w 2968"/>
                <a:gd name="T13" fmla="*/ 0 h 522"/>
                <a:gd name="T14" fmla="*/ 474 w 2968"/>
                <a:gd name="T15" fmla="*/ 0 h 522"/>
                <a:gd name="T16" fmla="*/ 345 w 2968"/>
                <a:gd name="T17" fmla="*/ 37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68" h="522">
                  <a:moveTo>
                    <a:pt x="345" y="37"/>
                  </a:moveTo>
                  <a:cubicBezTo>
                    <a:pt x="25" y="460"/>
                    <a:pt x="25" y="460"/>
                    <a:pt x="25" y="460"/>
                  </a:cubicBezTo>
                  <a:cubicBezTo>
                    <a:pt x="0" y="494"/>
                    <a:pt x="40" y="522"/>
                    <a:pt x="117" y="522"/>
                  </a:cubicBezTo>
                  <a:cubicBezTo>
                    <a:pt x="2851" y="522"/>
                    <a:pt x="2851" y="522"/>
                    <a:pt x="2851" y="522"/>
                  </a:cubicBezTo>
                  <a:cubicBezTo>
                    <a:pt x="2928" y="522"/>
                    <a:pt x="2968" y="494"/>
                    <a:pt x="2943" y="460"/>
                  </a:cubicBezTo>
                  <a:cubicBezTo>
                    <a:pt x="2623" y="37"/>
                    <a:pt x="2623" y="37"/>
                    <a:pt x="2623" y="37"/>
                  </a:cubicBezTo>
                  <a:cubicBezTo>
                    <a:pt x="2608" y="16"/>
                    <a:pt x="2550" y="0"/>
                    <a:pt x="2494" y="0"/>
                  </a:cubicBezTo>
                  <a:cubicBezTo>
                    <a:pt x="474" y="0"/>
                    <a:pt x="474" y="0"/>
                    <a:pt x="474" y="0"/>
                  </a:cubicBezTo>
                  <a:cubicBezTo>
                    <a:pt x="418" y="0"/>
                    <a:pt x="360" y="16"/>
                    <a:pt x="345" y="37"/>
                  </a:cubicBezTo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7" name="iṥ1ïďè"/>
            <p:cNvSpPr/>
            <p:nvPr/>
          </p:nvSpPr>
          <p:spPr bwMode="auto">
            <a:xfrm>
              <a:off x="2396554" y="3993811"/>
              <a:ext cx="7398891" cy="1523121"/>
            </a:xfrm>
            <a:custGeom>
              <a:avLst/>
              <a:gdLst>
                <a:gd name="T0" fmla="*/ 4848 w 4848"/>
                <a:gd name="T1" fmla="*/ 998 h 998"/>
                <a:gd name="T2" fmla="*/ 0 w 4848"/>
                <a:gd name="T3" fmla="*/ 998 h 998"/>
                <a:gd name="T4" fmla="*/ 592 w 4848"/>
                <a:gd name="T5" fmla="*/ 0 h 998"/>
                <a:gd name="T6" fmla="*/ 4256 w 4848"/>
                <a:gd name="T7" fmla="*/ 0 h 998"/>
                <a:gd name="T8" fmla="*/ 4848 w 4848"/>
                <a:gd name="T9" fmla="*/ 998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48" h="998">
                  <a:moveTo>
                    <a:pt x="4848" y="998"/>
                  </a:moveTo>
                  <a:lnTo>
                    <a:pt x="0" y="998"/>
                  </a:lnTo>
                  <a:lnTo>
                    <a:pt x="592" y="0"/>
                  </a:lnTo>
                  <a:lnTo>
                    <a:pt x="4256" y="0"/>
                  </a:lnTo>
                  <a:lnTo>
                    <a:pt x="4848" y="998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8" name="ïṩļiḑé"/>
            <p:cNvSpPr/>
            <p:nvPr/>
          </p:nvSpPr>
          <p:spPr bwMode="auto">
            <a:xfrm>
              <a:off x="2396554" y="3993811"/>
              <a:ext cx="7398891" cy="1523121"/>
            </a:xfrm>
            <a:custGeom>
              <a:avLst/>
              <a:gdLst>
                <a:gd name="T0" fmla="*/ 4848 w 4848"/>
                <a:gd name="T1" fmla="*/ 998 h 998"/>
                <a:gd name="T2" fmla="*/ 0 w 4848"/>
                <a:gd name="T3" fmla="*/ 998 h 998"/>
                <a:gd name="T4" fmla="*/ 592 w 4848"/>
                <a:gd name="T5" fmla="*/ 0 h 998"/>
                <a:gd name="T6" fmla="*/ 4256 w 4848"/>
                <a:gd name="T7" fmla="*/ 0 h 998"/>
                <a:gd name="T8" fmla="*/ 4848 w 4848"/>
                <a:gd name="T9" fmla="*/ 998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48" h="998">
                  <a:moveTo>
                    <a:pt x="4848" y="998"/>
                  </a:moveTo>
                  <a:lnTo>
                    <a:pt x="0" y="998"/>
                  </a:lnTo>
                  <a:lnTo>
                    <a:pt x="592" y="0"/>
                  </a:lnTo>
                  <a:lnTo>
                    <a:pt x="4256" y="0"/>
                  </a:lnTo>
                  <a:lnTo>
                    <a:pt x="4848" y="9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9" name="iṡľîḍê"/>
            <p:cNvSpPr/>
            <p:nvPr/>
          </p:nvSpPr>
          <p:spPr bwMode="auto">
            <a:xfrm>
              <a:off x="4150128" y="4349409"/>
              <a:ext cx="1245358" cy="376965"/>
            </a:xfrm>
            <a:custGeom>
              <a:avLst/>
              <a:gdLst>
                <a:gd name="T0" fmla="*/ 35 w 393"/>
                <a:gd name="T1" fmla="*/ 23 h 119"/>
                <a:gd name="T2" fmla="*/ 0 w 393"/>
                <a:gd name="T3" fmla="*/ 119 h 119"/>
                <a:gd name="T4" fmla="*/ 377 w 393"/>
                <a:gd name="T5" fmla="*/ 119 h 119"/>
                <a:gd name="T6" fmla="*/ 393 w 393"/>
                <a:gd name="T7" fmla="*/ 0 h 119"/>
                <a:gd name="T8" fmla="*/ 101 w 393"/>
                <a:gd name="T9" fmla="*/ 0 h 119"/>
                <a:gd name="T10" fmla="*/ 35 w 393"/>
                <a:gd name="T11" fmla="*/ 2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3" h="119">
                  <a:moveTo>
                    <a:pt x="35" y="23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93" y="0"/>
                    <a:pt x="393" y="0"/>
                    <a:pt x="393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92" y="11"/>
                    <a:pt x="66" y="20"/>
                    <a:pt x="35" y="23"/>
                  </a:cubicBezTo>
                </a:path>
              </a:pathLst>
            </a:custGeom>
            <a:solidFill>
              <a:srgbClr val="EDE8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0" name="ïs1îḋê"/>
            <p:cNvSpPr/>
            <p:nvPr/>
          </p:nvSpPr>
          <p:spPr bwMode="auto">
            <a:xfrm>
              <a:off x="4321059" y="3993811"/>
              <a:ext cx="1124791" cy="323549"/>
            </a:xfrm>
            <a:custGeom>
              <a:avLst/>
              <a:gdLst>
                <a:gd name="T0" fmla="*/ 355 w 355"/>
                <a:gd name="T1" fmla="*/ 0 h 102"/>
                <a:gd name="T2" fmla="*/ 29 w 355"/>
                <a:gd name="T3" fmla="*/ 0 h 102"/>
                <a:gd name="T4" fmla="*/ 0 w 355"/>
                <a:gd name="T5" fmla="*/ 81 h 102"/>
                <a:gd name="T6" fmla="*/ 50 w 355"/>
                <a:gd name="T7" fmla="*/ 102 h 102"/>
                <a:gd name="T8" fmla="*/ 341 w 355"/>
                <a:gd name="T9" fmla="*/ 102 h 102"/>
                <a:gd name="T10" fmla="*/ 355 w 355"/>
                <a:gd name="T11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5" h="102">
                  <a:moveTo>
                    <a:pt x="355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28" y="83"/>
                    <a:pt x="48" y="91"/>
                    <a:pt x="50" y="102"/>
                  </a:cubicBezTo>
                  <a:cubicBezTo>
                    <a:pt x="341" y="102"/>
                    <a:pt x="341" y="102"/>
                    <a:pt x="341" y="102"/>
                  </a:cubicBezTo>
                  <a:cubicBezTo>
                    <a:pt x="355" y="0"/>
                    <a:pt x="355" y="0"/>
                    <a:pt x="355" y="0"/>
                  </a:cubicBezTo>
                </a:path>
              </a:pathLst>
            </a:custGeom>
            <a:solidFill>
              <a:srgbClr val="EDE8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1" name="îṩļïḓè"/>
            <p:cNvSpPr/>
            <p:nvPr/>
          </p:nvSpPr>
          <p:spPr bwMode="auto">
            <a:xfrm>
              <a:off x="4089081" y="4279205"/>
              <a:ext cx="314392" cy="111411"/>
            </a:xfrm>
            <a:custGeom>
              <a:avLst/>
              <a:gdLst>
                <a:gd name="T0" fmla="*/ 96 w 99"/>
                <a:gd name="T1" fmla="*/ 17 h 35"/>
                <a:gd name="T2" fmla="*/ 56 w 99"/>
                <a:gd name="T3" fmla="*/ 0 h 35"/>
                <a:gd name="T4" fmla="*/ 4 w 99"/>
                <a:gd name="T5" fmla="*/ 17 h 35"/>
                <a:gd name="T6" fmla="*/ 44 w 99"/>
                <a:gd name="T7" fmla="*/ 35 h 35"/>
                <a:gd name="T8" fmla="*/ 96 w 99"/>
                <a:gd name="T9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35">
                  <a:moveTo>
                    <a:pt x="96" y="17"/>
                  </a:moveTo>
                  <a:cubicBezTo>
                    <a:pt x="99" y="8"/>
                    <a:pt x="81" y="0"/>
                    <a:pt x="56" y="0"/>
                  </a:cubicBezTo>
                  <a:cubicBezTo>
                    <a:pt x="31" y="0"/>
                    <a:pt x="8" y="8"/>
                    <a:pt x="4" y="17"/>
                  </a:cubicBezTo>
                  <a:cubicBezTo>
                    <a:pt x="0" y="27"/>
                    <a:pt x="18" y="35"/>
                    <a:pt x="44" y="35"/>
                  </a:cubicBezTo>
                  <a:cubicBezTo>
                    <a:pt x="69" y="35"/>
                    <a:pt x="93" y="27"/>
                    <a:pt x="96" y="17"/>
                  </a:cubicBezTo>
                  <a:close/>
                </a:path>
              </a:pathLst>
            </a:custGeom>
            <a:solidFill>
              <a:srgbClr val="039B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2" name="íśḷïďè"/>
            <p:cNvSpPr/>
            <p:nvPr/>
          </p:nvSpPr>
          <p:spPr bwMode="auto">
            <a:xfrm>
              <a:off x="4548460" y="4161690"/>
              <a:ext cx="212139" cy="76309"/>
            </a:xfrm>
            <a:custGeom>
              <a:avLst/>
              <a:gdLst>
                <a:gd name="T0" fmla="*/ 66 w 67"/>
                <a:gd name="T1" fmla="*/ 12 h 24"/>
                <a:gd name="T2" fmla="*/ 37 w 67"/>
                <a:gd name="T3" fmla="*/ 0 h 24"/>
                <a:gd name="T4" fmla="*/ 2 w 67"/>
                <a:gd name="T5" fmla="*/ 12 h 24"/>
                <a:gd name="T6" fmla="*/ 31 w 67"/>
                <a:gd name="T7" fmla="*/ 24 h 24"/>
                <a:gd name="T8" fmla="*/ 66 w 67"/>
                <a:gd name="T9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24">
                  <a:moveTo>
                    <a:pt x="66" y="12"/>
                  </a:moveTo>
                  <a:cubicBezTo>
                    <a:pt x="67" y="6"/>
                    <a:pt x="55" y="0"/>
                    <a:pt x="37" y="0"/>
                  </a:cubicBezTo>
                  <a:cubicBezTo>
                    <a:pt x="20" y="0"/>
                    <a:pt x="4" y="6"/>
                    <a:pt x="2" y="12"/>
                  </a:cubicBezTo>
                  <a:cubicBezTo>
                    <a:pt x="0" y="18"/>
                    <a:pt x="13" y="24"/>
                    <a:pt x="31" y="24"/>
                  </a:cubicBezTo>
                  <a:cubicBezTo>
                    <a:pt x="48" y="24"/>
                    <a:pt x="64" y="18"/>
                    <a:pt x="66" y="12"/>
                  </a:cubicBezTo>
                  <a:close/>
                </a:path>
              </a:pathLst>
            </a:custGeom>
            <a:solidFill>
              <a:srgbClr val="70B7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3" name="íṧlïḍé"/>
            <p:cNvSpPr/>
            <p:nvPr/>
          </p:nvSpPr>
          <p:spPr bwMode="auto">
            <a:xfrm>
              <a:off x="2732313" y="4763002"/>
              <a:ext cx="1312510" cy="187720"/>
            </a:xfrm>
            <a:custGeom>
              <a:avLst/>
              <a:gdLst>
                <a:gd name="T0" fmla="*/ 860 w 860"/>
                <a:gd name="T1" fmla="*/ 0 h 123"/>
                <a:gd name="T2" fmla="*/ 73 w 860"/>
                <a:gd name="T3" fmla="*/ 0 h 123"/>
                <a:gd name="T4" fmla="*/ 0 w 860"/>
                <a:gd name="T5" fmla="*/ 123 h 123"/>
                <a:gd name="T6" fmla="*/ 814 w 860"/>
                <a:gd name="T7" fmla="*/ 123 h 123"/>
                <a:gd name="T8" fmla="*/ 860 w 860"/>
                <a:gd name="T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0" h="123">
                  <a:moveTo>
                    <a:pt x="860" y="0"/>
                  </a:moveTo>
                  <a:lnTo>
                    <a:pt x="73" y="0"/>
                  </a:lnTo>
                  <a:lnTo>
                    <a:pt x="0" y="123"/>
                  </a:lnTo>
                  <a:lnTo>
                    <a:pt x="814" y="123"/>
                  </a:lnTo>
                  <a:lnTo>
                    <a:pt x="860" y="0"/>
                  </a:ln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4" name="îsḷíḍê"/>
            <p:cNvSpPr/>
            <p:nvPr/>
          </p:nvSpPr>
          <p:spPr bwMode="auto">
            <a:xfrm>
              <a:off x="2732313" y="4763002"/>
              <a:ext cx="1312510" cy="187720"/>
            </a:xfrm>
            <a:custGeom>
              <a:avLst/>
              <a:gdLst>
                <a:gd name="T0" fmla="*/ 860 w 860"/>
                <a:gd name="T1" fmla="*/ 0 h 123"/>
                <a:gd name="T2" fmla="*/ 73 w 860"/>
                <a:gd name="T3" fmla="*/ 0 h 123"/>
                <a:gd name="T4" fmla="*/ 0 w 860"/>
                <a:gd name="T5" fmla="*/ 123 h 123"/>
                <a:gd name="T6" fmla="*/ 814 w 860"/>
                <a:gd name="T7" fmla="*/ 123 h 123"/>
                <a:gd name="T8" fmla="*/ 860 w 860"/>
                <a:gd name="T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0" h="123">
                  <a:moveTo>
                    <a:pt x="860" y="0"/>
                  </a:moveTo>
                  <a:lnTo>
                    <a:pt x="73" y="0"/>
                  </a:lnTo>
                  <a:lnTo>
                    <a:pt x="0" y="123"/>
                  </a:lnTo>
                  <a:lnTo>
                    <a:pt x="814" y="123"/>
                  </a:lnTo>
                  <a:lnTo>
                    <a:pt x="86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5" name="ís1ïḍé"/>
            <p:cNvSpPr/>
            <p:nvPr/>
          </p:nvSpPr>
          <p:spPr bwMode="auto">
            <a:xfrm>
              <a:off x="5484004" y="3993811"/>
              <a:ext cx="1286565" cy="323549"/>
            </a:xfrm>
            <a:custGeom>
              <a:avLst/>
              <a:gdLst>
                <a:gd name="T0" fmla="*/ 0 w 843"/>
                <a:gd name="T1" fmla="*/ 212 h 212"/>
                <a:gd name="T2" fmla="*/ 843 w 843"/>
                <a:gd name="T3" fmla="*/ 212 h 212"/>
                <a:gd name="T4" fmla="*/ 814 w 843"/>
                <a:gd name="T5" fmla="*/ 0 h 212"/>
                <a:gd name="T6" fmla="*/ 27 w 843"/>
                <a:gd name="T7" fmla="*/ 0 h 212"/>
                <a:gd name="T8" fmla="*/ 0 w 843"/>
                <a:gd name="T9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3" h="212">
                  <a:moveTo>
                    <a:pt x="0" y="212"/>
                  </a:moveTo>
                  <a:lnTo>
                    <a:pt x="843" y="212"/>
                  </a:lnTo>
                  <a:lnTo>
                    <a:pt x="814" y="0"/>
                  </a:lnTo>
                  <a:lnTo>
                    <a:pt x="27" y="0"/>
                  </a:lnTo>
                  <a:lnTo>
                    <a:pt x="0" y="212"/>
                  </a:ln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6" name="íṩlídè"/>
            <p:cNvSpPr/>
            <p:nvPr/>
          </p:nvSpPr>
          <p:spPr bwMode="auto">
            <a:xfrm>
              <a:off x="5484004" y="3993811"/>
              <a:ext cx="1286565" cy="323549"/>
            </a:xfrm>
            <a:custGeom>
              <a:avLst/>
              <a:gdLst>
                <a:gd name="T0" fmla="*/ 0 w 843"/>
                <a:gd name="T1" fmla="*/ 212 h 212"/>
                <a:gd name="T2" fmla="*/ 843 w 843"/>
                <a:gd name="T3" fmla="*/ 212 h 212"/>
                <a:gd name="T4" fmla="*/ 814 w 843"/>
                <a:gd name="T5" fmla="*/ 0 h 212"/>
                <a:gd name="T6" fmla="*/ 27 w 843"/>
                <a:gd name="T7" fmla="*/ 0 h 212"/>
                <a:gd name="T8" fmla="*/ 0 w 843"/>
                <a:gd name="T9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3" h="212">
                  <a:moveTo>
                    <a:pt x="0" y="212"/>
                  </a:moveTo>
                  <a:lnTo>
                    <a:pt x="843" y="212"/>
                  </a:lnTo>
                  <a:lnTo>
                    <a:pt x="814" y="0"/>
                  </a:lnTo>
                  <a:lnTo>
                    <a:pt x="27" y="0"/>
                  </a:lnTo>
                  <a:lnTo>
                    <a:pt x="0" y="21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7" name="ïṧḷiḑe"/>
            <p:cNvSpPr/>
            <p:nvPr/>
          </p:nvSpPr>
          <p:spPr bwMode="auto">
            <a:xfrm>
              <a:off x="3941042" y="4763002"/>
              <a:ext cx="2963830" cy="552475"/>
            </a:xfrm>
            <a:custGeom>
              <a:avLst/>
              <a:gdLst>
                <a:gd name="T0" fmla="*/ 1894 w 1942"/>
                <a:gd name="T1" fmla="*/ 0 h 362"/>
                <a:gd name="T2" fmla="*/ 128 w 1942"/>
                <a:gd name="T3" fmla="*/ 0 h 362"/>
                <a:gd name="T4" fmla="*/ 0 w 1942"/>
                <a:gd name="T5" fmla="*/ 362 h 362"/>
                <a:gd name="T6" fmla="*/ 1942 w 1942"/>
                <a:gd name="T7" fmla="*/ 362 h 362"/>
                <a:gd name="T8" fmla="*/ 1894 w 1942"/>
                <a:gd name="T9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2" h="362">
                  <a:moveTo>
                    <a:pt x="1894" y="0"/>
                  </a:moveTo>
                  <a:lnTo>
                    <a:pt x="128" y="0"/>
                  </a:lnTo>
                  <a:lnTo>
                    <a:pt x="0" y="362"/>
                  </a:lnTo>
                  <a:lnTo>
                    <a:pt x="1942" y="362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rgbClr val="70B7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8" name="ïśľiḍé"/>
            <p:cNvSpPr/>
            <p:nvPr/>
          </p:nvSpPr>
          <p:spPr bwMode="auto">
            <a:xfrm>
              <a:off x="7608438" y="3993811"/>
              <a:ext cx="1191942" cy="732563"/>
            </a:xfrm>
            <a:custGeom>
              <a:avLst/>
              <a:gdLst>
                <a:gd name="T0" fmla="*/ 544 w 781"/>
                <a:gd name="T1" fmla="*/ 0 h 480"/>
                <a:gd name="T2" fmla="*/ 0 w 781"/>
                <a:gd name="T3" fmla="*/ 0 h 480"/>
                <a:gd name="T4" fmla="*/ 153 w 781"/>
                <a:gd name="T5" fmla="*/ 480 h 480"/>
                <a:gd name="T6" fmla="*/ 781 w 781"/>
                <a:gd name="T7" fmla="*/ 480 h 480"/>
                <a:gd name="T8" fmla="*/ 544 w 781"/>
                <a:gd name="T9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1" h="480">
                  <a:moveTo>
                    <a:pt x="544" y="0"/>
                  </a:moveTo>
                  <a:lnTo>
                    <a:pt x="0" y="0"/>
                  </a:lnTo>
                  <a:lnTo>
                    <a:pt x="153" y="480"/>
                  </a:lnTo>
                  <a:lnTo>
                    <a:pt x="781" y="480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039B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9" name="îSḷíde"/>
            <p:cNvSpPr/>
            <p:nvPr/>
          </p:nvSpPr>
          <p:spPr bwMode="auto">
            <a:xfrm>
              <a:off x="2865089" y="4349409"/>
              <a:ext cx="1306405" cy="376965"/>
            </a:xfrm>
            <a:custGeom>
              <a:avLst/>
              <a:gdLst>
                <a:gd name="T0" fmla="*/ 70 w 412"/>
                <a:gd name="T1" fmla="*/ 0 h 119"/>
                <a:gd name="T2" fmla="*/ 0 w 412"/>
                <a:gd name="T3" fmla="*/ 119 h 119"/>
                <a:gd name="T4" fmla="*/ 376 w 412"/>
                <a:gd name="T5" fmla="*/ 119 h 119"/>
                <a:gd name="T6" fmla="*/ 412 w 412"/>
                <a:gd name="T7" fmla="*/ 23 h 119"/>
                <a:gd name="T8" fmla="*/ 362 w 412"/>
                <a:gd name="T9" fmla="*/ 0 h 119"/>
                <a:gd name="T10" fmla="*/ 70 w 412"/>
                <a:gd name="T11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2" h="119">
                  <a:moveTo>
                    <a:pt x="70" y="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376" y="119"/>
                    <a:pt x="376" y="119"/>
                    <a:pt x="376" y="119"/>
                  </a:cubicBezTo>
                  <a:cubicBezTo>
                    <a:pt x="412" y="23"/>
                    <a:pt x="412" y="23"/>
                    <a:pt x="412" y="23"/>
                  </a:cubicBezTo>
                  <a:cubicBezTo>
                    <a:pt x="383" y="20"/>
                    <a:pt x="363" y="11"/>
                    <a:pt x="362" y="0"/>
                  </a:cubicBezTo>
                  <a:cubicBezTo>
                    <a:pt x="70" y="0"/>
                    <a:pt x="70" y="0"/>
                    <a:pt x="70" y="0"/>
                  </a:cubicBezTo>
                </a:path>
              </a:pathLst>
            </a:custGeom>
            <a:solidFill>
              <a:srgbClr val="EDE8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0" name="iś1ïḑé"/>
            <p:cNvSpPr/>
            <p:nvPr/>
          </p:nvSpPr>
          <p:spPr bwMode="auto">
            <a:xfrm>
              <a:off x="3106225" y="3993811"/>
              <a:ext cx="1227044" cy="323549"/>
            </a:xfrm>
            <a:custGeom>
              <a:avLst/>
              <a:gdLst>
                <a:gd name="T0" fmla="*/ 387 w 387"/>
                <a:gd name="T1" fmla="*/ 0 h 102"/>
                <a:gd name="T2" fmla="*/ 61 w 387"/>
                <a:gd name="T3" fmla="*/ 0 h 102"/>
                <a:gd name="T4" fmla="*/ 0 w 387"/>
                <a:gd name="T5" fmla="*/ 102 h 102"/>
                <a:gd name="T6" fmla="*/ 291 w 387"/>
                <a:gd name="T7" fmla="*/ 102 h 102"/>
                <a:gd name="T8" fmla="*/ 357 w 387"/>
                <a:gd name="T9" fmla="*/ 81 h 102"/>
                <a:gd name="T10" fmla="*/ 387 w 387"/>
                <a:gd name="T11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7" h="102">
                  <a:moveTo>
                    <a:pt x="387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291" y="102"/>
                    <a:pt x="291" y="102"/>
                    <a:pt x="291" y="102"/>
                  </a:cubicBezTo>
                  <a:cubicBezTo>
                    <a:pt x="300" y="91"/>
                    <a:pt x="327" y="83"/>
                    <a:pt x="357" y="81"/>
                  </a:cubicBezTo>
                  <a:lnTo>
                    <a:pt x="387" y="0"/>
                  </a:ln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1" name="íṩḻiḍé"/>
            <p:cNvSpPr/>
            <p:nvPr/>
          </p:nvSpPr>
          <p:spPr bwMode="auto">
            <a:xfrm>
              <a:off x="5436693" y="4349409"/>
              <a:ext cx="1388818" cy="376965"/>
            </a:xfrm>
            <a:custGeom>
              <a:avLst/>
              <a:gdLst>
                <a:gd name="T0" fmla="*/ 876 w 910"/>
                <a:gd name="T1" fmla="*/ 0 h 247"/>
                <a:gd name="T2" fmla="*/ 29 w 910"/>
                <a:gd name="T3" fmla="*/ 0 h 247"/>
                <a:gd name="T4" fmla="*/ 0 w 910"/>
                <a:gd name="T5" fmla="*/ 247 h 247"/>
                <a:gd name="T6" fmla="*/ 910 w 910"/>
                <a:gd name="T7" fmla="*/ 247 h 247"/>
                <a:gd name="T8" fmla="*/ 876 w 910"/>
                <a:gd name="T9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0" h="247">
                  <a:moveTo>
                    <a:pt x="876" y="0"/>
                  </a:moveTo>
                  <a:lnTo>
                    <a:pt x="29" y="0"/>
                  </a:lnTo>
                  <a:lnTo>
                    <a:pt x="0" y="247"/>
                  </a:lnTo>
                  <a:lnTo>
                    <a:pt x="910" y="247"/>
                  </a:lnTo>
                  <a:lnTo>
                    <a:pt x="876" y="0"/>
                  </a:ln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2" name="işļîďé"/>
            <p:cNvSpPr/>
            <p:nvPr/>
          </p:nvSpPr>
          <p:spPr bwMode="auto">
            <a:xfrm>
              <a:off x="5436693" y="4349409"/>
              <a:ext cx="1388818" cy="376965"/>
            </a:xfrm>
            <a:custGeom>
              <a:avLst/>
              <a:gdLst>
                <a:gd name="T0" fmla="*/ 876 w 910"/>
                <a:gd name="T1" fmla="*/ 0 h 247"/>
                <a:gd name="T2" fmla="*/ 29 w 910"/>
                <a:gd name="T3" fmla="*/ 0 h 247"/>
                <a:gd name="T4" fmla="*/ 0 w 910"/>
                <a:gd name="T5" fmla="*/ 247 h 247"/>
                <a:gd name="T6" fmla="*/ 910 w 910"/>
                <a:gd name="T7" fmla="*/ 247 h 247"/>
                <a:gd name="T8" fmla="*/ 876 w 910"/>
                <a:gd name="T9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0" h="247">
                  <a:moveTo>
                    <a:pt x="876" y="0"/>
                  </a:moveTo>
                  <a:lnTo>
                    <a:pt x="29" y="0"/>
                  </a:lnTo>
                  <a:lnTo>
                    <a:pt x="0" y="247"/>
                  </a:lnTo>
                  <a:lnTo>
                    <a:pt x="910" y="247"/>
                  </a:lnTo>
                  <a:lnTo>
                    <a:pt x="87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3" name="ïṩľíḑe"/>
            <p:cNvSpPr/>
            <p:nvPr/>
          </p:nvSpPr>
          <p:spPr bwMode="auto">
            <a:xfrm>
              <a:off x="3867786" y="5359736"/>
              <a:ext cx="3061505" cy="157196"/>
            </a:xfrm>
            <a:custGeom>
              <a:avLst/>
              <a:gdLst>
                <a:gd name="T0" fmla="*/ 37 w 2006"/>
                <a:gd name="T1" fmla="*/ 0 h 103"/>
                <a:gd name="T2" fmla="*/ 0 w 2006"/>
                <a:gd name="T3" fmla="*/ 103 h 103"/>
                <a:gd name="T4" fmla="*/ 2006 w 2006"/>
                <a:gd name="T5" fmla="*/ 103 h 103"/>
                <a:gd name="T6" fmla="*/ 1994 w 2006"/>
                <a:gd name="T7" fmla="*/ 0 h 103"/>
                <a:gd name="T8" fmla="*/ 37 w 2006"/>
                <a:gd name="T9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6" h="103">
                  <a:moveTo>
                    <a:pt x="37" y="0"/>
                  </a:moveTo>
                  <a:lnTo>
                    <a:pt x="0" y="103"/>
                  </a:lnTo>
                  <a:lnTo>
                    <a:pt x="2006" y="103"/>
                  </a:lnTo>
                  <a:lnTo>
                    <a:pt x="1994" y="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4" name="í$ḷíḍè"/>
            <p:cNvSpPr/>
            <p:nvPr/>
          </p:nvSpPr>
          <p:spPr bwMode="auto">
            <a:xfrm>
              <a:off x="6923186" y="4763002"/>
              <a:ext cx="1068322" cy="753930"/>
            </a:xfrm>
            <a:custGeom>
              <a:avLst/>
              <a:gdLst>
                <a:gd name="T0" fmla="*/ 0 w 700"/>
                <a:gd name="T1" fmla="*/ 0 h 494"/>
                <a:gd name="T2" fmla="*/ 75 w 700"/>
                <a:gd name="T3" fmla="*/ 494 h 494"/>
                <a:gd name="T4" fmla="*/ 700 w 700"/>
                <a:gd name="T5" fmla="*/ 494 h 494"/>
                <a:gd name="T6" fmla="*/ 550 w 700"/>
                <a:gd name="T7" fmla="*/ 0 h 494"/>
                <a:gd name="T8" fmla="*/ 0 w 700"/>
                <a:gd name="T9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494">
                  <a:moveTo>
                    <a:pt x="0" y="0"/>
                  </a:moveTo>
                  <a:lnTo>
                    <a:pt x="75" y="494"/>
                  </a:lnTo>
                  <a:lnTo>
                    <a:pt x="700" y="494"/>
                  </a:lnTo>
                  <a:lnTo>
                    <a:pt x="5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5" name="iSliḋê"/>
            <p:cNvSpPr/>
            <p:nvPr/>
          </p:nvSpPr>
          <p:spPr bwMode="auto">
            <a:xfrm>
              <a:off x="6923186" y="4763002"/>
              <a:ext cx="1068322" cy="753930"/>
            </a:xfrm>
            <a:custGeom>
              <a:avLst/>
              <a:gdLst>
                <a:gd name="T0" fmla="*/ 0 w 700"/>
                <a:gd name="T1" fmla="*/ 0 h 494"/>
                <a:gd name="T2" fmla="*/ 75 w 700"/>
                <a:gd name="T3" fmla="*/ 494 h 494"/>
                <a:gd name="T4" fmla="*/ 700 w 700"/>
                <a:gd name="T5" fmla="*/ 494 h 494"/>
                <a:gd name="T6" fmla="*/ 550 w 700"/>
                <a:gd name="T7" fmla="*/ 0 h 494"/>
                <a:gd name="T8" fmla="*/ 0 w 700"/>
                <a:gd name="T9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494">
                  <a:moveTo>
                    <a:pt x="0" y="0"/>
                  </a:moveTo>
                  <a:lnTo>
                    <a:pt x="75" y="494"/>
                  </a:lnTo>
                  <a:lnTo>
                    <a:pt x="700" y="494"/>
                  </a:lnTo>
                  <a:lnTo>
                    <a:pt x="55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6" name="ís1iḓe"/>
            <p:cNvSpPr/>
            <p:nvPr/>
          </p:nvSpPr>
          <p:spPr bwMode="auto">
            <a:xfrm>
              <a:off x="2396554" y="4988876"/>
              <a:ext cx="1562802" cy="528056"/>
            </a:xfrm>
            <a:custGeom>
              <a:avLst/>
              <a:gdLst>
                <a:gd name="T0" fmla="*/ 206 w 1024"/>
                <a:gd name="T1" fmla="*/ 0 h 346"/>
                <a:gd name="T2" fmla="*/ 0 w 1024"/>
                <a:gd name="T3" fmla="*/ 346 h 346"/>
                <a:gd name="T4" fmla="*/ 895 w 1024"/>
                <a:gd name="T5" fmla="*/ 346 h 346"/>
                <a:gd name="T6" fmla="*/ 1024 w 1024"/>
                <a:gd name="T7" fmla="*/ 0 h 346"/>
                <a:gd name="T8" fmla="*/ 206 w 1024"/>
                <a:gd name="T9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4" h="346">
                  <a:moveTo>
                    <a:pt x="206" y="0"/>
                  </a:moveTo>
                  <a:lnTo>
                    <a:pt x="0" y="346"/>
                  </a:lnTo>
                  <a:lnTo>
                    <a:pt x="895" y="346"/>
                  </a:lnTo>
                  <a:lnTo>
                    <a:pt x="1024" y="0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7" name="íṧḷïdè"/>
            <p:cNvSpPr/>
            <p:nvPr/>
          </p:nvSpPr>
          <p:spPr bwMode="auto">
            <a:xfrm>
              <a:off x="7855678" y="4763002"/>
              <a:ext cx="1339981" cy="753930"/>
            </a:xfrm>
            <a:custGeom>
              <a:avLst/>
              <a:gdLst>
                <a:gd name="T0" fmla="*/ 0 w 878"/>
                <a:gd name="T1" fmla="*/ 0 h 494"/>
                <a:gd name="T2" fmla="*/ 158 w 878"/>
                <a:gd name="T3" fmla="*/ 494 h 494"/>
                <a:gd name="T4" fmla="*/ 878 w 878"/>
                <a:gd name="T5" fmla="*/ 494 h 494"/>
                <a:gd name="T6" fmla="*/ 631 w 878"/>
                <a:gd name="T7" fmla="*/ 0 h 494"/>
                <a:gd name="T8" fmla="*/ 0 w 878"/>
                <a:gd name="T9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8" h="494">
                  <a:moveTo>
                    <a:pt x="0" y="0"/>
                  </a:moveTo>
                  <a:lnTo>
                    <a:pt x="158" y="494"/>
                  </a:lnTo>
                  <a:lnTo>
                    <a:pt x="878" y="494"/>
                  </a:lnTo>
                  <a:lnTo>
                    <a:pt x="6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9B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8" name="ïṧ1iḑé"/>
            <p:cNvSpPr/>
            <p:nvPr/>
          </p:nvSpPr>
          <p:spPr bwMode="auto">
            <a:xfrm>
              <a:off x="7855678" y="4763002"/>
              <a:ext cx="1339981" cy="753930"/>
            </a:xfrm>
            <a:custGeom>
              <a:avLst/>
              <a:gdLst>
                <a:gd name="T0" fmla="*/ 0 w 878"/>
                <a:gd name="T1" fmla="*/ 0 h 494"/>
                <a:gd name="T2" fmla="*/ 158 w 878"/>
                <a:gd name="T3" fmla="*/ 494 h 494"/>
                <a:gd name="T4" fmla="*/ 878 w 878"/>
                <a:gd name="T5" fmla="*/ 494 h 494"/>
                <a:gd name="T6" fmla="*/ 631 w 878"/>
                <a:gd name="T7" fmla="*/ 0 h 494"/>
                <a:gd name="T8" fmla="*/ 0 w 878"/>
                <a:gd name="T9" fmla="*/ 0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8" h="494">
                  <a:moveTo>
                    <a:pt x="0" y="0"/>
                  </a:moveTo>
                  <a:lnTo>
                    <a:pt x="158" y="494"/>
                  </a:lnTo>
                  <a:lnTo>
                    <a:pt x="878" y="494"/>
                  </a:lnTo>
                  <a:lnTo>
                    <a:pt x="631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9" name="îṥḷïḍè"/>
            <p:cNvSpPr/>
            <p:nvPr/>
          </p:nvSpPr>
          <p:spPr bwMode="auto">
            <a:xfrm>
              <a:off x="9154453" y="5239168"/>
              <a:ext cx="640993" cy="277764"/>
            </a:xfrm>
            <a:custGeom>
              <a:avLst/>
              <a:gdLst>
                <a:gd name="T0" fmla="*/ 96 w 420"/>
                <a:gd name="T1" fmla="*/ 182 h 182"/>
                <a:gd name="T2" fmla="*/ 420 w 420"/>
                <a:gd name="T3" fmla="*/ 182 h 182"/>
                <a:gd name="T4" fmla="*/ 312 w 420"/>
                <a:gd name="T5" fmla="*/ 0 h 182"/>
                <a:gd name="T6" fmla="*/ 0 w 420"/>
                <a:gd name="T7" fmla="*/ 0 h 182"/>
                <a:gd name="T8" fmla="*/ 96 w 420"/>
                <a:gd name="T9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0" h="182">
                  <a:moveTo>
                    <a:pt x="96" y="182"/>
                  </a:moveTo>
                  <a:lnTo>
                    <a:pt x="420" y="182"/>
                  </a:lnTo>
                  <a:lnTo>
                    <a:pt x="312" y="0"/>
                  </a:lnTo>
                  <a:lnTo>
                    <a:pt x="0" y="0"/>
                  </a:lnTo>
                  <a:lnTo>
                    <a:pt x="96" y="182"/>
                  </a:ln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0" name="îṧ1íďè"/>
            <p:cNvSpPr/>
            <p:nvPr/>
          </p:nvSpPr>
          <p:spPr bwMode="auto">
            <a:xfrm>
              <a:off x="8913317" y="4763002"/>
              <a:ext cx="688305" cy="431908"/>
            </a:xfrm>
            <a:custGeom>
              <a:avLst/>
              <a:gdLst>
                <a:gd name="T0" fmla="*/ 144 w 451"/>
                <a:gd name="T1" fmla="*/ 283 h 283"/>
                <a:gd name="T2" fmla="*/ 451 w 451"/>
                <a:gd name="T3" fmla="*/ 283 h 283"/>
                <a:gd name="T4" fmla="*/ 285 w 451"/>
                <a:gd name="T5" fmla="*/ 0 h 283"/>
                <a:gd name="T6" fmla="*/ 0 w 451"/>
                <a:gd name="T7" fmla="*/ 0 h 283"/>
                <a:gd name="T8" fmla="*/ 144 w 451"/>
                <a:gd name="T9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1" h="283">
                  <a:moveTo>
                    <a:pt x="144" y="283"/>
                  </a:moveTo>
                  <a:lnTo>
                    <a:pt x="451" y="283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144" y="283"/>
                  </a:ln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1" name="işļïḋê"/>
            <p:cNvSpPr/>
            <p:nvPr/>
          </p:nvSpPr>
          <p:spPr bwMode="auto">
            <a:xfrm>
              <a:off x="8518038" y="3993811"/>
              <a:ext cx="807346" cy="732563"/>
            </a:xfrm>
            <a:custGeom>
              <a:avLst/>
              <a:gdLst>
                <a:gd name="T0" fmla="*/ 247 w 529"/>
                <a:gd name="T1" fmla="*/ 480 h 480"/>
                <a:gd name="T2" fmla="*/ 529 w 529"/>
                <a:gd name="T3" fmla="*/ 480 h 480"/>
                <a:gd name="T4" fmla="*/ 245 w 529"/>
                <a:gd name="T5" fmla="*/ 0 h 480"/>
                <a:gd name="T6" fmla="*/ 0 w 529"/>
                <a:gd name="T7" fmla="*/ 0 h 480"/>
                <a:gd name="T8" fmla="*/ 247 w 529"/>
                <a:gd name="T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480">
                  <a:moveTo>
                    <a:pt x="247" y="480"/>
                  </a:moveTo>
                  <a:lnTo>
                    <a:pt x="529" y="480"/>
                  </a:lnTo>
                  <a:lnTo>
                    <a:pt x="245" y="0"/>
                  </a:lnTo>
                  <a:lnTo>
                    <a:pt x="0" y="0"/>
                  </a:lnTo>
                  <a:lnTo>
                    <a:pt x="247" y="480"/>
                  </a:ln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2" name="íŝḷídê"/>
            <p:cNvSpPr/>
            <p:nvPr/>
          </p:nvSpPr>
          <p:spPr bwMode="auto">
            <a:xfrm>
              <a:off x="6805670" y="3993811"/>
              <a:ext cx="821082" cy="323549"/>
            </a:xfrm>
            <a:custGeom>
              <a:avLst/>
              <a:gdLst>
                <a:gd name="T0" fmla="*/ 538 w 538"/>
                <a:gd name="T1" fmla="*/ 212 h 212"/>
                <a:gd name="T2" fmla="*/ 474 w 538"/>
                <a:gd name="T3" fmla="*/ 0 h 212"/>
                <a:gd name="T4" fmla="*/ 0 w 538"/>
                <a:gd name="T5" fmla="*/ 0 h 212"/>
                <a:gd name="T6" fmla="*/ 33 w 538"/>
                <a:gd name="T7" fmla="*/ 212 h 212"/>
                <a:gd name="T8" fmla="*/ 538 w 538"/>
                <a:gd name="T9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212">
                  <a:moveTo>
                    <a:pt x="538" y="212"/>
                  </a:moveTo>
                  <a:lnTo>
                    <a:pt x="474" y="0"/>
                  </a:lnTo>
                  <a:lnTo>
                    <a:pt x="0" y="0"/>
                  </a:lnTo>
                  <a:lnTo>
                    <a:pt x="33" y="212"/>
                  </a:lnTo>
                  <a:lnTo>
                    <a:pt x="538" y="212"/>
                  </a:ln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3" name="íṥlíḍé"/>
            <p:cNvSpPr/>
            <p:nvPr/>
          </p:nvSpPr>
          <p:spPr bwMode="auto">
            <a:xfrm>
              <a:off x="6859087" y="4349409"/>
              <a:ext cx="891286" cy="376965"/>
            </a:xfrm>
            <a:custGeom>
              <a:avLst/>
              <a:gdLst>
                <a:gd name="T0" fmla="*/ 509 w 584"/>
                <a:gd name="T1" fmla="*/ 0 h 247"/>
                <a:gd name="T2" fmla="*/ 0 w 584"/>
                <a:gd name="T3" fmla="*/ 0 h 247"/>
                <a:gd name="T4" fmla="*/ 38 w 584"/>
                <a:gd name="T5" fmla="*/ 247 h 247"/>
                <a:gd name="T6" fmla="*/ 584 w 584"/>
                <a:gd name="T7" fmla="*/ 247 h 247"/>
                <a:gd name="T8" fmla="*/ 509 w 584"/>
                <a:gd name="T9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247">
                  <a:moveTo>
                    <a:pt x="509" y="0"/>
                  </a:moveTo>
                  <a:lnTo>
                    <a:pt x="0" y="0"/>
                  </a:lnTo>
                  <a:lnTo>
                    <a:pt x="38" y="247"/>
                  </a:lnTo>
                  <a:lnTo>
                    <a:pt x="584" y="247"/>
                  </a:lnTo>
                  <a:lnTo>
                    <a:pt x="509" y="0"/>
                  </a:ln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4" name="íšļîḍê"/>
            <p:cNvSpPr/>
            <p:nvPr/>
          </p:nvSpPr>
          <p:spPr bwMode="auto">
            <a:xfrm>
              <a:off x="7855678" y="4763002"/>
              <a:ext cx="1016432" cy="105306"/>
            </a:xfrm>
            <a:custGeom>
              <a:avLst/>
              <a:gdLst>
                <a:gd name="T0" fmla="*/ 666 w 666"/>
                <a:gd name="T1" fmla="*/ 69 h 69"/>
                <a:gd name="T2" fmla="*/ 20 w 666"/>
                <a:gd name="T3" fmla="*/ 69 h 69"/>
                <a:gd name="T4" fmla="*/ 0 w 666"/>
                <a:gd name="T5" fmla="*/ 0 h 69"/>
                <a:gd name="T6" fmla="*/ 631 w 666"/>
                <a:gd name="T7" fmla="*/ 0 h 69"/>
                <a:gd name="T8" fmla="*/ 666 w 666"/>
                <a:gd name="T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6" h="69">
                  <a:moveTo>
                    <a:pt x="666" y="69"/>
                  </a:moveTo>
                  <a:lnTo>
                    <a:pt x="20" y="69"/>
                  </a:lnTo>
                  <a:lnTo>
                    <a:pt x="0" y="0"/>
                  </a:lnTo>
                  <a:lnTo>
                    <a:pt x="631" y="0"/>
                  </a:lnTo>
                  <a:lnTo>
                    <a:pt x="666" y="69"/>
                  </a:lnTo>
                  <a:close/>
                </a:path>
              </a:pathLst>
            </a:custGeom>
            <a:solidFill>
              <a:srgbClr val="0288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5" name="iṩḷîḑê"/>
            <p:cNvSpPr/>
            <p:nvPr/>
          </p:nvSpPr>
          <p:spPr bwMode="auto">
            <a:xfrm>
              <a:off x="3058914" y="4512710"/>
              <a:ext cx="97675" cy="35102"/>
            </a:xfrm>
            <a:custGeom>
              <a:avLst/>
              <a:gdLst>
                <a:gd name="T0" fmla="*/ 18 w 31"/>
                <a:gd name="T1" fmla="*/ 0 h 11"/>
                <a:gd name="T2" fmla="*/ 2 w 31"/>
                <a:gd name="T3" fmla="*/ 6 h 11"/>
                <a:gd name="T4" fmla="*/ 12 w 31"/>
                <a:gd name="T5" fmla="*/ 11 h 11"/>
                <a:gd name="T6" fmla="*/ 29 w 31"/>
                <a:gd name="T7" fmla="*/ 6 h 11"/>
                <a:gd name="T8" fmla="*/ 18 w 3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1">
                  <a:moveTo>
                    <a:pt x="18" y="0"/>
                  </a:moveTo>
                  <a:cubicBezTo>
                    <a:pt x="11" y="0"/>
                    <a:pt x="3" y="3"/>
                    <a:pt x="2" y="6"/>
                  </a:cubicBezTo>
                  <a:cubicBezTo>
                    <a:pt x="0" y="9"/>
                    <a:pt x="5" y="11"/>
                    <a:pt x="12" y="11"/>
                  </a:cubicBezTo>
                  <a:cubicBezTo>
                    <a:pt x="20" y="11"/>
                    <a:pt x="27" y="9"/>
                    <a:pt x="29" y="6"/>
                  </a:cubicBezTo>
                  <a:cubicBezTo>
                    <a:pt x="31" y="3"/>
                    <a:pt x="26" y="0"/>
                    <a:pt x="18" y="0"/>
                  </a:cubicBezTo>
                  <a:close/>
                </a:path>
              </a:pathLst>
            </a:custGeom>
            <a:solidFill>
              <a:srgbClr val="70B7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6" name="ïşḷíḑe"/>
            <p:cNvSpPr/>
            <p:nvPr/>
          </p:nvSpPr>
          <p:spPr bwMode="auto">
            <a:xfrm>
              <a:off x="3239002" y="4512710"/>
              <a:ext cx="96149" cy="35102"/>
            </a:xfrm>
            <a:custGeom>
              <a:avLst/>
              <a:gdLst>
                <a:gd name="T0" fmla="*/ 18 w 30"/>
                <a:gd name="T1" fmla="*/ 0 h 11"/>
                <a:gd name="T2" fmla="*/ 1 w 30"/>
                <a:gd name="T3" fmla="*/ 6 h 11"/>
                <a:gd name="T4" fmla="*/ 12 w 30"/>
                <a:gd name="T5" fmla="*/ 11 h 11"/>
                <a:gd name="T6" fmla="*/ 29 w 30"/>
                <a:gd name="T7" fmla="*/ 6 h 11"/>
                <a:gd name="T8" fmla="*/ 18 w 3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1">
                  <a:moveTo>
                    <a:pt x="18" y="0"/>
                  </a:moveTo>
                  <a:cubicBezTo>
                    <a:pt x="10" y="0"/>
                    <a:pt x="3" y="3"/>
                    <a:pt x="1" y="6"/>
                  </a:cubicBezTo>
                  <a:cubicBezTo>
                    <a:pt x="0" y="9"/>
                    <a:pt x="5" y="11"/>
                    <a:pt x="12" y="11"/>
                  </a:cubicBezTo>
                  <a:cubicBezTo>
                    <a:pt x="20" y="11"/>
                    <a:pt x="27" y="9"/>
                    <a:pt x="29" y="6"/>
                  </a:cubicBezTo>
                  <a:cubicBezTo>
                    <a:pt x="30" y="3"/>
                    <a:pt x="25" y="0"/>
                    <a:pt x="18" y="0"/>
                  </a:cubicBezTo>
                  <a:close/>
                </a:path>
              </a:pathLst>
            </a:custGeom>
            <a:solidFill>
              <a:srgbClr val="70B7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7" name="ïsľiḓê"/>
            <p:cNvSpPr/>
            <p:nvPr/>
          </p:nvSpPr>
          <p:spPr bwMode="auto">
            <a:xfrm>
              <a:off x="3417564" y="4512710"/>
              <a:ext cx="97675" cy="35102"/>
            </a:xfrm>
            <a:custGeom>
              <a:avLst/>
              <a:gdLst>
                <a:gd name="T0" fmla="*/ 18 w 31"/>
                <a:gd name="T1" fmla="*/ 0 h 11"/>
                <a:gd name="T2" fmla="*/ 2 w 31"/>
                <a:gd name="T3" fmla="*/ 6 h 11"/>
                <a:gd name="T4" fmla="*/ 13 w 31"/>
                <a:gd name="T5" fmla="*/ 11 h 11"/>
                <a:gd name="T6" fmla="*/ 29 w 31"/>
                <a:gd name="T7" fmla="*/ 6 h 11"/>
                <a:gd name="T8" fmla="*/ 18 w 31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1">
                  <a:moveTo>
                    <a:pt x="18" y="0"/>
                  </a:moveTo>
                  <a:cubicBezTo>
                    <a:pt x="11" y="0"/>
                    <a:pt x="3" y="3"/>
                    <a:pt x="2" y="6"/>
                  </a:cubicBezTo>
                  <a:cubicBezTo>
                    <a:pt x="0" y="9"/>
                    <a:pt x="5" y="11"/>
                    <a:pt x="13" y="11"/>
                  </a:cubicBezTo>
                  <a:cubicBezTo>
                    <a:pt x="20" y="11"/>
                    <a:pt x="28" y="9"/>
                    <a:pt x="29" y="6"/>
                  </a:cubicBezTo>
                  <a:cubicBezTo>
                    <a:pt x="31" y="3"/>
                    <a:pt x="26" y="0"/>
                    <a:pt x="18" y="0"/>
                  </a:cubicBezTo>
                  <a:close/>
                </a:path>
              </a:pathLst>
            </a:custGeom>
            <a:solidFill>
              <a:srgbClr val="70B7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8" name="iśľïḑê"/>
            <p:cNvSpPr/>
            <p:nvPr/>
          </p:nvSpPr>
          <p:spPr bwMode="auto">
            <a:xfrm>
              <a:off x="3597653" y="4512710"/>
              <a:ext cx="96149" cy="35102"/>
            </a:xfrm>
            <a:custGeom>
              <a:avLst/>
              <a:gdLst>
                <a:gd name="T0" fmla="*/ 18 w 30"/>
                <a:gd name="T1" fmla="*/ 0 h 11"/>
                <a:gd name="T2" fmla="*/ 2 w 30"/>
                <a:gd name="T3" fmla="*/ 6 h 11"/>
                <a:gd name="T4" fmla="*/ 13 w 30"/>
                <a:gd name="T5" fmla="*/ 11 h 11"/>
                <a:gd name="T6" fmla="*/ 29 w 30"/>
                <a:gd name="T7" fmla="*/ 6 h 11"/>
                <a:gd name="T8" fmla="*/ 18 w 3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1">
                  <a:moveTo>
                    <a:pt x="18" y="0"/>
                  </a:moveTo>
                  <a:cubicBezTo>
                    <a:pt x="10" y="0"/>
                    <a:pt x="3" y="3"/>
                    <a:pt x="2" y="6"/>
                  </a:cubicBezTo>
                  <a:cubicBezTo>
                    <a:pt x="0" y="9"/>
                    <a:pt x="5" y="11"/>
                    <a:pt x="13" y="11"/>
                  </a:cubicBezTo>
                  <a:cubicBezTo>
                    <a:pt x="20" y="11"/>
                    <a:pt x="28" y="9"/>
                    <a:pt x="29" y="6"/>
                  </a:cubicBezTo>
                  <a:cubicBezTo>
                    <a:pt x="30" y="3"/>
                    <a:pt x="25" y="0"/>
                    <a:pt x="18" y="0"/>
                  </a:cubicBezTo>
                  <a:close/>
                </a:path>
              </a:pathLst>
            </a:custGeom>
            <a:solidFill>
              <a:srgbClr val="70B7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9" name="íśľîďe"/>
            <p:cNvSpPr/>
            <p:nvPr/>
          </p:nvSpPr>
          <p:spPr bwMode="auto">
            <a:xfrm>
              <a:off x="3779268" y="4512710"/>
              <a:ext cx="94623" cy="35102"/>
            </a:xfrm>
            <a:custGeom>
              <a:avLst/>
              <a:gdLst>
                <a:gd name="T0" fmla="*/ 17 w 30"/>
                <a:gd name="T1" fmla="*/ 0 h 11"/>
                <a:gd name="T2" fmla="*/ 1 w 30"/>
                <a:gd name="T3" fmla="*/ 6 h 11"/>
                <a:gd name="T4" fmla="*/ 13 w 30"/>
                <a:gd name="T5" fmla="*/ 11 h 11"/>
                <a:gd name="T6" fmla="*/ 29 w 30"/>
                <a:gd name="T7" fmla="*/ 6 h 11"/>
                <a:gd name="T8" fmla="*/ 17 w 30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1">
                  <a:moveTo>
                    <a:pt x="17" y="0"/>
                  </a:moveTo>
                  <a:cubicBezTo>
                    <a:pt x="10" y="0"/>
                    <a:pt x="3" y="3"/>
                    <a:pt x="1" y="6"/>
                  </a:cubicBezTo>
                  <a:cubicBezTo>
                    <a:pt x="0" y="9"/>
                    <a:pt x="5" y="11"/>
                    <a:pt x="13" y="11"/>
                  </a:cubicBezTo>
                  <a:cubicBezTo>
                    <a:pt x="20" y="11"/>
                    <a:pt x="27" y="9"/>
                    <a:pt x="29" y="6"/>
                  </a:cubicBezTo>
                  <a:cubicBezTo>
                    <a:pt x="30" y="3"/>
                    <a:pt x="25" y="0"/>
                    <a:pt x="17" y="0"/>
                  </a:cubicBezTo>
                  <a:close/>
                </a:path>
              </a:pathLst>
            </a:custGeom>
            <a:solidFill>
              <a:srgbClr val="70B7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0" name="ïṣļïḓê"/>
            <p:cNvSpPr/>
            <p:nvPr/>
          </p:nvSpPr>
          <p:spPr bwMode="auto">
            <a:xfrm>
              <a:off x="3959357" y="4512710"/>
              <a:ext cx="91570" cy="35102"/>
            </a:xfrm>
            <a:custGeom>
              <a:avLst/>
              <a:gdLst>
                <a:gd name="T0" fmla="*/ 17 w 29"/>
                <a:gd name="T1" fmla="*/ 0 h 11"/>
                <a:gd name="T2" fmla="*/ 1 w 29"/>
                <a:gd name="T3" fmla="*/ 6 h 11"/>
                <a:gd name="T4" fmla="*/ 12 w 29"/>
                <a:gd name="T5" fmla="*/ 11 h 11"/>
                <a:gd name="T6" fmla="*/ 28 w 29"/>
                <a:gd name="T7" fmla="*/ 6 h 11"/>
                <a:gd name="T8" fmla="*/ 17 w 29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1">
                  <a:moveTo>
                    <a:pt x="17" y="0"/>
                  </a:moveTo>
                  <a:cubicBezTo>
                    <a:pt x="9" y="0"/>
                    <a:pt x="2" y="3"/>
                    <a:pt x="1" y="6"/>
                  </a:cubicBezTo>
                  <a:cubicBezTo>
                    <a:pt x="0" y="9"/>
                    <a:pt x="5" y="11"/>
                    <a:pt x="12" y="11"/>
                  </a:cubicBezTo>
                  <a:cubicBezTo>
                    <a:pt x="20" y="11"/>
                    <a:pt x="27" y="9"/>
                    <a:pt x="28" y="6"/>
                  </a:cubicBezTo>
                  <a:cubicBezTo>
                    <a:pt x="29" y="3"/>
                    <a:pt x="24" y="0"/>
                    <a:pt x="17" y="0"/>
                  </a:cubicBezTo>
                  <a:close/>
                </a:path>
              </a:pathLst>
            </a:custGeom>
            <a:solidFill>
              <a:srgbClr val="70B7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1" name="iŝlîḍe"/>
            <p:cNvSpPr/>
            <p:nvPr/>
          </p:nvSpPr>
          <p:spPr bwMode="auto">
            <a:xfrm>
              <a:off x="8721019" y="4390616"/>
              <a:ext cx="604365" cy="335758"/>
            </a:xfrm>
            <a:custGeom>
              <a:avLst/>
              <a:gdLst>
                <a:gd name="T0" fmla="*/ 114 w 396"/>
                <a:gd name="T1" fmla="*/ 220 h 220"/>
                <a:gd name="T2" fmla="*/ 396 w 396"/>
                <a:gd name="T3" fmla="*/ 220 h 220"/>
                <a:gd name="T4" fmla="*/ 266 w 396"/>
                <a:gd name="T5" fmla="*/ 0 h 220"/>
                <a:gd name="T6" fmla="*/ 0 w 396"/>
                <a:gd name="T7" fmla="*/ 0 h 220"/>
                <a:gd name="T8" fmla="*/ 114 w 396"/>
                <a:gd name="T9" fmla="*/ 22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6" h="220">
                  <a:moveTo>
                    <a:pt x="114" y="220"/>
                  </a:moveTo>
                  <a:lnTo>
                    <a:pt x="396" y="220"/>
                  </a:lnTo>
                  <a:lnTo>
                    <a:pt x="266" y="0"/>
                  </a:lnTo>
                  <a:lnTo>
                    <a:pt x="0" y="0"/>
                  </a:lnTo>
                  <a:lnTo>
                    <a:pt x="114" y="220"/>
                  </a:lnTo>
                  <a:close/>
                </a:path>
              </a:pathLst>
            </a:custGeom>
            <a:solidFill>
              <a:srgbClr val="70B7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2" name="išḻiḑè"/>
            <p:cNvSpPr/>
            <p:nvPr/>
          </p:nvSpPr>
          <p:spPr bwMode="auto">
            <a:xfrm>
              <a:off x="2843723" y="4798104"/>
              <a:ext cx="1100372" cy="114464"/>
            </a:xfrm>
            <a:custGeom>
              <a:avLst/>
              <a:gdLst>
                <a:gd name="T0" fmla="*/ 0 w 721"/>
                <a:gd name="T1" fmla="*/ 75 h 75"/>
                <a:gd name="T2" fmla="*/ 43 w 721"/>
                <a:gd name="T3" fmla="*/ 0 h 75"/>
                <a:gd name="T4" fmla="*/ 721 w 721"/>
                <a:gd name="T5" fmla="*/ 0 h 75"/>
                <a:gd name="T6" fmla="*/ 692 w 721"/>
                <a:gd name="T7" fmla="*/ 75 h 75"/>
                <a:gd name="T8" fmla="*/ 0 w 721"/>
                <a:gd name="T9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1" h="75">
                  <a:moveTo>
                    <a:pt x="0" y="75"/>
                  </a:moveTo>
                  <a:lnTo>
                    <a:pt x="43" y="0"/>
                  </a:lnTo>
                  <a:lnTo>
                    <a:pt x="721" y="0"/>
                  </a:lnTo>
                  <a:lnTo>
                    <a:pt x="692" y="75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3" name="iślïḑe"/>
            <p:cNvSpPr/>
            <p:nvPr/>
          </p:nvSpPr>
          <p:spPr bwMode="auto">
            <a:xfrm>
              <a:off x="2843723" y="4798104"/>
              <a:ext cx="1100372" cy="114464"/>
            </a:xfrm>
            <a:custGeom>
              <a:avLst/>
              <a:gdLst>
                <a:gd name="T0" fmla="*/ 0 w 721"/>
                <a:gd name="T1" fmla="*/ 75 h 75"/>
                <a:gd name="T2" fmla="*/ 43 w 721"/>
                <a:gd name="T3" fmla="*/ 0 h 75"/>
                <a:gd name="T4" fmla="*/ 721 w 721"/>
                <a:gd name="T5" fmla="*/ 0 h 75"/>
                <a:gd name="T6" fmla="*/ 692 w 721"/>
                <a:gd name="T7" fmla="*/ 75 h 75"/>
                <a:gd name="T8" fmla="*/ 0 w 721"/>
                <a:gd name="T9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1" h="75">
                  <a:moveTo>
                    <a:pt x="0" y="75"/>
                  </a:moveTo>
                  <a:lnTo>
                    <a:pt x="43" y="0"/>
                  </a:lnTo>
                  <a:lnTo>
                    <a:pt x="721" y="0"/>
                  </a:lnTo>
                  <a:lnTo>
                    <a:pt x="692" y="75"/>
                  </a:lnTo>
                  <a:lnTo>
                    <a:pt x="0" y="7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4" name="íśḷïḍe"/>
            <p:cNvSpPr/>
            <p:nvPr/>
          </p:nvSpPr>
          <p:spPr bwMode="auto">
            <a:xfrm>
              <a:off x="6149416" y="4019755"/>
              <a:ext cx="535688" cy="268607"/>
            </a:xfrm>
            <a:custGeom>
              <a:avLst/>
              <a:gdLst>
                <a:gd name="T0" fmla="*/ 2 w 351"/>
                <a:gd name="T1" fmla="*/ 176 h 176"/>
                <a:gd name="T2" fmla="*/ 0 w 351"/>
                <a:gd name="T3" fmla="*/ 0 h 176"/>
                <a:gd name="T4" fmla="*/ 330 w 351"/>
                <a:gd name="T5" fmla="*/ 0 h 176"/>
                <a:gd name="T6" fmla="*/ 351 w 351"/>
                <a:gd name="T7" fmla="*/ 176 h 176"/>
                <a:gd name="T8" fmla="*/ 2 w 35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176">
                  <a:moveTo>
                    <a:pt x="2" y="176"/>
                  </a:moveTo>
                  <a:lnTo>
                    <a:pt x="0" y="0"/>
                  </a:lnTo>
                  <a:lnTo>
                    <a:pt x="330" y="0"/>
                  </a:lnTo>
                  <a:lnTo>
                    <a:pt x="351" y="176"/>
                  </a:lnTo>
                  <a:lnTo>
                    <a:pt x="2" y="176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5" name="îṡḻîḑe"/>
            <p:cNvSpPr/>
            <p:nvPr/>
          </p:nvSpPr>
          <p:spPr bwMode="auto">
            <a:xfrm>
              <a:off x="6149416" y="4019755"/>
              <a:ext cx="535688" cy="268607"/>
            </a:xfrm>
            <a:custGeom>
              <a:avLst/>
              <a:gdLst>
                <a:gd name="T0" fmla="*/ 2 w 351"/>
                <a:gd name="T1" fmla="*/ 176 h 176"/>
                <a:gd name="T2" fmla="*/ 0 w 351"/>
                <a:gd name="T3" fmla="*/ 0 h 176"/>
                <a:gd name="T4" fmla="*/ 330 w 351"/>
                <a:gd name="T5" fmla="*/ 0 h 176"/>
                <a:gd name="T6" fmla="*/ 351 w 351"/>
                <a:gd name="T7" fmla="*/ 176 h 176"/>
                <a:gd name="T8" fmla="*/ 2 w 35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176">
                  <a:moveTo>
                    <a:pt x="2" y="176"/>
                  </a:moveTo>
                  <a:lnTo>
                    <a:pt x="0" y="0"/>
                  </a:lnTo>
                  <a:lnTo>
                    <a:pt x="330" y="0"/>
                  </a:lnTo>
                  <a:lnTo>
                    <a:pt x="351" y="176"/>
                  </a:lnTo>
                  <a:lnTo>
                    <a:pt x="2" y="1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6" name="íšľîdê"/>
            <p:cNvSpPr/>
            <p:nvPr/>
          </p:nvSpPr>
          <p:spPr bwMode="auto">
            <a:xfrm>
              <a:off x="5525211" y="4379932"/>
              <a:ext cx="405962" cy="311339"/>
            </a:xfrm>
            <a:custGeom>
              <a:avLst/>
              <a:gdLst>
                <a:gd name="T0" fmla="*/ 0 w 266"/>
                <a:gd name="T1" fmla="*/ 204 h 204"/>
                <a:gd name="T2" fmla="*/ 21 w 266"/>
                <a:gd name="T3" fmla="*/ 0 h 204"/>
                <a:gd name="T4" fmla="*/ 266 w 266"/>
                <a:gd name="T5" fmla="*/ 0 h 204"/>
                <a:gd name="T6" fmla="*/ 258 w 266"/>
                <a:gd name="T7" fmla="*/ 204 h 204"/>
                <a:gd name="T8" fmla="*/ 0 w 266"/>
                <a:gd name="T9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204">
                  <a:moveTo>
                    <a:pt x="0" y="204"/>
                  </a:moveTo>
                  <a:lnTo>
                    <a:pt x="21" y="0"/>
                  </a:lnTo>
                  <a:lnTo>
                    <a:pt x="266" y="0"/>
                  </a:lnTo>
                  <a:lnTo>
                    <a:pt x="258" y="204"/>
                  </a:lnTo>
                  <a:lnTo>
                    <a:pt x="0" y="204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7" name="îśḻiḓé"/>
            <p:cNvSpPr/>
            <p:nvPr/>
          </p:nvSpPr>
          <p:spPr bwMode="auto">
            <a:xfrm>
              <a:off x="5525211" y="4379932"/>
              <a:ext cx="405962" cy="311339"/>
            </a:xfrm>
            <a:custGeom>
              <a:avLst/>
              <a:gdLst>
                <a:gd name="T0" fmla="*/ 0 w 266"/>
                <a:gd name="T1" fmla="*/ 204 h 204"/>
                <a:gd name="T2" fmla="*/ 21 w 266"/>
                <a:gd name="T3" fmla="*/ 0 h 204"/>
                <a:gd name="T4" fmla="*/ 266 w 266"/>
                <a:gd name="T5" fmla="*/ 0 h 204"/>
                <a:gd name="T6" fmla="*/ 258 w 266"/>
                <a:gd name="T7" fmla="*/ 204 h 204"/>
                <a:gd name="T8" fmla="*/ 0 w 266"/>
                <a:gd name="T9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204">
                  <a:moveTo>
                    <a:pt x="0" y="204"/>
                  </a:moveTo>
                  <a:lnTo>
                    <a:pt x="21" y="0"/>
                  </a:lnTo>
                  <a:lnTo>
                    <a:pt x="266" y="0"/>
                  </a:lnTo>
                  <a:lnTo>
                    <a:pt x="258" y="204"/>
                  </a:lnTo>
                  <a:lnTo>
                    <a:pt x="0" y="2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8" name="ïsļiḑé"/>
            <p:cNvSpPr/>
            <p:nvPr/>
          </p:nvSpPr>
          <p:spPr bwMode="auto">
            <a:xfrm>
              <a:off x="4872009" y="4379932"/>
              <a:ext cx="438012" cy="311339"/>
            </a:xfrm>
            <a:custGeom>
              <a:avLst/>
              <a:gdLst>
                <a:gd name="T0" fmla="*/ 0 w 287"/>
                <a:gd name="T1" fmla="*/ 204 h 204"/>
                <a:gd name="T2" fmla="*/ 46 w 287"/>
                <a:gd name="T3" fmla="*/ 0 h 204"/>
                <a:gd name="T4" fmla="*/ 287 w 287"/>
                <a:gd name="T5" fmla="*/ 0 h 204"/>
                <a:gd name="T6" fmla="*/ 256 w 287"/>
                <a:gd name="T7" fmla="*/ 204 h 204"/>
                <a:gd name="T8" fmla="*/ 0 w 287"/>
                <a:gd name="T9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" h="204">
                  <a:moveTo>
                    <a:pt x="0" y="204"/>
                  </a:moveTo>
                  <a:lnTo>
                    <a:pt x="46" y="0"/>
                  </a:lnTo>
                  <a:lnTo>
                    <a:pt x="287" y="0"/>
                  </a:lnTo>
                  <a:lnTo>
                    <a:pt x="256" y="204"/>
                  </a:lnTo>
                  <a:lnTo>
                    <a:pt x="0" y="204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9" name="ïS1íḑè"/>
            <p:cNvSpPr/>
            <p:nvPr/>
          </p:nvSpPr>
          <p:spPr bwMode="auto">
            <a:xfrm>
              <a:off x="7055963" y="5054501"/>
              <a:ext cx="824134" cy="418172"/>
            </a:xfrm>
            <a:custGeom>
              <a:avLst/>
              <a:gdLst>
                <a:gd name="T0" fmla="*/ 46 w 540"/>
                <a:gd name="T1" fmla="*/ 274 h 274"/>
                <a:gd name="T2" fmla="*/ 0 w 540"/>
                <a:gd name="T3" fmla="*/ 0 h 274"/>
                <a:gd name="T4" fmla="*/ 461 w 540"/>
                <a:gd name="T5" fmla="*/ 0 h 274"/>
                <a:gd name="T6" fmla="*/ 540 w 540"/>
                <a:gd name="T7" fmla="*/ 274 h 274"/>
                <a:gd name="T8" fmla="*/ 46 w 540"/>
                <a:gd name="T9" fmla="*/ 274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274">
                  <a:moveTo>
                    <a:pt x="46" y="274"/>
                  </a:moveTo>
                  <a:lnTo>
                    <a:pt x="0" y="0"/>
                  </a:lnTo>
                  <a:lnTo>
                    <a:pt x="461" y="0"/>
                  </a:lnTo>
                  <a:lnTo>
                    <a:pt x="540" y="274"/>
                  </a:lnTo>
                  <a:lnTo>
                    <a:pt x="46" y="274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0" name="islïde"/>
            <p:cNvSpPr/>
            <p:nvPr/>
          </p:nvSpPr>
          <p:spPr bwMode="auto">
            <a:xfrm>
              <a:off x="7055963" y="5054501"/>
              <a:ext cx="824134" cy="418172"/>
            </a:xfrm>
            <a:custGeom>
              <a:avLst/>
              <a:gdLst>
                <a:gd name="T0" fmla="*/ 46 w 540"/>
                <a:gd name="T1" fmla="*/ 274 h 274"/>
                <a:gd name="T2" fmla="*/ 0 w 540"/>
                <a:gd name="T3" fmla="*/ 0 h 274"/>
                <a:gd name="T4" fmla="*/ 461 w 540"/>
                <a:gd name="T5" fmla="*/ 0 h 274"/>
                <a:gd name="T6" fmla="*/ 540 w 540"/>
                <a:gd name="T7" fmla="*/ 274 h 274"/>
                <a:gd name="T8" fmla="*/ 46 w 540"/>
                <a:gd name="T9" fmla="*/ 274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274">
                  <a:moveTo>
                    <a:pt x="46" y="274"/>
                  </a:moveTo>
                  <a:lnTo>
                    <a:pt x="0" y="0"/>
                  </a:lnTo>
                  <a:lnTo>
                    <a:pt x="461" y="0"/>
                  </a:lnTo>
                  <a:lnTo>
                    <a:pt x="540" y="274"/>
                  </a:lnTo>
                  <a:lnTo>
                    <a:pt x="46" y="27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1" name="iṡľïḑê"/>
            <p:cNvSpPr/>
            <p:nvPr/>
          </p:nvSpPr>
          <p:spPr bwMode="auto">
            <a:xfrm>
              <a:off x="7017809" y="4827101"/>
              <a:ext cx="711197" cy="123621"/>
            </a:xfrm>
            <a:custGeom>
              <a:avLst/>
              <a:gdLst>
                <a:gd name="T0" fmla="*/ 15 w 466"/>
                <a:gd name="T1" fmla="*/ 81 h 81"/>
                <a:gd name="T2" fmla="*/ 0 w 466"/>
                <a:gd name="T3" fmla="*/ 0 h 81"/>
                <a:gd name="T4" fmla="*/ 443 w 466"/>
                <a:gd name="T5" fmla="*/ 0 h 81"/>
                <a:gd name="T6" fmla="*/ 466 w 466"/>
                <a:gd name="T7" fmla="*/ 81 h 81"/>
                <a:gd name="T8" fmla="*/ 15 w 466"/>
                <a:gd name="T9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6" h="81">
                  <a:moveTo>
                    <a:pt x="15" y="81"/>
                  </a:moveTo>
                  <a:lnTo>
                    <a:pt x="0" y="0"/>
                  </a:lnTo>
                  <a:lnTo>
                    <a:pt x="443" y="0"/>
                  </a:lnTo>
                  <a:lnTo>
                    <a:pt x="466" y="81"/>
                  </a:lnTo>
                  <a:lnTo>
                    <a:pt x="15" y="81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2" name="ïṡ1idè"/>
            <p:cNvSpPr/>
            <p:nvPr/>
          </p:nvSpPr>
          <p:spPr bwMode="auto">
            <a:xfrm>
              <a:off x="2520174" y="5027030"/>
              <a:ext cx="1333876" cy="445643"/>
            </a:xfrm>
            <a:custGeom>
              <a:avLst/>
              <a:gdLst>
                <a:gd name="T0" fmla="*/ 0 w 874"/>
                <a:gd name="T1" fmla="*/ 292 h 292"/>
                <a:gd name="T2" fmla="*/ 168 w 874"/>
                <a:gd name="T3" fmla="*/ 0 h 292"/>
                <a:gd name="T4" fmla="*/ 874 w 874"/>
                <a:gd name="T5" fmla="*/ 0 h 292"/>
                <a:gd name="T6" fmla="*/ 760 w 874"/>
                <a:gd name="T7" fmla="*/ 292 h 292"/>
                <a:gd name="T8" fmla="*/ 0 w 8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4" h="292">
                  <a:moveTo>
                    <a:pt x="0" y="292"/>
                  </a:moveTo>
                  <a:lnTo>
                    <a:pt x="168" y="0"/>
                  </a:lnTo>
                  <a:lnTo>
                    <a:pt x="874" y="0"/>
                  </a:lnTo>
                  <a:lnTo>
                    <a:pt x="760" y="292"/>
                  </a:lnTo>
                  <a:lnTo>
                    <a:pt x="0" y="292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3" name="isľiďè"/>
            <p:cNvSpPr/>
            <p:nvPr/>
          </p:nvSpPr>
          <p:spPr bwMode="auto">
            <a:xfrm>
              <a:off x="9271967" y="5280375"/>
              <a:ext cx="399858" cy="192298"/>
            </a:xfrm>
            <a:custGeom>
              <a:avLst/>
              <a:gdLst>
                <a:gd name="T0" fmla="*/ 67 w 262"/>
                <a:gd name="T1" fmla="*/ 126 h 126"/>
                <a:gd name="T2" fmla="*/ 0 w 262"/>
                <a:gd name="T3" fmla="*/ 0 h 126"/>
                <a:gd name="T4" fmla="*/ 189 w 262"/>
                <a:gd name="T5" fmla="*/ 0 h 126"/>
                <a:gd name="T6" fmla="*/ 262 w 262"/>
                <a:gd name="T7" fmla="*/ 126 h 126"/>
                <a:gd name="T8" fmla="*/ 67 w 262"/>
                <a:gd name="T9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126">
                  <a:moveTo>
                    <a:pt x="67" y="126"/>
                  </a:moveTo>
                  <a:lnTo>
                    <a:pt x="0" y="0"/>
                  </a:lnTo>
                  <a:lnTo>
                    <a:pt x="189" y="0"/>
                  </a:lnTo>
                  <a:lnTo>
                    <a:pt x="262" y="126"/>
                  </a:lnTo>
                  <a:lnTo>
                    <a:pt x="67" y="126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4" name="îṣḷíḓè"/>
            <p:cNvSpPr/>
            <p:nvPr/>
          </p:nvSpPr>
          <p:spPr bwMode="auto">
            <a:xfrm>
              <a:off x="9018623" y="4798104"/>
              <a:ext cx="468536" cy="355599"/>
            </a:xfrm>
            <a:custGeom>
              <a:avLst/>
              <a:gdLst>
                <a:gd name="T0" fmla="*/ 123 w 307"/>
                <a:gd name="T1" fmla="*/ 233 h 233"/>
                <a:gd name="T2" fmla="*/ 0 w 307"/>
                <a:gd name="T3" fmla="*/ 0 h 233"/>
                <a:gd name="T4" fmla="*/ 172 w 307"/>
                <a:gd name="T5" fmla="*/ 0 h 233"/>
                <a:gd name="T6" fmla="*/ 307 w 307"/>
                <a:gd name="T7" fmla="*/ 233 h 233"/>
                <a:gd name="T8" fmla="*/ 123 w 307"/>
                <a:gd name="T9" fmla="*/ 23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7" h="233">
                  <a:moveTo>
                    <a:pt x="123" y="233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307" y="233"/>
                  </a:lnTo>
                  <a:lnTo>
                    <a:pt x="123" y="233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5" name="ïSľïḑê"/>
            <p:cNvSpPr/>
            <p:nvPr/>
          </p:nvSpPr>
          <p:spPr bwMode="auto">
            <a:xfrm>
              <a:off x="8606556" y="4019755"/>
              <a:ext cx="386122" cy="280816"/>
            </a:xfrm>
            <a:custGeom>
              <a:avLst/>
              <a:gdLst>
                <a:gd name="T0" fmla="*/ 98 w 253"/>
                <a:gd name="T1" fmla="*/ 184 h 184"/>
                <a:gd name="T2" fmla="*/ 0 w 253"/>
                <a:gd name="T3" fmla="*/ 0 h 184"/>
                <a:gd name="T4" fmla="*/ 147 w 253"/>
                <a:gd name="T5" fmla="*/ 0 h 184"/>
                <a:gd name="T6" fmla="*/ 253 w 253"/>
                <a:gd name="T7" fmla="*/ 184 h 184"/>
                <a:gd name="T8" fmla="*/ 98 w 253"/>
                <a:gd name="T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184">
                  <a:moveTo>
                    <a:pt x="98" y="184"/>
                  </a:moveTo>
                  <a:lnTo>
                    <a:pt x="0" y="0"/>
                  </a:lnTo>
                  <a:lnTo>
                    <a:pt x="147" y="0"/>
                  </a:lnTo>
                  <a:lnTo>
                    <a:pt x="253" y="184"/>
                  </a:lnTo>
                  <a:lnTo>
                    <a:pt x="98" y="184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6" name="îŝ1ïdè"/>
            <p:cNvSpPr/>
            <p:nvPr/>
          </p:nvSpPr>
          <p:spPr bwMode="auto">
            <a:xfrm>
              <a:off x="6907925" y="4149480"/>
              <a:ext cx="630310" cy="138882"/>
            </a:xfrm>
            <a:custGeom>
              <a:avLst/>
              <a:gdLst>
                <a:gd name="T0" fmla="*/ 14 w 413"/>
                <a:gd name="T1" fmla="*/ 91 h 91"/>
                <a:gd name="T2" fmla="*/ 0 w 413"/>
                <a:gd name="T3" fmla="*/ 0 h 91"/>
                <a:gd name="T4" fmla="*/ 386 w 413"/>
                <a:gd name="T5" fmla="*/ 0 h 91"/>
                <a:gd name="T6" fmla="*/ 413 w 413"/>
                <a:gd name="T7" fmla="*/ 91 h 91"/>
                <a:gd name="T8" fmla="*/ 14 w 413"/>
                <a:gd name="T9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3" h="91">
                  <a:moveTo>
                    <a:pt x="14" y="91"/>
                  </a:moveTo>
                  <a:lnTo>
                    <a:pt x="0" y="0"/>
                  </a:lnTo>
                  <a:lnTo>
                    <a:pt x="386" y="0"/>
                  </a:lnTo>
                  <a:lnTo>
                    <a:pt x="413" y="91"/>
                  </a:lnTo>
                  <a:lnTo>
                    <a:pt x="14" y="91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7" name="ísļïde"/>
            <p:cNvSpPr/>
            <p:nvPr/>
          </p:nvSpPr>
          <p:spPr bwMode="auto">
            <a:xfrm>
              <a:off x="6958288" y="4453188"/>
              <a:ext cx="697462" cy="238083"/>
            </a:xfrm>
            <a:custGeom>
              <a:avLst/>
              <a:gdLst>
                <a:gd name="T0" fmla="*/ 25 w 457"/>
                <a:gd name="T1" fmla="*/ 156 h 156"/>
                <a:gd name="T2" fmla="*/ 0 w 457"/>
                <a:gd name="T3" fmla="*/ 0 h 156"/>
                <a:gd name="T4" fmla="*/ 411 w 457"/>
                <a:gd name="T5" fmla="*/ 0 h 156"/>
                <a:gd name="T6" fmla="*/ 457 w 457"/>
                <a:gd name="T7" fmla="*/ 156 h 156"/>
                <a:gd name="T8" fmla="*/ 25 w 457"/>
                <a:gd name="T9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7" h="156">
                  <a:moveTo>
                    <a:pt x="25" y="156"/>
                  </a:moveTo>
                  <a:lnTo>
                    <a:pt x="0" y="0"/>
                  </a:lnTo>
                  <a:lnTo>
                    <a:pt x="411" y="0"/>
                  </a:lnTo>
                  <a:lnTo>
                    <a:pt x="457" y="156"/>
                  </a:lnTo>
                  <a:lnTo>
                    <a:pt x="25" y="156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8" name="îṣḻîḋè"/>
            <p:cNvSpPr/>
            <p:nvPr/>
          </p:nvSpPr>
          <p:spPr bwMode="auto">
            <a:xfrm>
              <a:off x="2970396" y="4582914"/>
              <a:ext cx="1059165" cy="108359"/>
            </a:xfrm>
            <a:custGeom>
              <a:avLst/>
              <a:gdLst>
                <a:gd name="T0" fmla="*/ 0 w 694"/>
                <a:gd name="T1" fmla="*/ 71 h 71"/>
                <a:gd name="T2" fmla="*/ 665 w 694"/>
                <a:gd name="T3" fmla="*/ 71 h 71"/>
                <a:gd name="T4" fmla="*/ 694 w 694"/>
                <a:gd name="T5" fmla="*/ 0 h 71"/>
                <a:gd name="T6" fmla="*/ 41 w 694"/>
                <a:gd name="T7" fmla="*/ 0 h 71"/>
                <a:gd name="T8" fmla="*/ 0 w 694"/>
                <a:gd name="T9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4" h="71">
                  <a:moveTo>
                    <a:pt x="0" y="71"/>
                  </a:moveTo>
                  <a:lnTo>
                    <a:pt x="665" y="71"/>
                  </a:lnTo>
                  <a:lnTo>
                    <a:pt x="694" y="0"/>
                  </a:lnTo>
                  <a:lnTo>
                    <a:pt x="41" y="0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9" name="ïşliḍé"/>
            <p:cNvSpPr/>
            <p:nvPr/>
          </p:nvSpPr>
          <p:spPr bwMode="auto">
            <a:xfrm>
              <a:off x="2970396" y="4582914"/>
              <a:ext cx="1059165" cy="108359"/>
            </a:xfrm>
            <a:custGeom>
              <a:avLst/>
              <a:gdLst>
                <a:gd name="T0" fmla="*/ 0 w 694"/>
                <a:gd name="T1" fmla="*/ 71 h 71"/>
                <a:gd name="T2" fmla="*/ 665 w 694"/>
                <a:gd name="T3" fmla="*/ 71 h 71"/>
                <a:gd name="T4" fmla="*/ 694 w 694"/>
                <a:gd name="T5" fmla="*/ 0 h 71"/>
                <a:gd name="T6" fmla="*/ 41 w 694"/>
                <a:gd name="T7" fmla="*/ 0 h 71"/>
                <a:gd name="T8" fmla="*/ 0 w 694"/>
                <a:gd name="T9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4" h="71">
                  <a:moveTo>
                    <a:pt x="0" y="71"/>
                  </a:moveTo>
                  <a:lnTo>
                    <a:pt x="665" y="71"/>
                  </a:lnTo>
                  <a:lnTo>
                    <a:pt x="694" y="0"/>
                  </a:lnTo>
                  <a:lnTo>
                    <a:pt x="41" y="0"/>
                  </a:lnTo>
                  <a:lnTo>
                    <a:pt x="0" y="7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90" name="işļïďé"/>
            <p:cNvSpPr/>
            <p:nvPr/>
          </p:nvSpPr>
          <p:spPr bwMode="auto">
            <a:xfrm>
              <a:off x="3094015" y="4379932"/>
              <a:ext cx="770718" cy="99202"/>
            </a:xfrm>
            <a:custGeom>
              <a:avLst/>
              <a:gdLst>
                <a:gd name="T0" fmla="*/ 505 w 505"/>
                <a:gd name="T1" fmla="*/ 0 h 65"/>
                <a:gd name="T2" fmla="*/ 37 w 505"/>
                <a:gd name="T3" fmla="*/ 0 h 65"/>
                <a:gd name="T4" fmla="*/ 0 w 505"/>
                <a:gd name="T5" fmla="*/ 65 h 65"/>
                <a:gd name="T6" fmla="*/ 476 w 505"/>
                <a:gd name="T7" fmla="*/ 65 h 65"/>
                <a:gd name="T8" fmla="*/ 505 w 505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5" h="65">
                  <a:moveTo>
                    <a:pt x="505" y="0"/>
                  </a:moveTo>
                  <a:lnTo>
                    <a:pt x="37" y="0"/>
                  </a:lnTo>
                  <a:lnTo>
                    <a:pt x="0" y="65"/>
                  </a:lnTo>
                  <a:lnTo>
                    <a:pt x="476" y="65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91" name="íşḷiḑè"/>
            <p:cNvSpPr/>
            <p:nvPr/>
          </p:nvSpPr>
          <p:spPr bwMode="auto">
            <a:xfrm>
              <a:off x="4298167" y="4379932"/>
              <a:ext cx="508216" cy="167879"/>
            </a:xfrm>
            <a:custGeom>
              <a:avLst/>
              <a:gdLst>
                <a:gd name="T0" fmla="*/ 193 w 333"/>
                <a:gd name="T1" fmla="*/ 0 h 110"/>
                <a:gd name="T2" fmla="*/ 15 w 333"/>
                <a:gd name="T3" fmla="*/ 65 h 110"/>
                <a:gd name="T4" fmla="*/ 0 w 333"/>
                <a:gd name="T5" fmla="*/ 110 h 110"/>
                <a:gd name="T6" fmla="*/ 303 w 333"/>
                <a:gd name="T7" fmla="*/ 110 h 110"/>
                <a:gd name="T8" fmla="*/ 333 w 333"/>
                <a:gd name="T9" fmla="*/ 0 h 110"/>
                <a:gd name="T10" fmla="*/ 193 w 333"/>
                <a:gd name="T11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3" h="110">
                  <a:moveTo>
                    <a:pt x="193" y="0"/>
                  </a:moveTo>
                  <a:lnTo>
                    <a:pt x="15" y="65"/>
                  </a:lnTo>
                  <a:lnTo>
                    <a:pt x="0" y="110"/>
                  </a:lnTo>
                  <a:lnTo>
                    <a:pt x="303" y="110"/>
                  </a:lnTo>
                  <a:lnTo>
                    <a:pt x="333" y="0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92" name="iṡ1iḑê"/>
            <p:cNvSpPr/>
            <p:nvPr/>
          </p:nvSpPr>
          <p:spPr bwMode="auto">
            <a:xfrm>
              <a:off x="3735008" y="4019755"/>
              <a:ext cx="512794" cy="189246"/>
            </a:xfrm>
            <a:custGeom>
              <a:avLst/>
              <a:gdLst>
                <a:gd name="T0" fmla="*/ 0 w 336"/>
                <a:gd name="T1" fmla="*/ 124 h 124"/>
                <a:gd name="T2" fmla="*/ 58 w 336"/>
                <a:gd name="T3" fmla="*/ 0 h 124"/>
                <a:gd name="T4" fmla="*/ 336 w 336"/>
                <a:gd name="T5" fmla="*/ 0 h 124"/>
                <a:gd name="T6" fmla="*/ 288 w 336"/>
                <a:gd name="T7" fmla="*/ 124 h 124"/>
                <a:gd name="T8" fmla="*/ 0 w 336"/>
                <a:gd name="T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124">
                  <a:moveTo>
                    <a:pt x="0" y="124"/>
                  </a:moveTo>
                  <a:lnTo>
                    <a:pt x="58" y="0"/>
                  </a:lnTo>
                  <a:lnTo>
                    <a:pt x="336" y="0"/>
                  </a:lnTo>
                  <a:lnTo>
                    <a:pt x="288" y="124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93" name="ïŝļîḓe"/>
            <p:cNvSpPr/>
            <p:nvPr/>
          </p:nvSpPr>
          <p:spPr bwMode="auto">
            <a:xfrm>
              <a:off x="3205427" y="4019755"/>
              <a:ext cx="418172" cy="268607"/>
            </a:xfrm>
            <a:custGeom>
              <a:avLst/>
              <a:gdLst>
                <a:gd name="T0" fmla="*/ 274 w 274"/>
                <a:gd name="T1" fmla="*/ 0 h 176"/>
                <a:gd name="T2" fmla="*/ 101 w 274"/>
                <a:gd name="T3" fmla="*/ 0 h 176"/>
                <a:gd name="T4" fmla="*/ 0 w 274"/>
                <a:gd name="T5" fmla="*/ 176 h 176"/>
                <a:gd name="T6" fmla="*/ 180 w 274"/>
                <a:gd name="T7" fmla="*/ 176 h 176"/>
                <a:gd name="T8" fmla="*/ 274 w 274"/>
                <a:gd name="T9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176">
                  <a:moveTo>
                    <a:pt x="274" y="0"/>
                  </a:moveTo>
                  <a:lnTo>
                    <a:pt x="101" y="0"/>
                  </a:lnTo>
                  <a:lnTo>
                    <a:pt x="0" y="176"/>
                  </a:lnTo>
                  <a:lnTo>
                    <a:pt x="180" y="176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94" name="î$ḻïďé"/>
            <p:cNvSpPr/>
            <p:nvPr/>
          </p:nvSpPr>
          <p:spPr bwMode="auto">
            <a:xfrm>
              <a:off x="4447732" y="4019755"/>
              <a:ext cx="918757" cy="268607"/>
            </a:xfrm>
            <a:custGeom>
              <a:avLst/>
              <a:gdLst>
                <a:gd name="T0" fmla="*/ 21 w 602"/>
                <a:gd name="T1" fmla="*/ 0 h 176"/>
                <a:gd name="T2" fmla="*/ 0 w 602"/>
                <a:gd name="T3" fmla="*/ 60 h 176"/>
                <a:gd name="T4" fmla="*/ 309 w 602"/>
                <a:gd name="T5" fmla="*/ 60 h 176"/>
                <a:gd name="T6" fmla="*/ 282 w 602"/>
                <a:gd name="T7" fmla="*/ 176 h 176"/>
                <a:gd name="T8" fmla="*/ 575 w 602"/>
                <a:gd name="T9" fmla="*/ 176 h 176"/>
                <a:gd name="T10" fmla="*/ 602 w 602"/>
                <a:gd name="T11" fmla="*/ 0 h 176"/>
                <a:gd name="T12" fmla="*/ 21 w 602"/>
                <a:gd name="T13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2" h="176">
                  <a:moveTo>
                    <a:pt x="21" y="0"/>
                  </a:moveTo>
                  <a:lnTo>
                    <a:pt x="0" y="60"/>
                  </a:lnTo>
                  <a:lnTo>
                    <a:pt x="309" y="60"/>
                  </a:lnTo>
                  <a:lnTo>
                    <a:pt x="282" y="176"/>
                  </a:lnTo>
                  <a:lnTo>
                    <a:pt x="575" y="176"/>
                  </a:lnTo>
                  <a:lnTo>
                    <a:pt x="602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95" name="ïṣlîḓe"/>
            <p:cNvSpPr/>
            <p:nvPr/>
          </p:nvSpPr>
          <p:spPr bwMode="auto">
            <a:xfrm>
              <a:off x="4447732" y="4019755"/>
              <a:ext cx="918757" cy="268607"/>
            </a:xfrm>
            <a:custGeom>
              <a:avLst/>
              <a:gdLst>
                <a:gd name="T0" fmla="*/ 21 w 602"/>
                <a:gd name="T1" fmla="*/ 0 h 176"/>
                <a:gd name="T2" fmla="*/ 0 w 602"/>
                <a:gd name="T3" fmla="*/ 60 h 176"/>
                <a:gd name="T4" fmla="*/ 309 w 602"/>
                <a:gd name="T5" fmla="*/ 60 h 176"/>
                <a:gd name="T6" fmla="*/ 282 w 602"/>
                <a:gd name="T7" fmla="*/ 176 h 176"/>
                <a:gd name="T8" fmla="*/ 575 w 602"/>
                <a:gd name="T9" fmla="*/ 176 h 176"/>
                <a:gd name="T10" fmla="*/ 602 w 602"/>
                <a:gd name="T11" fmla="*/ 0 h 176"/>
                <a:gd name="T12" fmla="*/ 21 w 602"/>
                <a:gd name="T13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2" h="176">
                  <a:moveTo>
                    <a:pt x="21" y="0"/>
                  </a:moveTo>
                  <a:lnTo>
                    <a:pt x="0" y="60"/>
                  </a:lnTo>
                  <a:lnTo>
                    <a:pt x="309" y="60"/>
                  </a:lnTo>
                  <a:lnTo>
                    <a:pt x="282" y="176"/>
                  </a:lnTo>
                  <a:lnTo>
                    <a:pt x="575" y="176"/>
                  </a:lnTo>
                  <a:lnTo>
                    <a:pt x="602" y="0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96" name="ïṥlïḍe"/>
            <p:cNvSpPr/>
            <p:nvPr/>
          </p:nvSpPr>
          <p:spPr bwMode="auto">
            <a:xfrm>
              <a:off x="4247803" y="4582914"/>
              <a:ext cx="503637" cy="108359"/>
            </a:xfrm>
            <a:custGeom>
              <a:avLst/>
              <a:gdLst>
                <a:gd name="T0" fmla="*/ 0 w 330"/>
                <a:gd name="T1" fmla="*/ 71 h 71"/>
                <a:gd name="T2" fmla="*/ 25 w 330"/>
                <a:gd name="T3" fmla="*/ 0 h 71"/>
                <a:gd name="T4" fmla="*/ 330 w 330"/>
                <a:gd name="T5" fmla="*/ 0 h 71"/>
                <a:gd name="T6" fmla="*/ 314 w 330"/>
                <a:gd name="T7" fmla="*/ 71 h 71"/>
                <a:gd name="T8" fmla="*/ 0 w 330"/>
                <a:gd name="T9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71">
                  <a:moveTo>
                    <a:pt x="0" y="71"/>
                  </a:moveTo>
                  <a:lnTo>
                    <a:pt x="25" y="0"/>
                  </a:lnTo>
                  <a:lnTo>
                    <a:pt x="330" y="0"/>
                  </a:lnTo>
                  <a:lnTo>
                    <a:pt x="314" y="71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DBD1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97" name="íṡ1îḑê"/>
            <p:cNvSpPr/>
            <p:nvPr/>
          </p:nvSpPr>
          <p:spPr bwMode="auto">
            <a:xfrm>
              <a:off x="9418480" y="4547811"/>
              <a:ext cx="601313" cy="206034"/>
            </a:xfrm>
            <a:custGeom>
              <a:avLst/>
              <a:gdLst>
                <a:gd name="T0" fmla="*/ 72 w 190"/>
                <a:gd name="T1" fmla="*/ 0 h 65"/>
                <a:gd name="T2" fmla="*/ 176 w 190"/>
                <a:gd name="T3" fmla="*/ 32 h 65"/>
                <a:gd name="T4" fmla="*/ 117 w 190"/>
                <a:gd name="T5" fmla="*/ 65 h 65"/>
                <a:gd name="T6" fmla="*/ 12 w 190"/>
                <a:gd name="T7" fmla="*/ 32 h 65"/>
                <a:gd name="T8" fmla="*/ 72 w 190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" h="65">
                  <a:moveTo>
                    <a:pt x="72" y="0"/>
                  </a:moveTo>
                  <a:cubicBezTo>
                    <a:pt x="117" y="0"/>
                    <a:pt x="163" y="14"/>
                    <a:pt x="176" y="32"/>
                  </a:cubicBezTo>
                  <a:cubicBezTo>
                    <a:pt x="190" y="50"/>
                    <a:pt x="163" y="65"/>
                    <a:pt x="117" y="65"/>
                  </a:cubicBezTo>
                  <a:cubicBezTo>
                    <a:pt x="70" y="65"/>
                    <a:pt x="23" y="50"/>
                    <a:pt x="12" y="32"/>
                  </a:cubicBezTo>
                  <a:cubicBezTo>
                    <a:pt x="0" y="14"/>
                    <a:pt x="28" y="0"/>
                    <a:pt x="72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98" name="íşlíḋé"/>
            <p:cNvSpPr/>
            <p:nvPr/>
          </p:nvSpPr>
          <p:spPr bwMode="auto">
            <a:xfrm>
              <a:off x="2243937" y="4453188"/>
              <a:ext cx="447169" cy="409015"/>
            </a:xfrm>
            <a:custGeom>
              <a:avLst/>
              <a:gdLst>
                <a:gd name="T0" fmla="*/ 78 w 141"/>
                <a:gd name="T1" fmla="*/ 11 h 129"/>
                <a:gd name="T2" fmla="*/ 5 w 141"/>
                <a:gd name="T3" fmla="*/ 116 h 129"/>
                <a:gd name="T4" fmla="*/ 28 w 141"/>
                <a:gd name="T5" fmla="*/ 129 h 129"/>
                <a:gd name="T6" fmla="*/ 68 w 141"/>
                <a:gd name="T7" fmla="*/ 116 h 129"/>
                <a:gd name="T8" fmla="*/ 137 w 141"/>
                <a:gd name="T9" fmla="*/ 11 h 129"/>
                <a:gd name="T10" fmla="*/ 115 w 141"/>
                <a:gd name="T11" fmla="*/ 0 h 129"/>
                <a:gd name="T12" fmla="*/ 78 w 141"/>
                <a:gd name="T13" fmla="*/ 1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129">
                  <a:moveTo>
                    <a:pt x="78" y="11"/>
                  </a:moveTo>
                  <a:cubicBezTo>
                    <a:pt x="5" y="116"/>
                    <a:pt x="5" y="116"/>
                    <a:pt x="5" y="116"/>
                  </a:cubicBezTo>
                  <a:cubicBezTo>
                    <a:pt x="0" y="123"/>
                    <a:pt x="10" y="129"/>
                    <a:pt x="28" y="129"/>
                  </a:cubicBezTo>
                  <a:cubicBezTo>
                    <a:pt x="45" y="129"/>
                    <a:pt x="63" y="123"/>
                    <a:pt x="68" y="116"/>
                  </a:cubicBezTo>
                  <a:cubicBezTo>
                    <a:pt x="137" y="11"/>
                    <a:pt x="137" y="11"/>
                    <a:pt x="137" y="11"/>
                  </a:cubicBezTo>
                  <a:cubicBezTo>
                    <a:pt x="141" y="5"/>
                    <a:pt x="131" y="0"/>
                    <a:pt x="115" y="0"/>
                  </a:cubicBezTo>
                  <a:cubicBezTo>
                    <a:pt x="99" y="0"/>
                    <a:pt x="82" y="5"/>
                    <a:pt x="78" y="11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99" name="iṥlíḋé"/>
            <p:cNvSpPr/>
            <p:nvPr/>
          </p:nvSpPr>
          <p:spPr bwMode="auto">
            <a:xfrm>
              <a:off x="3235950" y="4726374"/>
              <a:ext cx="770718" cy="36628"/>
            </a:xfrm>
            <a:custGeom>
              <a:avLst/>
              <a:gdLst>
                <a:gd name="T0" fmla="*/ 243 w 243"/>
                <a:gd name="T1" fmla="*/ 0 h 12"/>
                <a:gd name="T2" fmla="*/ 1 w 243"/>
                <a:gd name="T3" fmla="*/ 0 h 12"/>
                <a:gd name="T4" fmla="*/ 0 w 243"/>
                <a:gd name="T5" fmla="*/ 1 h 12"/>
                <a:gd name="T6" fmla="*/ 8 w 243"/>
                <a:gd name="T7" fmla="*/ 12 h 12"/>
                <a:gd name="T8" fmla="*/ 235 w 243"/>
                <a:gd name="T9" fmla="*/ 12 h 12"/>
                <a:gd name="T10" fmla="*/ 243 w 243"/>
                <a:gd name="T11" fmla="*/ 1 h 12"/>
                <a:gd name="T12" fmla="*/ 243 w 243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3" h="12">
                  <a:moveTo>
                    <a:pt x="243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5"/>
                    <a:pt x="3" y="9"/>
                    <a:pt x="8" y="12"/>
                  </a:cubicBezTo>
                  <a:cubicBezTo>
                    <a:pt x="235" y="12"/>
                    <a:pt x="235" y="12"/>
                    <a:pt x="235" y="12"/>
                  </a:cubicBezTo>
                  <a:cubicBezTo>
                    <a:pt x="240" y="9"/>
                    <a:pt x="243" y="5"/>
                    <a:pt x="243" y="1"/>
                  </a:cubicBezTo>
                  <a:cubicBezTo>
                    <a:pt x="243" y="1"/>
                    <a:pt x="243" y="0"/>
                    <a:pt x="243" y="0"/>
                  </a:cubicBezTo>
                </a:path>
              </a:pathLst>
            </a:cu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00" name="îṩḻiḍê"/>
            <p:cNvSpPr/>
            <p:nvPr/>
          </p:nvSpPr>
          <p:spPr bwMode="auto">
            <a:xfrm>
              <a:off x="3261895" y="4763002"/>
              <a:ext cx="720354" cy="35102"/>
            </a:xfrm>
            <a:custGeom>
              <a:avLst/>
              <a:gdLst>
                <a:gd name="T0" fmla="*/ 227 w 227"/>
                <a:gd name="T1" fmla="*/ 0 h 11"/>
                <a:gd name="T2" fmla="*/ 0 w 227"/>
                <a:gd name="T3" fmla="*/ 0 h 11"/>
                <a:gd name="T4" fmla="*/ 28 w 227"/>
                <a:gd name="T5" fmla="*/ 11 h 11"/>
                <a:gd name="T6" fmla="*/ 200 w 227"/>
                <a:gd name="T7" fmla="*/ 11 h 11"/>
                <a:gd name="T8" fmla="*/ 227 w 227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1">
                  <a:moveTo>
                    <a:pt x="22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4"/>
                    <a:pt x="16" y="8"/>
                    <a:pt x="28" y="11"/>
                  </a:cubicBezTo>
                  <a:cubicBezTo>
                    <a:pt x="200" y="11"/>
                    <a:pt x="200" y="11"/>
                    <a:pt x="200" y="11"/>
                  </a:cubicBezTo>
                  <a:cubicBezTo>
                    <a:pt x="212" y="8"/>
                    <a:pt x="221" y="4"/>
                    <a:pt x="227" y="0"/>
                  </a:cubicBezTo>
                </a:path>
              </a:pathLst>
            </a:custGeom>
            <a:solidFill>
              <a:srgbClr val="CAC6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01" name="iṣḷïde"/>
            <p:cNvSpPr/>
            <p:nvPr/>
          </p:nvSpPr>
          <p:spPr bwMode="auto">
            <a:xfrm>
              <a:off x="3239002" y="4691271"/>
              <a:ext cx="767666" cy="35102"/>
            </a:xfrm>
            <a:custGeom>
              <a:avLst/>
              <a:gdLst>
                <a:gd name="T0" fmla="*/ 234 w 242"/>
                <a:gd name="T1" fmla="*/ 0 h 11"/>
                <a:gd name="T2" fmla="*/ 7 w 242"/>
                <a:gd name="T3" fmla="*/ 0 h 11"/>
                <a:gd name="T4" fmla="*/ 0 w 242"/>
                <a:gd name="T5" fmla="*/ 11 h 11"/>
                <a:gd name="T6" fmla="*/ 242 w 242"/>
                <a:gd name="T7" fmla="*/ 11 h 11"/>
                <a:gd name="T8" fmla="*/ 234 w 242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2" h="11">
                  <a:moveTo>
                    <a:pt x="234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2" y="4"/>
                    <a:pt x="0" y="7"/>
                    <a:pt x="0" y="11"/>
                  </a:cubicBezTo>
                  <a:cubicBezTo>
                    <a:pt x="242" y="11"/>
                    <a:pt x="242" y="11"/>
                    <a:pt x="242" y="11"/>
                  </a:cubicBezTo>
                  <a:cubicBezTo>
                    <a:pt x="242" y="7"/>
                    <a:pt x="239" y="4"/>
                    <a:pt x="234" y="0"/>
                  </a:cubicBezTo>
                </a:path>
              </a:pathLst>
            </a:custGeom>
            <a:solidFill>
              <a:srgbClr val="CAC6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02" name="íšlíḍè"/>
            <p:cNvSpPr/>
            <p:nvPr/>
          </p:nvSpPr>
          <p:spPr bwMode="auto">
            <a:xfrm>
              <a:off x="3350413" y="4798104"/>
              <a:ext cx="544845" cy="32050"/>
            </a:xfrm>
            <a:custGeom>
              <a:avLst/>
              <a:gdLst>
                <a:gd name="T0" fmla="*/ 172 w 172"/>
                <a:gd name="T1" fmla="*/ 0 h 10"/>
                <a:gd name="T2" fmla="*/ 0 w 172"/>
                <a:gd name="T3" fmla="*/ 0 h 10"/>
                <a:gd name="T4" fmla="*/ 86 w 172"/>
                <a:gd name="T5" fmla="*/ 10 h 10"/>
                <a:gd name="T6" fmla="*/ 172 w 172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2" h="10">
                  <a:moveTo>
                    <a:pt x="17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2" y="6"/>
                    <a:pt x="52" y="10"/>
                    <a:pt x="86" y="10"/>
                  </a:cubicBezTo>
                  <a:cubicBezTo>
                    <a:pt x="119" y="10"/>
                    <a:pt x="150" y="6"/>
                    <a:pt x="172" y="0"/>
                  </a:cubicBezTo>
                </a:path>
              </a:pathLst>
            </a:custGeom>
            <a:solidFill>
              <a:srgbClr val="BBB2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03" name="iSḷiḑe"/>
            <p:cNvSpPr/>
            <p:nvPr/>
          </p:nvSpPr>
          <p:spPr bwMode="auto">
            <a:xfrm>
              <a:off x="3261895" y="4627172"/>
              <a:ext cx="720354" cy="64099"/>
            </a:xfrm>
            <a:custGeom>
              <a:avLst/>
              <a:gdLst>
                <a:gd name="T0" fmla="*/ 114 w 227"/>
                <a:gd name="T1" fmla="*/ 0 h 20"/>
                <a:gd name="T2" fmla="*/ 0 w 227"/>
                <a:gd name="T3" fmla="*/ 20 h 20"/>
                <a:gd name="T4" fmla="*/ 227 w 227"/>
                <a:gd name="T5" fmla="*/ 20 h 20"/>
                <a:gd name="T6" fmla="*/ 114 w 227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7" h="20">
                  <a:moveTo>
                    <a:pt x="114" y="0"/>
                  </a:moveTo>
                  <a:cubicBezTo>
                    <a:pt x="62" y="0"/>
                    <a:pt x="18" y="8"/>
                    <a:pt x="0" y="20"/>
                  </a:cubicBezTo>
                  <a:cubicBezTo>
                    <a:pt x="227" y="20"/>
                    <a:pt x="227" y="20"/>
                    <a:pt x="227" y="20"/>
                  </a:cubicBezTo>
                  <a:cubicBezTo>
                    <a:pt x="210" y="8"/>
                    <a:pt x="166" y="0"/>
                    <a:pt x="114" y="0"/>
                  </a:cubicBezTo>
                </a:path>
              </a:pathLst>
            </a:custGeom>
            <a:solidFill>
              <a:srgbClr val="BBB2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04" name="íṡľîḑe"/>
            <p:cNvSpPr/>
            <p:nvPr/>
          </p:nvSpPr>
          <p:spPr bwMode="auto">
            <a:xfrm>
              <a:off x="3014654" y="3207831"/>
              <a:ext cx="1214834" cy="1521596"/>
            </a:xfrm>
            <a:custGeom>
              <a:avLst/>
              <a:gdLst>
                <a:gd name="T0" fmla="*/ 192 w 383"/>
                <a:gd name="T1" fmla="*/ 0 h 480"/>
                <a:gd name="T2" fmla="*/ 0 w 383"/>
                <a:gd name="T3" fmla="*/ 192 h 480"/>
                <a:gd name="T4" fmla="*/ 192 w 383"/>
                <a:gd name="T5" fmla="*/ 480 h 480"/>
                <a:gd name="T6" fmla="*/ 383 w 383"/>
                <a:gd name="T7" fmla="*/ 192 h 480"/>
                <a:gd name="T8" fmla="*/ 192 w 383"/>
                <a:gd name="T9" fmla="*/ 0 h 480"/>
                <a:gd name="T10" fmla="*/ 192 w 383"/>
                <a:gd name="T11" fmla="*/ 299 h 480"/>
                <a:gd name="T12" fmla="*/ 84 w 383"/>
                <a:gd name="T13" fmla="*/ 192 h 480"/>
                <a:gd name="T14" fmla="*/ 192 w 383"/>
                <a:gd name="T15" fmla="*/ 84 h 480"/>
                <a:gd name="T16" fmla="*/ 299 w 383"/>
                <a:gd name="T17" fmla="*/ 192 h 480"/>
                <a:gd name="T18" fmla="*/ 192 w 383"/>
                <a:gd name="T19" fmla="*/ 29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3" h="48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192" y="480"/>
                    <a:pt x="192" y="480"/>
                  </a:cubicBezTo>
                  <a:cubicBezTo>
                    <a:pt x="192" y="480"/>
                    <a:pt x="383" y="298"/>
                    <a:pt x="383" y="192"/>
                  </a:cubicBezTo>
                  <a:cubicBezTo>
                    <a:pt x="383" y="86"/>
                    <a:pt x="297" y="0"/>
                    <a:pt x="192" y="0"/>
                  </a:cubicBezTo>
                  <a:close/>
                  <a:moveTo>
                    <a:pt x="192" y="299"/>
                  </a:moveTo>
                  <a:cubicBezTo>
                    <a:pt x="132" y="299"/>
                    <a:pt x="84" y="251"/>
                    <a:pt x="84" y="192"/>
                  </a:cubicBezTo>
                  <a:cubicBezTo>
                    <a:pt x="84" y="133"/>
                    <a:pt x="132" y="84"/>
                    <a:pt x="192" y="84"/>
                  </a:cubicBezTo>
                  <a:cubicBezTo>
                    <a:pt x="251" y="84"/>
                    <a:pt x="299" y="133"/>
                    <a:pt x="299" y="192"/>
                  </a:cubicBezTo>
                  <a:cubicBezTo>
                    <a:pt x="299" y="251"/>
                    <a:pt x="251" y="299"/>
                    <a:pt x="192" y="299"/>
                  </a:cubicBezTo>
                  <a:close/>
                </a:path>
              </a:pathLst>
            </a:custGeom>
            <a:solidFill>
              <a:srgbClr val="EF53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05" name="ïṥlîḋe"/>
            <p:cNvSpPr/>
            <p:nvPr/>
          </p:nvSpPr>
          <p:spPr bwMode="auto">
            <a:xfrm>
              <a:off x="3214584" y="3410812"/>
              <a:ext cx="814977" cy="811924"/>
            </a:xfrm>
            <a:custGeom>
              <a:avLst/>
              <a:gdLst>
                <a:gd name="T0" fmla="*/ 129 w 257"/>
                <a:gd name="T1" fmla="*/ 0 h 256"/>
                <a:gd name="T2" fmla="*/ 0 w 257"/>
                <a:gd name="T3" fmla="*/ 128 h 256"/>
                <a:gd name="T4" fmla="*/ 129 w 257"/>
                <a:gd name="T5" fmla="*/ 256 h 256"/>
                <a:gd name="T6" fmla="*/ 257 w 257"/>
                <a:gd name="T7" fmla="*/ 128 h 256"/>
                <a:gd name="T8" fmla="*/ 129 w 257"/>
                <a:gd name="T9" fmla="*/ 0 h 256"/>
                <a:gd name="T10" fmla="*/ 129 w 257"/>
                <a:gd name="T11" fmla="*/ 214 h 256"/>
                <a:gd name="T12" fmla="*/ 42 w 257"/>
                <a:gd name="T13" fmla="*/ 128 h 256"/>
                <a:gd name="T14" fmla="*/ 129 w 257"/>
                <a:gd name="T15" fmla="*/ 41 h 256"/>
                <a:gd name="T16" fmla="*/ 215 w 257"/>
                <a:gd name="T17" fmla="*/ 128 h 256"/>
                <a:gd name="T18" fmla="*/ 129 w 257"/>
                <a:gd name="T19" fmla="*/ 214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256">
                  <a:moveTo>
                    <a:pt x="129" y="0"/>
                  </a:moveTo>
                  <a:cubicBezTo>
                    <a:pt x="58" y="0"/>
                    <a:pt x="0" y="57"/>
                    <a:pt x="0" y="128"/>
                  </a:cubicBezTo>
                  <a:cubicBezTo>
                    <a:pt x="0" y="199"/>
                    <a:pt x="58" y="256"/>
                    <a:pt x="129" y="256"/>
                  </a:cubicBezTo>
                  <a:cubicBezTo>
                    <a:pt x="200" y="256"/>
                    <a:pt x="257" y="199"/>
                    <a:pt x="257" y="128"/>
                  </a:cubicBezTo>
                  <a:cubicBezTo>
                    <a:pt x="257" y="57"/>
                    <a:pt x="200" y="0"/>
                    <a:pt x="129" y="0"/>
                  </a:cubicBezTo>
                  <a:close/>
                  <a:moveTo>
                    <a:pt x="129" y="214"/>
                  </a:moveTo>
                  <a:cubicBezTo>
                    <a:pt x="81" y="214"/>
                    <a:pt x="42" y="176"/>
                    <a:pt x="42" y="128"/>
                  </a:cubicBezTo>
                  <a:cubicBezTo>
                    <a:pt x="42" y="80"/>
                    <a:pt x="81" y="41"/>
                    <a:pt x="129" y="41"/>
                  </a:cubicBezTo>
                  <a:cubicBezTo>
                    <a:pt x="176" y="41"/>
                    <a:pt x="215" y="80"/>
                    <a:pt x="215" y="128"/>
                  </a:cubicBezTo>
                  <a:cubicBezTo>
                    <a:pt x="215" y="176"/>
                    <a:pt x="176" y="214"/>
                    <a:pt x="129" y="214"/>
                  </a:cubicBezTo>
                  <a:close/>
                </a:path>
              </a:pathLst>
            </a:custGeom>
            <a:solidFill>
              <a:srgbClr val="E53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06" name="is1iḍê"/>
            <p:cNvSpPr/>
            <p:nvPr/>
          </p:nvSpPr>
          <p:spPr bwMode="auto">
            <a:xfrm>
              <a:off x="7811419" y="5516932"/>
              <a:ext cx="360177" cy="19841"/>
            </a:xfrm>
            <a:custGeom>
              <a:avLst/>
              <a:gdLst>
                <a:gd name="T0" fmla="*/ 114 w 114"/>
                <a:gd name="T1" fmla="*/ 0 h 6"/>
                <a:gd name="T2" fmla="*/ 0 w 114"/>
                <a:gd name="T3" fmla="*/ 0 h 6"/>
                <a:gd name="T4" fmla="*/ 57 w 114"/>
                <a:gd name="T5" fmla="*/ 6 h 6"/>
                <a:gd name="T6" fmla="*/ 114 w 114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6">
                  <a:moveTo>
                    <a:pt x="11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4"/>
                    <a:pt x="35" y="6"/>
                    <a:pt x="57" y="6"/>
                  </a:cubicBezTo>
                  <a:cubicBezTo>
                    <a:pt x="79" y="6"/>
                    <a:pt x="99" y="4"/>
                    <a:pt x="114" y="0"/>
                  </a:cubicBezTo>
                </a:path>
              </a:pathLst>
            </a:custGeom>
            <a:solidFill>
              <a:srgbClr val="38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07" name="iṩḷiďè"/>
            <p:cNvSpPr/>
            <p:nvPr/>
          </p:nvSpPr>
          <p:spPr bwMode="auto">
            <a:xfrm>
              <a:off x="7811419" y="5390259"/>
              <a:ext cx="360177" cy="126673"/>
            </a:xfrm>
            <a:custGeom>
              <a:avLst/>
              <a:gdLst>
                <a:gd name="T0" fmla="*/ 57 w 114"/>
                <a:gd name="T1" fmla="*/ 0 h 40"/>
                <a:gd name="T2" fmla="*/ 45 w 114"/>
                <a:gd name="T3" fmla="*/ 1 h 40"/>
                <a:gd name="T4" fmla="*/ 57 w 114"/>
                <a:gd name="T5" fmla="*/ 40 h 40"/>
                <a:gd name="T6" fmla="*/ 0 w 114"/>
                <a:gd name="T7" fmla="*/ 40 h 40"/>
                <a:gd name="T8" fmla="*/ 0 w 114"/>
                <a:gd name="T9" fmla="*/ 40 h 40"/>
                <a:gd name="T10" fmla="*/ 114 w 114"/>
                <a:gd name="T11" fmla="*/ 40 h 40"/>
                <a:gd name="T12" fmla="*/ 114 w 114"/>
                <a:gd name="T13" fmla="*/ 40 h 40"/>
                <a:gd name="T14" fmla="*/ 90 w 114"/>
                <a:gd name="T15" fmla="*/ 40 h 40"/>
                <a:gd name="T16" fmla="*/ 78 w 114"/>
                <a:gd name="T17" fmla="*/ 1 h 40"/>
                <a:gd name="T18" fmla="*/ 57 w 114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4" h="40">
                  <a:moveTo>
                    <a:pt x="57" y="0"/>
                  </a:moveTo>
                  <a:cubicBezTo>
                    <a:pt x="53" y="0"/>
                    <a:pt x="49" y="0"/>
                    <a:pt x="45" y="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114" y="40"/>
                    <a:pt x="114" y="40"/>
                    <a:pt x="114" y="40"/>
                  </a:cubicBezTo>
                  <a:cubicBezTo>
                    <a:pt x="114" y="40"/>
                    <a:pt x="114" y="40"/>
                    <a:pt x="114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1" y="1"/>
                    <a:pt x="64" y="0"/>
                    <a:pt x="57" y="0"/>
                  </a:cubicBezTo>
                </a:path>
              </a:pathLst>
            </a:cu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08" name="îṣ1iḋè"/>
            <p:cNvSpPr/>
            <p:nvPr/>
          </p:nvSpPr>
          <p:spPr bwMode="auto">
            <a:xfrm>
              <a:off x="7718322" y="5393311"/>
              <a:ext cx="273186" cy="123621"/>
            </a:xfrm>
            <a:custGeom>
              <a:avLst/>
              <a:gdLst>
                <a:gd name="T0" fmla="*/ 74 w 86"/>
                <a:gd name="T1" fmla="*/ 0 h 39"/>
                <a:gd name="T2" fmla="*/ 44 w 86"/>
                <a:gd name="T3" fmla="*/ 2 h 39"/>
                <a:gd name="T4" fmla="*/ 51 w 86"/>
                <a:gd name="T5" fmla="*/ 25 h 39"/>
                <a:gd name="T6" fmla="*/ 0 w 86"/>
                <a:gd name="T7" fmla="*/ 25 h 39"/>
                <a:gd name="T8" fmla="*/ 29 w 86"/>
                <a:gd name="T9" fmla="*/ 39 h 39"/>
                <a:gd name="T10" fmla="*/ 86 w 86"/>
                <a:gd name="T11" fmla="*/ 39 h 39"/>
                <a:gd name="T12" fmla="*/ 74 w 86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39">
                  <a:moveTo>
                    <a:pt x="74" y="0"/>
                  </a:moveTo>
                  <a:cubicBezTo>
                    <a:pt x="63" y="0"/>
                    <a:pt x="53" y="1"/>
                    <a:pt x="44" y="2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3" y="31"/>
                    <a:pt x="13" y="36"/>
                    <a:pt x="29" y="39"/>
                  </a:cubicBezTo>
                  <a:cubicBezTo>
                    <a:pt x="86" y="39"/>
                    <a:pt x="86" y="39"/>
                    <a:pt x="86" y="39"/>
                  </a:cubicBezTo>
                  <a:cubicBezTo>
                    <a:pt x="74" y="0"/>
                    <a:pt x="74" y="0"/>
                    <a:pt x="74" y="0"/>
                  </a:cubicBezTo>
                </a:path>
              </a:pathLst>
            </a:custGeom>
            <a:solidFill>
              <a:srgbClr val="CAC6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09" name="ïṣḻïďê"/>
            <p:cNvSpPr/>
            <p:nvPr/>
          </p:nvSpPr>
          <p:spPr bwMode="auto">
            <a:xfrm>
              <a:off x="8058660" y="5393311"/>
              <a:ext cx="209086" cy="123621"/>
            </a:xfrm>
            <a:custGeom>
              <a:avLst/>
              <a:gdLst>
                <a:gd name="T0" fmla="*/ 0 w 66"/>
                <a:gd name="T1" fmla="*/ 0 h 39"/>
                <a:gd name="T2" fmla="*/ 12 w 66"/>
                <a:gd name="T3" fmla="*/ 39 h 39"/>
                <a:gd name="T4" fmla="*/ 36 w 66"/>
                <a:gd name="T5" fmla="*/ 39 h 39"/>
                <a:gd name="T6" fmla="*/ 66 w 66"/>
                <a:gd name="T7" fmla="*/ 22 h 39"/>
                <a:gd name="T8" fmla="*/ 0 w 66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39">
                  <a:moveTo>
                    <a:pt x="0" y="0"/>
                  </a:moveTo>
                  <a:cubicBezTo>
                    <a:pt x="12" y="39"/>
                    <a:pt x="12" y="39"/>
                    <a:pt x="12" y="39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54" y="35"/>
                    <a:pt x="66" y="29"/>
                    <a:pt x="66" y="22"/>
                  </a:cubicBezTo>
                  <a:cubicBezTo>
                    <a:pt x="66" y="11"/>
                    <a:pt x="37" y="2"/>
                    <a:pt x="0" y="0"/>
                  </a:cubicBezTo>
                </a:path>
              </a:pathLst>
            </a:custGeom>
            <a:solidFill>
              <a:srgbClr val="0384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10" name="îṥḻídé"/>
            <p:cNvSpPr/>
            <p:nvPr/>
          </p:nvSpPr>
          <p:spPr bwMode="auto">
            <a:xfrm>
              <a:off x="7715270" y="5400943"/>
              <a:ext cx="164827" cy="71731"/>
            </a:xfrm>
            <a:custGeom>
              <a:avLst/>
              <a:gdLst>
                <a:gd name="T0" fmla="*/ 45 w 52"/>
                <a:gd name="T1" fmla="*/ 0 h 23"/>
                <a:gd name="T2" fmla="*/ 0 w 52"/>
                <a:gd name="T3" fmla="*/ 20 h 23"/>
                <a:gd name="T4" fmla="*/ 1 w 52"/>
                <a:gd name="T5" fmla="*/ 23 h 23"/>
                <a:gd name="T6" fmla="*/ 52 w 52"/>
                <a:gd name="T7" fmla="*/ 23 h 23"/>
                <a:gd name="T8" fmla="*/ 45 w 52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23">
                  <a:moveTo>
                    <a:pt x="45" y="0"/>
                  </a:moveTo>
                  <a:cubicBezTo>
                    <a:pt x="18" y="4"/>
                    <a:pt x="0" y="12"/>
                    <a:pt x="0" y="20"/>
                  </a:cubicBezTo>
                  <a:cubicBezTo>
                    <a:pt x="0" y="21"/>
                    <a:pt x="0" y="22"/>
                    <a:pt x="1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45" y="0"/>
                    <a:pt x="45" y="0"/>
                    <a:pt x="45" y="0"/>
                  </a:cubicBezTo>
                </a:path>
              </a:pathLst>
            </a:custGeom>
            <a:solidFill>
              <a:srgbClr val="BBB2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11" name="ïṧļiḋe"/>
            <p:cNvSpPr/>
            <p:nvPr/>
          </p:nvSpPr>
          <p:spPr bwMode="auto">
            <a:xfrm>
              <a:off x="7556548" y="4376880"/>
              <a:ext cx="869919" cy="1086636"/>
            </a:xfrm>
            <a:custGeom>
              <a:avLst/>
              <a:gdLst>
                <a:gd name="T0" fmla="*/ 137 w 274"/>
                <a:gd name="T1" fmla="*/ 0 h 343"/>
                <a:gd name="T2" fmla="*/ 0 w 274"/>
                <a:gd name="T3" fmla="*/ 137 h 343"/>
                <a:gd name="T4" fmla="*/ 137 w 274"/>
                <a:gd name="T5" fmla="*/ 343 h 343"/>
                <a:gd name="T6" fmla="*/ 274 w 274"/>
                <a:gd name="T7" fmla="*/ 137 h 343"/>
                <a:gd name="T8" fmla="*/ 137 w 274"/>
                <a:gd name="T9" fmla="*/ 0 h 343"/>
                <a:gd name="T10" fmla="*/ 137 w 274"/>
                <a:gd name="T11" fmla="*/ 214 h 343"/>
                <a:gd name="T12" fmla="*/ 60 w 274"/>
                <a:gd name="T13" fmla="*/ 137 h 343"/>
                <a:gd name="T14" fmla="*/ 137 w 274"/>
                <a:gd name="T15" fmla="*/ 60 h 343"/>
                <a:gd name="T16" fmla="*/ 214 w 274"/>
                <a:gd name="T17" fmla="*/ 137 h 343"/>
                <a:gd name="T18" fmla="*/ 137 w 274"/>
                <a:gd name="T19" fmla="*/ 214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4" h="343">
                  <a:moveTo>
                    <a:pt x="137" y="0"/>
                  </a:moveTo>
                  <a:cubicBezTo>
                    <a:pt x="61" y="0"/>
                    <a:pt x="0" y="61"/>
                    <a:pt x="0" y="137"/>
                  </a:cubicBezTo>
                  <a:cubicBezTo>
                    <a:pt x="0" y="213"/>
                    <a:pt x="137" y="343"/>
                    <a:pt x="137" y="343"/>
                  </a:cubicBezTo>
                  <a:cubicBezTo>
                    <a:pt x="137" y="343"/>
                    <a:pt x="274" y="213"/>
                    <a:pt x="274" y="137"/>
                  </a:cubicBezTo>
                  <a:cubicBezTo>
                    <a:pt x="274" y="61"/>
                    <a:pt x="213" y="0"/>
                    <a:pt x="137" y="0"/>
                  </a:cubicBezTo>
                  <a:close/>
                  <a:moveTo>
                    <a:pt x="137" y="214"/>
                  </a:moveTo>
                  <a:cubicBezTo>
                    <a:pt x="94" y="214"/>
                    <a:pt x="60" y="180"/>
                    <a:pt x="60" y="137"/>
                  </a:cubicBezTo>
                  <a:cubicBezTo>
                    <a:pt x="60" y="95"/>
                    <a:pt x="94" y="60"/>
                    <a:pt x="137" y="60"/>
                  </a:cubicBezTo>
                  <a:cubicBezTo>
                    <a:pt x="179" y="60"/>
                    <a:pt x="214" y="95"/>
                    <a:pt x="214" y="137"/>
                  </a:cubicBezTo>
                  <a:cubicBezTo>
                    <a:pt x="214" y="180"/>
                    <a:pt x="179" y="214"/>
                    <a:pt x="137" y="214"/>
                  </a:cubicBezTo>
                  <a:close/>
                </a:path>
              </a:pathLst>
            </a:custGeom>
            <a:solidFill>
              <a:srgbClr val="EF53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12" name="işļïďe"/>
            <p:cNvSpPr/>
            <p:nvPr/>
          </p:nvSpPr>
          <p:spPr bwMode="auto">
            <a:xfrm>
              <a:off x="7700008" y="4520340"/>
              <a:ext cx="582998" cy="581473"/>
            </a:xfrm>
            <a:custGeom>
              <a:avLst/>
              <a:gdLst>
                <a:gd name="T0" fmla="*/ 92 w 184"/>
                <a:gd name="T1" fmla="*/ 0 h 184"/>
                <a:gd name="T2" fmla="*/ 0 w 184"/>
                <a:gd name="T3" fmla="*/ 92 h 184"/>
                <a:gd name="T4" fmla="*/ 92 w 184"/>
                <a:gd name="T5" fmla="*/ 184 h 184"/>
                <a:gd name="T6" fmla="*/ 184 w 184"/>
                <a:gd name="T7" fmla="*/ 92 h 184"/>
                <a:gd name="T8" fmla="*/ 92 w 184"/>
                <a:gd name="T9" fmla="*/ 0 h 184"/>
                <a:gd name="T10" fmla="*/ 92 w 184"/>
                <a:gd name="T11" fmla="*/ 154 h 184"/>
                <a:gd name="T12" fmla="*/ 30 w 184"/>
                <a:gd name="T13" fmla="*/ 92 h 184"/>
                <a:gd name="T14" fmla="*/ 92 w 184"/>
                <a:gd name="T15" fmla="*/ 30 h 184"/>
                <a:gd name="T16" fmla="*/ 154 w 184"/>
                <a:gd name="T17" fmla="*/ 92 h 184"/>
                <a:gd name="T18" fmla="*/ 92 w 184"/>
                <a:gd name="T19" fmla="*/ 15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4" h="184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  <a:moveTo>
                    <a:pt x="92" y="154"/>
                  </a:moveTo>
                  <a:cubicBezTo>
                    <a:pt x="58" y="154"/>
                    <a:pt x="30" y="126"/>
                    <a:pt x="30" y="92"/>
                  </a:cubicBezTo>
                  <a:cubicBezTo>
                    <a:pt x="30" y="58"/>
                    <a:pt x="58" y="30"/>
                    <a:pt x="92" y="30"/>
                  </a:cubicBezTo>
                  <a:cubicBezTo>
                    <a:pt x="126" y="30"/>
                    <a:pt x="154" y="58"/>
                    <a:pt x="154" y="92"/>
                  </a:cubicBezTo>
                  <a:cubicBezTo>
                    <a:pt x="154" y="126"/>
                    <a:pt x="126" y="154"/>
                    <a:pt x="92" y="154"/>
                  </a:cubicBezTo>
                  <a:close/>
                </a:path>
              </a:pathLst>
            </a:custGeom>
            <a:solidFill>
              <a:srgbClr val="E53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13" name="isľïdê"/>
            <p:cNvSpPr/>
            <p:nvPr/>
          </p:nvSpPr>
          <p:spPr bwMode="auto">
            <a:xfrm>
              <a:off x="5207767" y="4079276"/>
              <a:ext cx="1474284" cy="335758"/>
            </a:xfrm>
            <a:custGeom>
              <a:avLst/>
              <a:gdLst>
                <a:gd name="T0" fmla="*/ 97 w 465"/>
                <a:gd name="T1" fmla="*/ 0 h 106"/>
                <a:gd name="T2" fmla="*/ 70 w 465"/>
                <a:gd name="T3" fmla="*/ 5 h 106"/>
                <a:gd name="T4" fmla="*/ 61 w 465"/>
                <a:gd name="T5" fmla="*/ 75 h 106"/>
                <a:gd name="T6" fmla="*/ 0 w 465"/>
                <a:gd name="T7" fmla="*/ 75 h 106"/>
                <a:gd name="T8" fmla="*/ 17 w 465"/>
                <a:gd name="T9" fmla="*/ 85 h 106"/>
                <a:gd name="T10" fmla="*/ 59 w 465"/>
                <a:gd name="T11" fmla="*/ 85 h 106"/>
                <a:gd name="T12" fmla="*/ 57 w 465"/>
                <a:gd name="T13" fmla="*/ 99 h 106"/>
                <a:gd name="T14" fmla="*/ 84 w 465"/>
                <a:gd name="T15" fmla="*/ 106 h 106"/>
                <a:gd name="T16" fmla="*/ 86 w 465"/>
                <a:gd name="T17" fmla="*/ 85 h 106"/>
                <a:gd name="T18" fmla="*/ 448 w 465"/>
                <a:gd name="T19" fmla="*/ 85 h 106"/>
                <a:gd name="T20" fmla="*/ 465 w 465"/>
                <a:gd name="T21" fmla="*/ 75 h 106"/>
                <a:gd name="T22" fmla="*/ 87 w 465"/>
                <a:gd name="T23" fmla="*/ 75 h 106"/>
                <a:gd name="T24" fmla="*/ 97 w 465"/>
                <a:gd name="T25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5" h="106">
                  <a:moveTo>
                    <a:pt x="97" y="0"/>
                  </a:moveTo>
                  <a:cubicBezTo>
                    <a:pt x="87" y="2"/>
                    <a:pt x="78" y="3"/>
                    <a:pt x="70" y="5"/>
                  </a:cubicBezTo>
                  <a:cubicBezTo>
                    <a:pt x="61" y="75"/>
                    <a:pt x="61" y="75"/>
                    <a:pt x="61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5" y="79"/>
                    <a:pt x="11" y="82"/>
                    <a:pt x="17" y="85"/>
                  </a:cubicBezTo>
                  <a:cubicBezTo>
                    <a:pt x="59" y="85"/>
                    <a:pt x="59" y="85"/>
                    <a:pt x="59" y="8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65" y="102"/>
                    <a:pt x="74" y="104"/>
                    <a:pt x="84" y="106"/>
                  </a:cubicBezTo>
                  <a:cubicBezTo>
                    <a:pt x="86" y="85"/>
                    <a:pt x="86" y="85"/>
                    <a:pt x="86" y="85"/>
                  </a:cubicBezTo>
                  <a:cubicBezTo>
                    <a:pt x="448" y="85"/>
                    <a:pt x="448" y="85"/>
                    <a:pt x="448" y="85"/>
                  </a:cubicBezTo>
                  <a:cubicBezTo>
                    <a:pt x="455" y="82"/>
                    <a:pt x="461" y="79"/>
                    <a:pt x="465" y="75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97" y="0"/>
                    <a:pt x="97" y="0"/>
                    <a:pt x="97" y="0"/>
                  </a:cubicBezTo>
                </a:path>
              </a:pathLst>
            </a:cu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14" name="išľïḓé"/>
            <p:cNvSpPr/>
            <p:nvPr/>
          </p:nvSpPr>
          <p:spPr bwMode="auto">
            <a:xfrm>
              <a:off x="5262709" y="4349409"/>
              <a:ext cx="132778" cy="44260"/>
            </a:xfrm>
            <a:custGeom>
              <a:avLst/>
              <a:gdLst>
                <a:gd name="T0" fmla="*/ 42 w 42"/>
                <a:gd name="T1" fmla="*/ 0 h 14"/>
                <a:gd name="T2" fmla="*/ 0 w 42"/>
                <a:gd name="T3" fmla="*/ 0 h 14"/>
                <a:gd name="T4" fmla="*/ 40 w 42"/>
                <a:gd name="T5" fmla="*/ 14 h 14"/>
                <a:gd name="T6" fmla="*/ 42 w 42"/>
                <a:gd name="T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14">
                  <a:moveTo>
                    <a:pt x="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1" y="5"/>
                    <a:pt x="25" y="10"/>
                    <a:pt x="40" y="14"/>
                  </a:cubicBezTo>
                  <a:cubicBezTo>
                    <a:pt x="42" y="0"/>
                    <a:pt x="42" y="0"/>
                    <a:pt x="42" y="0"/>
                  </a:cubicBezTo>
                </a:path>
              </a:pathLst>
            </a:custGeom>
            <a:solidFill>
              <a:srgbClr val="CAC6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15" name="isliḑê"/>
            <p:cNvSpPr/>
            <p:nvPr/>
          </p:nvSpPr>
          <p:spPr bwMode="auto">
            <a:xfrm>
              <a:off x="5180296" y="4096064"/>
              <a:ext cx="250293" cy="221296"/>
            </a:xfrm>
            <a:custGeom>
              <a:avLst/>
              <a:gdLst>
                <a:gd name="T0" fmla="*/ 79 w 79"/>
                <a:gd name="T1" fmla="*/ 0 h 70"/>
                <a:gd name="T2" fmla="*/ 54 w 79"/>
                <a:gd name="T3" fmla="*/ 7 h 70"/>
                <a:gd name="T4" fmla="*/ 46 w 79"/>
                <a:gd name="T5" fmla="*/ 61 h 70"/>
                <a:gd name="T6" fmla="*/ 0 w 79"/>
                <a:gd name="T7" fmla="*/ 61 h 70"/>
                <a:gd name="T8" fmla="*/ 9 w 79"/>
                <a:gd name="T9" fmla="*/ 70 h 70"/>
                <a:gd name="T10" fmla="*/ 70 w 79"/>
                <a:gd name="T11" fmla="*/ 70 h 70"/>
                <a:gd name="T12" fmla="*/ 79 w 79"/>
                <a:gd name="T13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70">
                  <a:moveTo>
                    <a:pt x="79" y="0"/>
                  </a:moveTo>
                  <a:cubicBezTo>
                    <a:pt x="70" y="2"/>
                    <a:pt x="62" y="5"/>
                    <a:pt x="54" y="7"/>
                  </a:cubicBezTo>
                  <a:cubicBezTo>
                    <a:pt x="46" y="61"/>
                    <a:pt x="46" y="61"/>
                    <a:pt x="46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2" y="64"/>
                    <a:pt x="5" y="67"/>
                    <a:pt x="9" y="70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79" y="0"/>
                    <a:pt x="79" y="0"/>
                    <a:pt x="79" y="0"/>
                  </a:cubicBezTo>
                </a:path>
              </a:pathLst>
            </a:custGeom>
            <a:solidFill>
              <a:srgbClr val="CAC6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16" name="ïṣľíḋe"/>
            <p:cNvSpPr/>
            <p:nvPr/>
          </p:nvSpPr>
          <p:spPr bwMode="auto">
            <a:xfrm>
              <a:off x="5484004" y="4044174"/>
              <a:ext cx="1242306" cy="273186"/>
            </a:xfrm>
            <a:custGeom>
              <a:avLst/>
              <a:gdLst>
                <a:gd name="T0" fmla="*/ 146 w 392"/>
                <a:gd name="T1" fmla="*/ 0 h 86"/>
                <a:gd name="T2" fmla="*/ 10 w 392"/>
                <a:gd name="T3" fmla="*/ 11 h 86"/>
                <a:gd name="T4" fmla="*/ 0 w 392"/>
                <a:gd name="T5" fmla="*/ 86 h 86"/>
                <a:gd name="T6" fmla="*/ 378 w 392"/>
                <a:gd name="T7" fmla="*/ 86 h 86"/>
                <a:gd name="T8" fmla="*/ 392 w 392"/>
                <a:gd name="T9" fmla="*/ 65 h 86"/>
                <a:gd name="T10" fmla="*/ 375 w 392"/>
                <a:gd name="T11" fmla="*/ 41 h 86"/>
                <a:gd name="T12" fmla="*/ 379 w 392"/>
                <a:gd name="T13" fmla="*/ 77 h 86"/>
                <a:gd name="T14" fmla="*/ 211 w 392"/>
                <a:gd name="T15" fmla="*/ 77 h 86"/>
                <a:gd name="T16" fmla="*/ 210 w 392"/>
                <a:gd name="T17" fmla="*/ 2 h 86"/>
                <a:gd name="T18" fmla="*/ 146 w 392"/>
                <a:gd name="T1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2" h="86">
                  <a:moveTo>
                    <a:pt x="146" y="0"/>
                  </a:moveTo>
                  <a:cubicBezTo>
                    <a:pt x="95" y="0"/>
                    <a:pt x="49" y="4"/>
                    <a:pt x="10" y="1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378" y="86"/>
                    <a:pt x="378" y="86"/>
                    <a:pt x="378" y="86"/>
                  </a:cubicBezTo>
                  <a:cubicBezTo>
                    <a:pt x="387" y="80"/>
                    <a:pt x="392" y="72"/>
                    <a:pt x="392" y="65"/>
                  </a:cubicBezTo>
                  <a:cubicBezTo>
                    <a:pt x="392" y="57"/>
                    <a:pt x="386" y="49"/>
                    <a:pt x="375" y="41"/>
                  </a:cubicBezTo>
                  <a:cubicBezTo>
                    <a:pt x="379" y="77"/>
                    <a:pt x="379" y="77"/>
                    <a:pt x="379" y="77"/>
                  </a:cubicBezTo>
                  <a:cubicBezTo>
                    <a:pt x="211" y="77"/>
                    <a:pt x="211" y="77"/>
                    <a:pt x="211" y="77"/>
                  </a:cubicBezTo>
                  <a:cubicBezTo>
                    <a:pt x="210" y="2"/>
                    <a:pt x="210" y="2"/>
                    <a:pt x="210" y="2"/>
                  </a:cubicBezTo>
                  <a:cubicBezTo>
                    <a:pt x="190" y="1"/>
                    <a:pt x="168" y="0"/>
                    <a:pt x="146" y="0"/>
                  </a:cubicBezTo>
                </a:path>
              </a:pathLst>
            </a:custGeom>
            <a:solidFill>
              <a:srgbClr val="CAC6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17" name="îṡľïḓè"/>
            <p:cNvSpPr/>
            <p:nvPr/>
          </p:nvSpPr>
          <p:spPr bwMode="auto">
            <a:xfrm>
              <a:off x="5474847" y="4349409"/>
              <a:ext cx="1153787" cy="106832"/>
            </a:xfrm>
            <a:custGeom>
              <a:avLst/>
              <a:gdLst>
                <a:gd name="T0" fmla="*/ 364 w 364"/>
                <a:gd name="T1" fmla="*/ 0 h 34"/>
                <a:gd name="T2" fmla="*/ 2 w 364"/>
                <a:gd name="T3" fmla="*/ 0 h 34"/>
                <a:gd name="T4" fmla="*/ 0 w 364"/>
                <a:gd name="T5" fmla="*/ 21 h 34"/>
                <a:gd name="T6" fmla="*/ 25 w 364"/>
                <a:gd name="T7" fmla="*/ 25 h 34"/>
                <a:gd name="T8" fmla="*/ 26 w 364"/>
                <a:gd name="T9" fmla="*/ 10 h 34"/>
                <a:gd name="T10" fmla="*/ 144 w 364"/>
                <a:gd name="T11" fmla="*/ 10 h 34"/>
                <a:gd name="T12" fmla="*/ 143 w 364"/>
                <a:gd name="T13" fmla="*/ 34 h 34"/>
                <a:gd name="T14" fmla="*/ 149 w 364"/>
                <a:gd name="T15" fmla="*/ 34 h 34"/>
                <a:gd name="T16" fmla="*/ 364 w 36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4" h="34">
                  <a:moveTo>
                    <a:pt x="36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8" y="22"/>
                    <a:pt x="16" y="24"/>
                    <a:pt x="25" y="25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144" y="10"/>
                    <a:pt x="144" y="10"/>
                    <a:pt x="144" y="10"/>
                  </a:cubicBezTo>
                  <a:cubicBezTo>
                    <a:pt x="143" y="34"/>
                    <a:pt x="143" y="34"/>
                    <a:pt x="143" y="34"/>
                  </a:cubicBezTo>
                  <a:cubicBezTo>
                    <a:pt x="145" y="34"/>
                    <a:pt x="147" y="34"/>
                    <a:pt x="149" y="34"/>
                  </a:cubicBezTo>
                  <a:cubicBezTo>
                    <a:pt x="242" y="34"/>
                    <a:pt x="322" y="20"/>
                    <a:pt x="364" y="0"/>
                  </a:cubicBezTo>
                </a:path>
              </a:pathLst>
            </a:custGeom>
            <a:solidFill>
              <a:srgbClr val="CAC6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18" name="îsļïḓê"/>
            <p:cNvSpPr/>
            <p:nvPr/>
          </p:nvSpPr>
          <p:spPr bwMode="auto">
            <a:xfrm>
              <a:off x="6149416" y="4050278"/>
              <a:ext cx="535688" cy="238083"/>
            </a:xfrm>
            <a:custGeom>
              <a:avLst/>
              <a:gdLst>
                <a:gd name="T0" fmla="*/ 0 w 169"/>
                <a:gd name="T1" fmla="*/ 0 h 75"/>
                <a:gd name="T2" fmla="*/ 1 w 169"/>
                <a:gd name="T3" fmla="*/ 75 h 75"/>
                <a:gd name="T4" fmla="*/ 169 w 169"/>
                <a:gd name="T5" fmla="*/ 75 h 75"/>
                <a:gd name="T6" fmla="*/ 165 w 169"/>
                <a:gd name="T7" fmla="*/ 39 h 75"/>
                <a:gd name="T8" fmla="*/ 0 w 169"/>
                <a:gd name="T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75">
                  <a:moveTo>
                    <a:pt x="0" y="0"/>
                  </a:moveTo>
                  <a:cubicBezTo>
                    <a:pt x="1" y="75"/>
                    <a:pt x="1" y="75"/>
                    <a:pt x="1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5" y="39"/>
                    <a:pt x="165" y="39"/>
                    <a:pt x="165" y="39"/>
                  </a:cubicBezTo>
                  <a:cubicBezTo>
                    <a:pt x="137" y="20"/>
                    <a:pt x="76" y="6"/>
                    <a:pt x="0" y="0"/>
                  </a:cubicBezTo>
                </a:path>
              </a:pathLst>
            </a:custGeom>
            <a:solidFill>
              <a:srgbClr val="BBB2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19" name="îṣļïḍe"/>
            <p:cNvSpPr/>
            <p:nvPr/>
          </p:nvSpPr>
          <p:spPr bwMode="auto">
            <a:xfrm>
              <a:off x="5554208" y="4379932"/>
              <a:ext cx="376965" cy="76309"/>
            </a:xfrm>
            <a:custGeom>
              <a:avLst/>
              <a:gdLst>
                <a:gd name="T0" fmla="*/ 119 w 119"/>
                <a:gd name="T1" fmla="*/ 0 h 24"/>
                <a:gd name="T2" fmla="*/ 1 w 119"/>
                <a:gd name="T3" fmla="*/ 0 h 24"/>
                <a:gd name="T4" fmla="*/ 0 w 119"/>
                <a:gd name="T5" fmla="*/ 15 h 24"/>
                <a:gd name="T6" fmla="*/ 118 w 119"/>
                <a:gd name="T7" fmla="*/ 24 h 24"/>
                <a:gd name="T8" fmla="*/ 119 w 119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24">
                  <a:moveTo>
                    <a:pt x="11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5" y="20"/>
                    <a:pt x="75" y="24"/>
                    <a:pt x="118" y="24"/>
                  </a:cubicBezTo>
                  <a:cubicBezTo>
                    <a:pt x="119" y="0"/>
                    <a:pt x="119" y="0"/>
                    <a:pt x="119" y="0"/>
                  </a:cubicBezTo>
                </a:path>
              </a:pathLst>
            </a:custGeom>
            <a:solidFill>
              <a:srgbClr val="BBB2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20" name="iş1ide"/>
            <p:cNvSpPr/>
            <p:nvPr/>
          </p:nvSpPr>
          <p:spPr bwMode="auto">
            <a:xfrm>
              <a:off x="5166560" y="4117430"/>
              <a:ext cx="184668" cy="170931"/>
            </a:xfrm>
            <a:custGeom>
              <a:avLst/>
              <a:gdLst>
                <a:gd name="T0" fmla="*/ 58 w 58"/>
                <a:gd name="T1" fmla="*/ 0 h 54"/>
                <a:gd name="T2" fmla="*/ 0 w 58"/>
                <a:gd name="T3" fmla="*/ 42 h 54"/>
                <a:gd name="T4" fmla="*/ 4 w 58"/>
                <a:gd name="T5" fmla="*/ 54 h 54"/>
                <a:gd name="T6" fmla="*/ 50 w 58"/>
                <a:gd name="T7" fmla="*/ 54 h 54"/>
                <a:gd name="T8" fmla="*/ 58 w 58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54">
                  <a:moveTo>
                    <a:pt x="58" y="0"/>
                  </a:moveTo>
                  <a:cubicBezTo>
                    <a:pt x="22" y="11"/>
                    <a:pt x="0" y="26"/>
                    <a:pt x="0" y="42"/>
                  </a:cubicBezTo>
                  <a:cubicBezTo>
                    <a:pt x="0" y="46"/>
                    <a:pt x="1" y="50"/>
                    <a:pt x="4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8" y="0"/>
                    <a:pt x="58" y="0"/>
                    <a:pt x="58" y="0"/>
                  </a:cubicBezTo>
                </a:path>
              </a:pathLst>
            </a:custGeom>
            <a:solidFill>
              <a:srgbClr val="BBB2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21" name="ï$ľïḓè"/>
            <p:cNvSpPr/>
            <p:nvPr/>
          </p:nvSpPr>
          <p:spPr bwMode="auto">
            <a:xfrm>
              <a:off x="4713286" y="1165810"/>
              <a:ext cx="2466297" cy="3084398"/>
            </a:xfrm>
            <a:custGeom>
              <a:avLst/>
              <a:gdLst>
                <a:gd name="T0" fmla="*/ 389 w 778"/>
                <a:gd name="T1" fmla="*/ 0 h 974"/>
                <a:gd name="T2" fmla="*/ 0 w 778"/>
                <a:gd name="T3" fmla="*/ 389 h 974"/>
                <a:gd name="T4" fmla="*/ 389 w 778"/>
                <a:gd name="T5" fmla="*/ 974 h 974"/>
                <a:gd name="T6" fmla="*/ 778 w 778"/>
                <a:gd name="T7" fmla="*/ 389 h 974"/>
                <a:gd name="T8" fmla="*/ 389 w 778"/>
                <a:gd name="T9" fmla="*/ 0 h 974"/>
                <a:gd name="T10" fmla="*/ 389 w 778"/>
                <a:gd name="T11" fmla="*/ 608 h 974"/>
                <a:gd name="T12" fmla="*/ 171 w 778"/>
                <a:gd name="T13" fmla="*/ 389 h 974"/>
                <a:gd name="T14" fmla="*/ 389 w 778"/>
                <a:gd name="T15" fmla="*/ 171 h 974"/>
                <a:gd name="T16" fmla="*/ 607 w 778"/>
                <a:gd name="T17" fmla="*/ 389 h 974"/>
                <a:gd name="T18" fmla="*/ 389 w 778"/>
                <a:gd name="T19" fmla="*/ 608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8" h="974">
                  <a:moveTo>
                    <a:pt x="389" y="0"/>
                  </a:moveTo>
                  <a:cubicBezTo>
                    <a:pt x="174" y="0"/>
                    <a:pt x="0" y="175"/>
                    <a:pt x="0" y="389"/>
                  </a:cubicBezTo>
                  <a:cubicBezTo>
                    <a:pt x="0" y="604"/>
                    <a:pt x="389" y="974"/>
                    <a:pt x="389" y="974"/>
                  </a:cubicBezTo>
                  <a:cubicBezTo>
                    <a:pt x="389" y="974"/>
                    <a:pt x="778" y="604"/>
                    <a:pt x="778" y="389"/>
                  </a:cubicBezTo>
                  <a:cubicBezTo>
                    <a:pt x="778" y="175"/>
                    <a:pt x="604" y="0"/>
                    <a:pt x="389" y="0"/>
                  </a:cubicBezTo>
                  <a:close/>
                  <a:moveTo>
                    <a:pt x="389" y="608"/>
                  </a:moveTo>
                  <a:cubicBezTo>
                    <a:pt x="268" y="608"/>
                    <a:pt x="171" y="510"/>
                    <a:pt x="171" y="389"/>
                  </a:cubicBezTo>
                  <a:cubicBezTo>
                    <a:pt x="171" y="269"/>
                    <a:pt x="268" y="171"/>
                    <a:pt x="389" y="171"/>
                  </a:cubicBezTo>
                  <a:cubicBezTo>
                    <a:pt x="509" y="171"/>
                    <a:pt x="607" y="269"/>
                    <a:pt x="607" y="389"/>
                  </a:cubicBezTo>
                  <a:cubicBezTo>
                    <a:pt x="607" y="510"/>
                    <a:pt x="509" y="608"/>
                    <a:pt x="389" y="608"/>
                  </a:cubicBezTo>
                  <a:close/>
                </a:path>
              </a:pathLst>
            </a:custGeom>
            <a:solidFill>
              <a:srgbClr val="EF53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</p:grpSp>
      <p:grpSp>
        <p:nvGrpSpPr>
          <p:cNvPr id="322" name="00b31e74-81a5-4955-95cb-7de3a87af8f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10269438" y="2129035"/>
            <a:ext cx="781532" cy="934539"/>
            <a:chOff x="4127833" y="1224124"/>
            <a:chExt cx="3936334" cy="4706981"/>
          </a:xfrm>
        </p:grpSpPr>
        <p:sp>
          <p:nvSpPr>
            <p:cNvPr id="323" name="ïṣḻïḓê"/>
            <p:cNvSpPr/>
            <p:nvPr/>
          </p:nvSpPr>
          <p:spPr bwMode="auto">
            <a:xfrm>
              <a:off x="4127833" y="3414687"/>
              <a:ext cx="3936334" cy="2516418"/>
            </a:xfrm>
            <a:custGeom>
              <a:avLst/>
              <a:gdLst>
                <a:gd name="T0" fmla="*/ 2042 w 2042"/>
                <a:gd name="T1" fmla="*/ 1233 h 1306"/>
                <a:gd name="T2" fmla="*/ 1970 w 2042"/>
                <a:gd name="T3" fmla="*/ 1306 h 1306"/>
                <a:gd name="T4" fmla="*/ 72 w 2042"/>
                <a:gd name="T5" fmla="*/ 1306 h 1306"/>
                <a:gd name="T6" fmla="*/ 0 w 2042"/>
                <a:gd name="T7" fmla="*/ 1233 h 1306"/>
                <a:gd name="T8" fmla="*/ 0 w 2042"/>
                <a:gd name="T9" fmla="*/ 72 h 1306"/>
                <a:gd name="T10" fmla="*/ 72 w 2042"/>
                <a:gd name="T11" fmla="*/ 0 h 1306"/>
                <a:gd name="T12" fmla="*/ 1970 w 2042"/>
                <a:gd name="T13" fmla="*/ 0 h 1306"/>
                <a:gd name="T14" fmla="*/ 2042 w 2042"/>
                <a:gd name="T15" fmla="*/ 72 h 1306"/>
                <a:gd name="T16" fmla="*/ 2042 w 2042"/>
                <a:gd name="T17" fmla="*/ 1233 h 1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42" h="1306">
                  <a:moveTo>
                    <a:pt x="2042" y="1233"/>
                  </a:moveTo>
                  <a:cubicBezTo>
                    <a:pt x="2042" y="1273"/>
                    <a:pt x="2009" y="1306"/>
                    <a:pt x="1970" y="1306"/>
                  </a:cubicBezTo>
                  <a:cubicBezTo>
                    <a:pt x="72" y="1306"/>
                    <a:pt x="72" y="1306"/>
                    <a:pt x="72" y="1306"/>
                  </a:cubicBezTo>
                  <a:cubicBezTo>
                    <a:pt x="33" y="1306"/>
                    <a:pt x="0" y="1273"/>
                    <a:pt x="0" y="1233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32"/>
                    <a:pt x="33" y="0"/>
                    <a:pt x="72" y="0"/>
                  </a:cubicBezTo>
                  <a:cubicBezTo>
                    <a:pt x="1970" y="0"/>
                    <a:pt x="1970" y="0"/>
                    <a:pt x="1970" y="0"/>
                  </a:cubicBezTo>
                  <a:cubicBezTo>
                    <a:pt x="2009" y="0"/>
                    <a:pt x="2042" y="32"/>
                    <a:pt x="2042" y="72"/>
                  </a:cubicBezTo>
                  <a:cubicBezTo>
                    <a:pt x="2042" y="1233"/>
                    <a:pt x="2042" y="1233"/>
                    <a:pt x="2042" y="1233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24" name="iṡ1ïḍé"/>
            <p:cNvSpPr/>
            <p:nvPr/>
          </p:nvSpPr>
          <p:spPr bwMode="auto">
            <a:xfrm>
              <a:off x="5081775" y="3414687"/>
              <a:ext cx="2982392" cy="2516418"/>
            </a:xfrm>
            <a:custGeom>
              <a:avLst/>
              <a:gdLst>
                <a:gd name="T0" fmla="*/ 1475 w 1547"/>
                <a:gd name="T1" fmla="*/ 0 h 1306"/>
                <a:gd name="T2" fmla="*/ 858 w 1547"/>
                <a:gd name="T3" fmla="*/ 0 h 1306"/>
                <a:gd name="T4" fmla="*/ 859 w 1547"/>
                <a:gd name="T5" fmla="*/ 46 h 1306"/>
                <a:gd name="T6" fmla="*/ 462 w 1547"/>
                <a:gd name="T7" fmla="*/ 1003 h 1306"/>
                <a:gd name="T8" fmla="*/ 0 w 1547"/>
                <a:gd name="T9" fmla="*/ 1306 h 1306"/>
                <a:gd name="T10" fmla="*/ 1475 w 1547"/>
                <a:gd name="T11" fmla="*/ 1306 h 1306"/>
                <a:gd name="T12" fmla="*/ 1547 w 1547"/>
                <a:gd name="T13" fmla="*/ 1233 h 1306"/>
                <a:gd name="T14" fmla="*/ 1547 w 1547"/>
                <a:gd name="T15" fmla="*/ 72 h 1306"/>
                <a:gd name="T16" fmla="*/ 1475 w 1547"/>
                <a:gd name="T17" fmla="*/ 0 h 1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7" h="1306">
                  <a:moveTo>
                    <a:pt x="1475" y="0"/>
                  </a:moveTo>
                  <a:cubicBezTo>
                    <a:pt x="858" y="0"/>
                    <a:pt x="858" y="0"/>
                    <a:pt x="858" y="0"/>
                  </a:cubicBezTo>
                  <a:cubicBezTo>
                    <a:pt x="859" y="15"/>
                    <a:pt x="859" y="30"/>
                    <a:pt x="859" y="46"/>
                  </a:cubicBezTo>
                  <a:cubicBezTo>
                    <a:pt x="859" y="404"/>
                    <a:pt x="715" y="751"/>
                    <a:pt x="462" y="1003"/>
                  </a:cubicBezTo>
                  <a:cubicBezTo>
                    <a:pt x="330" y="1136"/>
                    <a:pt x="172" y="1238"/>
                    <a:pt x="0" y="1306"/>
                  </a:cubicBezTo>
                  <a:cubicBezTo>
                    <a:pt x="1475" y="1306"/>
                    <a:pt x="1475" y="1306"/>
                    <a:pt x="1475" y="1306"/>
                  </a:cubicBezTo>
                  <a:cubicBezTo>
                    <a:pt x="1514" y="1306"/>
                    <a:pt x="1547" y="1273"/>
                    <a:pt x="1547" y="1233"/>
                  </a:cubicBezTo>
                  <a:cubicBezTo>
                    <a:pt x="1547" y="72"/>
                    <a:pt x="1547" y="72"/>
                    <a:pt x="1547" y="72"/>
                  </a:cubicBezTo>
                  <a:cubicBezTo>
                    <a:pt x="1547" y="32"/>
                    <a:pt x="1514" y="0"/>
                    <a:pt x="1475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25" name="iṩļîḑè"/>
            <p:cNvSpPr/>
            <p:nvPr/>
          </p:nvSpPr>
          <p:spPr bwMode="auto">
            <a:xfrm>
              <a:off x="4264692" y="3557249"/>
              <a:ext cx="3662615" cy="222885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26" name="iṧļïḍe"/>
            <p:cNvSpPr/>
            <p:nvPr/>
          </p:nvSpPr>
          <p:spPr bwMode="auto">
            <a:xfrm>
              <a:off x="6055268" y="3447272"/>
              <a:ext cx="81464" cy="8309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27" name="ï$ḻïḑe"/>
            <p:cNvSpPr/>
            <p:nvPr/>
          </p:nvSpPr>
          <p:spPr bwMode="auto">
            <a:xfrm>
              <a:off x="6043863" y="3435867"/>
              <a:ext cx="104274" cy="104274"/>
            </a:xfrm>
            <a:custGeom>
              <a:avLst/>
              <a:gdLst>
                <a:gd name="T0" fmla="*/ 48 w 54"/>
                <a:gd name="T1" fmla="*/ 27 h 54"/>
                <a:gd name="T2" fmla="*/ 43 w 54"/>
                <a:gd name="T3" fmla="*/ 27 h 54"/>
                <a:gd name="T4" fmla="*/ 39 w 54"/>
                <a:gd name="T5" fmla="*/ 39 h 54"/>
                <a:gd name="T6" fmla="*/ 27 w 54"/>
                <a:gd name="T7" fmla="*/ 43 h 54"/>
                <a:gd name="T8" fmla="*/ 15 w 54"/>
                <a:gd name="T9" fmla="*/ 39 h 54"/>
                <a:gd name="T10" fmla="*/ 11 w 54"/>
                <a:gd name="T11" fmla="*/ 27 h 54"/>
                <a:gd name="T12" fmla="*/ 15 w 54"/>
                <a:gd name="T13" fmla="*/ 16 h 54"/>
                <a:gd name="T14" fmla="*/ 27 w 54"/>
                <a:gd name="T15" fmla="*/ 11 h 54"/>
                <a:gd name="T16" fmla="*/ 39 w 54"/>
                <a:gd name="T17" fmla="*/ 16 h 54"/>
                <a:gd name="T18" fmla="*/ 43 w 54"/>
                <a:gd name="T19" fmla="*/ 27 h 54"/>
                <a:gd name="T20" fmla="*/ 48 w 54"/>
                <a:gd name="T21" fmla="*/ 27 h 54"/>
                <a:gd name="T22" fmla="*/ 54 w 54"/>
                <a:gd name="T23" fmla="*/ 27 h 54"/>
                <a:gd name="T24" fmla="*/ 27 w 54"/>
                <a:gd name="T25" fmla="*/ 0 h 54"/>
                <a:gd name="T26" fmla="*/ 0 w 54"/>
                <a:gd name="T27" fmla="*/ 27 h 54"/>
                <a:gd name="T28" fmla="*/ 27 w 54"/>
                <a:gd name="T29" fmla="*/ 54 h 54"/>
                <a:gd name="T30" fmla="*/ 54 w 54"/>
                <a:gd name="T31" fmla="*/ 27 h 54"/>
                <a:gd name="T32" fmla="*/ 48 w 54"/>
                <a:gd name="T33" fmla="*/ 2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54">
                  <a:moveTo>
                    <a:pt x="48" y="27"/>
                  </a:moveTo>
                  <a:cubicBezTo>
                    <a:pt x="43" y="27"/>
                    <a:pt x="43" y="27"/>
                    <a:pt x="43" y="27"/>
                  </a:cubicBezTo>
                  <a:cubicBezTo>
                    <a:pt x="43" y="32"/>
                    <a:pt x="41" y="36"/>
                    <a:pt x="39" y="39"/>
                  </a:cubicBezTo>
                  <a:cubicBezTo>
                    <a:pt x="36" y="42"/>
                    <a:pt x="32" y="43"/>
                    <a:pt x="27" y="43"/>
                  </a:cubicBezTo>
                  <a:cubicBezTo>
                    <a:pt x="22" y="43"/>
                    <a:pt x="18" y="42"/>
                    <a:pt x="15" y="39"/>
                  </a:cubicBezTo>
                  <a:cubicBezTo>
                    <a:pt x="13" y="36"/>
                    <a:pt x="11" y="32"/>
                    <a:pt x="11" y="27"/>
                  </a:cubicBezTo>
                  <a:cubicBezTo>
                    <a:pt x="11" y="23"/>
                    <a:pt x="13" y="19"/>
                    <a:pt x="15" y="16"/>
                  </a:cubicBezTo>
                  <a:cubicBezTo>
                    <a:pt x="18" y="13"/>
                    <a:pt x="22" y="11"/>
                    <a:pt x="27" y="11"/>
                  </a:cubicBezTo>
                  <a:cubicBezTo>
                    <a:pt x="32" y="11"/>
                    <a:pt x="36" y="13"/>
                    <a:pt x="39" y="16"/>
                  </a:cubicBezTo>
                  <a:cubicBezTo>
                    <a:pt x="41" y="19"/>
                    <a:pt x="43" y="23"/>
                    <a:pt x="43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12"/>
                    <a:pt x="42" y="0"/>
                    <a:pt x="27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7" y="54"/>
                  </a:cubicBezTo>
                  <a:cubicBezTo>
                    <a:pt x="42" y="54"/>
                    <a:pt x="54" y="42"/>
                    <a:pt x="54" y="27"/>
                  </a:cubicBezTo>
                  <a:lnTo>
                    <a:pt x="48" y="27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28" name="iṧľiḓè"/>
            <p:cNvSpPr/>
            <p:nvPr/>
          </p:nvSpPr>
          <p:spPr bwMode="auto">
            <a:xfrm>
              <a:off x="4264692" y="2968265"/>
              <a:ext cx="3581152" cy="2817834"/>
            </a:xfrm>
            <a:custGeom>
              <a:avLst/>
              <a:gdLst>
                <a:gd name="T0" fmla="*/ 1775 w 1858"/>
                <a:gd name="T1" fmla="*/ 431 h 1463"/>
                <a:gd name="T2" fmla="*/ 1462 w 1858"/>
                <a:gd name="T3" fmla="*/ 0 h 1463"/>
                <a:gd name="T4" fmla="*/ 1383 w 1858"/>
                <a:gd name="T5" fmla="*/ 79 h 1463"/>
                <a:gd name="T6" fmla="*/ 1673 w 1858"/>
                <a:gd name="T7" fmla="*/ 476 h 1463"/>
                <a:gd name="T8" fmla="*/ 1702 w 1858"/>
                <a:gd name="T9" fmla="*/ 823 h 1463"/>
                <a:gd name="T10" fmla="*/ 1393 w 1858"/>
                <a:gd name="T11" fmla="*/ 1072 h 1463"/>
                <a:gd name="T12" fmla="*/ 1108 w 1858"/>
                <a:gd name="T13" fmla="*/ 1143 h 1463"/>
                <a:gd name="T14" fmla="*/ 1050 w 1858"/>
                <a:gd name="T15" fmla="*/ 1095 h 1463"/>
                <a:gd name="T16" fmla="*/ 1064 w 1858"/>
                <a:gd name="T17" fmla="*/ 1052 h 1463"/>
                <a:gd name="T18" fmla="*/ 1001 w 1858"/>
                <a:gd name="T19" fmla="*/ 976 h 1463"/>
                <a:gd name="T20" fmla="*/ 1005 w 1858"/>
                <a:gd name="T21" fmla="*/ 943 h 1463"/>
                <a:gd name="T22" fmla="*/ 870 w 1858"/>
                <a:gd name="T23" fmla="*/ 809 h 1463"/>
                <a:gd name="T24" fmla="*/ 809 w 1858"/>
                <a:gd name="T25" fmla="*/ 824 h 1463"/>
                <a:gd name="T26" fmla="*/ 819 w 1858"/>
                <a:gd name="T27" fmla="*/ 777 h 1463"/>
                <a:gd name="T28" fmla="*/ 698 w 1858"/>
                <a:gd name="T29" fmla="*/ 656 h 1463"/>
                <a:gd name="T30" fmla="*/ 671 w 1858"/>
                <a:gd name="T31" fmla="*/ 659 h 1463"/>
                <a:gd name="T32" fmla="*/ 671 w 1858"/>
                <a:gd name="T33" fmla="*/ 656 h 1463"/>
                <a:gd name="T34" fmla="*/ 591 w 1858"/>
                <a:gd name="T35" fmla="*/ 547 h 1463"/>
                <a:gd name="T36" fmla="*/ 599 w 1858"/>
                <a:gd name="T37" fmla="*/ 503 h 1463"/>
                <a:gd name="T38" fmla="*/ 474 w 1858"/>
                <a:gd name="T39" fmla="*/ 378 h 1463"/>
                <a:gd name="T40" fmla="*/ 408 w 1858"/>
                <a:gd name="T41" fmla="*/ 397 h 1463"/>
                <a:gd name="T42" fmla="*/ 410 w 1858"/>
                <a:gd name="T43" fmla="*/ 378 h 1463"/>
                <a:gd name="T44" fmla="*/ 386 w 1858"/>
                <a:gd name="T45" fmla="*/ 306 h 1463"/>
                <a:gd name="T46" fmla="*/ 193 w 1858"/>
                <a:gd name="T47" fmla="*/ 306 h 1463"/>
                <a:gd name="T48" fmla="*/ 193 w 1858"/>
                <a:gd name="T49" fmla="*/ 306 h 1463"/>
                <a:gd name="T50" fmla="*/ 0 w 1858"/>
                <a:gd name="T51" fmla="*/ 306 h 1463"/>
                <a:gd name="T52" fmla="*/ 0 w 1858"/>
                <a:gd name="T53" fmla="*/ 1462 h 1463"/>
                <a:gd name="T54" fmla="*/ 991 w 1858"/>
                <a:gd name="T55" fmla="*/ 1463 h 1463"/>
                <a:gd name="T56" fmla="*/ 991 w 1858"/>
                <a:gd name="T57" fmla="*/ 1462 h 1463"/>
                <a:gd name="T58" fmla="*/ 1269 w 1858"/>
                <a:gd name="T59" fmla="*/ 1462 h 1463"/>
                <a:gd name="T60" fmla="*/ 1270 w 1858"/>
                <a:gd name="T61" fmla="*/ 1450 h 1463"/>
                <a:gd name="T62" fmla="*/ 1248 w 1858"/>
                <a:gd name="T63" fmla="*/ 1383 h 1463"/>
                <a:gd name="T64" fmla="*/ 1270 w 1858"/>
                <a:gd name="T65" fmla="*/ 1316 h 1463"/>
                <a:gd name="T66" fmla="*/ 1234 w 1858"/>
                <a:gd name="T67" fmla="*/ 1233 h 1463"/>
                <a:gd name="T68" fmla="*/ 1432 w 1858"/>
                <a:gd name="T69" fmla="*/ 1177 h 1463"/>
                <a:gd name="T70" fmla="*/ 1805 w 1858"/>
                <a:gd name="T71" fmla="*/ 866 h 1463"/>
                <a:gd name="T72" fmla="*/ 1775 w 1858"/>
                <a:gd name="T73" fmla="*/ 431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858" h="1463">
                  <a:moveTo>
                    <a:pt x="1775" y="431"/>
                  </a:moveTo>
                  <a:cubicBezTo>
                    <a:pt x="1714" y="292"/>
                    <a:pt x="1605" y="143"/>
                    <a:pt x="1462" y="0"/>
                  </a:cubicBezTo>
                  <a:cubicBezTo>
                    <a:pt x="1383" y="79"/>
                    <a:pt x="1383" y="79"/>
                    <a:pt x="1383" y="79"/>
                  </a:cubicBezTo>
                  <a:cubicBezTo>
                    <a:pt x="1517" y="212"/>
                    <a:pt x="1617" y="350"/>
                    <a:pt x="1673" y="476"/>
                  </a:cubicBezTo>
                  <a:cubicBezTo>
                    <a:pt x="1733" y="609"/>
                    <a:pt x="1742" y="726"/>
                    <a:pt x="1702" y="823"/>
                  </a:cubicBezTo>
                  <a:cubicBezTo>
                    <a:pt x="1658" y="928"/>
                    <a:pt x="1554" y="1012"/>
                    <a:pt x="1393" y="1072"/>
                  </a:cubicBezTo>
                  <a:cubicBezTo>
                    <a:pt x="1311" y="1102"/>
                    <a:pt x="1216" y="1126"/>
                    <a:pt x="1108" y="1143"/>
                  </a:cubicBezTo>
                  <a:cubicBezTo>
                    <a:pt x="1095" y="1121"/>
                    <a:pt x="1075" y="1103"/>
                    <a:pt x="1050" y="1095"/>
                  </a:cubicBezTo>
                  <a:cubicBezTo>
                    <a:pt x="1059" y="1083"/>
                    <a:pt x="1064" y="1068"/>
                    <a:pt x="1064" y="1052"/>
                  </a:cubicBezTo>
                  <a:cubicBezTo>
                    <a:pt x="1064" y="1014"/>
                    <a:pt x="1037" y="983"/>
                    <a:pt x="1001" y="976"/>
                  </a:cubicBezTo>
                  <a:cubicBezTo>
                    <a:pt x="1003" y="966"/>
                    <a:pt x="1005" y="955"/>
                    <a:pt x="1005" y="943"/>
                  </a:cubicBezTo>
                  <a:cubicBezTo>
                    <a:pt x="1005" y="869"/>
                    <a:pt x="945" y="809"/>
                    <a:pt x="870" y="809"/>
                  </a:cubicBezTo>
                  <a:cubicBezTo>
                    <a:pt x="849" y="809"/>
                    <a:pt x="828" y="814"/>
                    <a:pt x="809" y="824"/>
                  </a:cubicBezTo>
                  <a:cubicBezTo>
                    <a:pt x="816" y="809"/>
                    <a:pt x="819" y="793"/>
                    <a:pt x="819" y="777"/>
                  </a:cubicBezTo>
                  <a:cubicBezTo>
                    <a:pt x="819" y="710"/>
                    <a:pt x="765" y="656"/>
                    <a:pt x="698" y="656"/>
                  </a:cubicBezTo>
                  <a:cubicBezTo>
                    <a:pt x="689" y="656"/>
                    <a:pt x="679" y="657"/>
                    <a:pt x="671" y="659"/>
                  </a:cubicBezTo>
                  <a:cubicBezTo>
                    <a:pt x="671" y="658"/>
                    <a:pt x="671" y="657"/>
                    <a:pt x="671" y="656"/>
                  </a:cubicBezTo>
                  <a:cubicBezTo>
                    <a:pt x="671" y="605"/>
                    <a:pt x="637" y="561"/>
                    <a:pt x="591" y="547"/>
                  </a:cubicBezTo>
                  <a:cubicBezTo>
                    <a:pt x="596" y="533"/>
                    <a:pt x="599" y="518"/>
                    <a:pt x="599" y="503"/>
                  </a:cubicBezTo>
                  <a:cubicBezTo>
                    <a:pt x="599" y="434"/>
                    <a:pt x="543" y="378"/>
                    <a:pt x="474" y="378"/>
                  </a:cubicBezTo>
                  <a:cubicBezTo>
                    <a:pt x="450" y="378"/>
                    <a:pt x="427" y="385"/>
                    <a:pt x="408" y="397"/>
                  </a:cubicBezTo>
                  <a:cubicBezTo>
                    <a:pt x="409" y="390"/>
                    <a:pt x="410" y="384"/>
                    <a:pt x="410" y="378"/>
                  </a:cubicBezTo>
                  <a:cubicBezTo>
                    <a:pt x="410" y="351"/>
                    <a:pt x="401" y="326"/>
                    <a:pt x="386" y="306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0" y="306"/>
                    <a:pt x="0" y="306"/>
                    <a:pt x="0" y="306"/>
                  </a:cubicBezTo>
                  <a:cubicBezTo>
                    <a:pt x="0" y="1462"/>
                    <a:pt x="0" y="1462"/>
                    <a:pt x="0" y="1462"/>
                  </a:cubicBezTo>
                  <a:cubicBezTo>
                    <a:pt x="991" y="1463"/>
                    <a:pt x="991" y="1463"/>
                    <a:pt x="991" y="1463"/>
                  </a:cubicBezTo>
                  <a:cubicBezTo>
                    <a:pt x="991" y="1462"/>
                    <a:pt x="991" y="1462"/>
                    <a:pt x="991" y="1462"/>
                  </a:cubicBezTo>
                  <a:cubicBezTo>
                    <a:pt x="1269" y="1462"/>
                    <a:pt x="1269" y="1462"/>
                    <a:pt x="1269" y="1462"/>
                  </a:cubicBezTo>
                  <a:cubicBezTo>
                    <a:pt x="1270" y="1458"/>
                    <a:pt x="1270" y="1454"/>
                    <a:pt x="1270" y="1450"/>
                  </a:cubicBezTo>
                  <a:cubicBezTo>
                    <a:pt x="1270" y="1425"/>
                    <a:pt x="1262" y="1402"/>
                    <a:pt x="1248" y="1383"/>
                  </a:cubicBezTo>
                  <a:cubicBezTo>
                    <a:pt x="1262" y="1365"/>
                    <a:pt x="1270" y="1341"/>
                    <a:pt x="1270" y="1316"/>
                  </a:cubicBezTo>
                  <a:cubicBezTo>
                    <a:pt x="1270" y="1283"/>
                    <a:pt x="1256" y="1254"/>
                    <a:pt x="1234" y="1233"/>
                  </a:cubicBezTo>
                  <a:cubicBezTo>
                    <a:pt x="1306" y="1218"/>
                    <a:pt x="1372" y="1199"/>
                    <a:pt x="1432" y="1177"/>
                  </a:cubicBezTo>
                  <a:cubicBezTo>
                    <a:pt x="1623" y="1106"/>
                    <a:pt x="1749" y="1001"/>
                    <a:pt x="1805" y="866"/>
                  </a:cubicBezTo>
                  <a:cubicBezTo>
                    <a:pt x="1858" y="739"/>
                    <a:pt x="1848" y="593"/>
                    <a:pt x="1775" y="431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29" name="ïŝľîḋe"/>
            <p:cNvSpPr/>
            <p:nvPr/>
          </p:nvSpPr>
          <p:spPr bwMode="auto">
            <a:xfrm>
              <a:off x="4264692" y="2996777"/>
              <a:ext cx="3538790" cy="2789322"/>
            </a:xfrm>
            <a:custGeom>
              <a:avLst/>
              <a:gdLst>
                <a:gd name="T0" fmla="*/ 1756 w 1836"/>
                <a:gd name="T1" fmla="*/ 424 h 1448"/>
                <a:gd name="T2" fmla="*/ 1447 w 1836"/>
                <a:gd name="T3" fmla="*/ 0 h 1448"/>
                <a:gd name="T4" fmla="*/ 1398 w 1836"/>
                <a:gd name="T5" fmla="*/ 49 h 1448"/>
                <a:gd name="T6" fmla="*/ 1693 w 1836"/>
                <a:gd name="T7" fmla="*/ 452 h 1448"/>
                <a:gd name="T8" fmla="*/ 1722 w 1836"/>
                <a:gd name="T9" fmla="*/ 816 h 1448"/>
                <a:gd name="T10" fmla="*/ 981 w 1836"/>
                <a:gd name="T11" fmla="*/ 1166 h 1448"/>
                <a:gd name="T12" fmla="*/ 836 w 1836"/>
                <a:gd name="T13" fmla="*/ 1023 h 1448"/>
                <a:gd name="T14" fmla="*/ 755 w 1836"/>
                <a:gd name="T15" fmla="*/ 1048 h 1448"/>
                <a:gd name="T16" fmla="*/ 706 w 1836"/>
                <a:gd name="T17" fmla="*/ 1026 h 1448"/>
                <a:gd name="T18" fmla="*/ 711 w 1836"/>
                <a:gd name="T19" fmla="*/ 978 h 1448"/>
                <a:gd name="T20" fmla="*/ 505 w 1836"/>
                <a:gd name="T21" fmla="*/ 772 h 1448"/>
                <a:gd name="T22" fmla="*/ 446 w 1836"/>
                <a:gd name="T23" fmla="*/ 780 h 1448"/>
                <a:gd name="T24" fmla="*/ 318 w 1836"/>
                <a:gd name="T25" fmla="*/ 669 h 1448"/>
                <a:gd name="T26" fmla="*/ 135 w 1836"/>
                <a:gd name="T27" fmla="*/ 497 h 1448"/>
                <a:gd name="T28" fmla="*/ 0 w 1836"/>
                <a:gd name="T29" fmla="*/ 557 h 1448"/>
                <a:gd name="T30" fmla="*/ 0 w 1836"/>
                <a:gd name="T31" fmla="*/ 1026 h 1448"/>
                <a:gd name="T32" fmla="*/ 0 w 1836"/>
                <a:gd name="T33" fmla="*/ 1026 h 1448"/>
                <a:gd name="T34" fmla="*/ 0 w 1836"/>
                <a:gd name="T35" fmla="*/ 1448 h 1448"/>
                <a:gd name="T36" fmla="*/ 1113 w 1836"/>
                <a:gd name="T37" fmla="*/ 1448 h 1448"/>
                <a:gd name="T38" fmla="*/ 1126 w 1836"/>
                <a:gd name="T39" fmla="*/ 1378 h 1448"/>
                <a:gd name="T40" fmla="*/ 1054 w 1836"/>
                <a:gd name="T41" fmla="*/ 1227 h 1448"/>
                <a:gd name="T42" fmla="*/ 1424 w 1836"/>
                <a:gd name="T43" fmla="*/ 1142 h 1448"/>
                <a:gd name="T44" fmla="*/ 1786 w 1836"/>
                <a:gd name="T45" fmla="*/ 843 h 1448"/>
                <a:gd name="T46" fmla="*/ 1756 w 1836"/>
                <a:gd name="T47" fmla="*/ 424 h 1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836" h="1448">
                  <a:moveTo>
                    <a:pt x="1756" y="424"/>
                  </a:moveTo>
                  <a:cubicBezTo>
                    <a:pt x="1695" y="288"/>
                    <a:pt x="1589" y="141"/>
                    <a:pt x="1447" y="0"/>
                  </a:cubicBezTo>
                  <a:cubicBezTo>
                    <a:pt x="1398" y="49"/>
                    <a:pt x="1398" y="49"/>
                    <a:pt x="1398" y="49"/>
                  </a:cubicBezTo>
                  <a:cubicBezTo>
                    <a:pt x="1534" y="184"/>
                    <a:pt x="1635" y="324"/>
                    <a:pt x="1693" y="452"/>
                  </a:cubicBezTo>
                  <a:cubicBezTo>
                    <a:pt x="1754" y="591"/>
                    <a:pt x="1764" y="713"/>
                    <a:pt x="1722" y="816"/>
                  </a:cubicBezTo>
                  <a:cubicBezTo>
                    <a:pt x="1644" y="1004"/>
                    <a:pt x="1390" y="1123"/>
                    <a:pt x="981" y="1166"/>
                  </a:cubicBezTo>
                  <a:cubicBezTo>
                    <a:pt x="980" y="1087"/>
                    <a:pt x="916" y="1023"/>
                    <a:pt x="836" y="1023"/>
                  </a:cubicBezTo>
                  <a:cubicBezTo>
                    <a:pt x="806" y="1023"/>
                    <a:pt x="778" y="1032"/>
                    <a:pt x="755" y="1048"/>
                  </a:cubicBezTo>
                  <a:cubicBezTo>
                    <a:pt x="741" y="1038"/>
                    <a:pt x="724" y="1030"/>
                    <a:pt x="706" y="1026"/>
                  </a:cubicBezTo>
                  <a:cubicBezTo>
                    <a:pt x="709" y="1011"/>
                    <a:pt x="711" y="995"/>
                    <a:pt x="711" y="978"/>
                  </a:cubicBezTo>
                  <a:cubicBezTo>
                    <a:pt x="711" y="864"/>
                    <a:pt x="619" y="772"/>
                    <a:pt x="505" y="772"/>
                  </a:cubicBezTo>
                  <a:cubicBezTo>
                    <a:pt x="485" y="772"/>
                    <a:pt x="465" y="775"/>
                    <a:pt x="446" y="780"/>
                  </a:cubicBezTo>
                  <a:cubicBezTo>
                    <a:pt x="423" y="725"/>
                    <a:pt x="376" y="684"/>
                    <a:pt x="318" y="669"/>
                  </a:cubicBezTo>
                  <a:cubicBezTo>
                    <a:pt x="311" y="573"/>
                    <a:pt x="232" y="497"/>
                    <a:pt x="135" y="497"/>
                  </a:cubicBezTo>
                  <a:cubicBezTo>
                    <a:pt x="81" y="497"/>
                    <a:pt x="33" y="520"/>
                    <a:pt x="0" y="557"/>
                  </a:cubicBezTo>
                  <a:cubicBezTo>
                    <a:pt x="0" y="1026"/>
                    <a:pt x="0" y="1026"/>
                    <a:pt x="0" y="1026"/>
                  </a:cubicBezTo>
                  <a:cubicBezTo>
                    <a:pt x="0" y="1026"/>
                    <a:pt x="0" y="1026"/>
                    <a:pt x="0" y="1026"/>
                  </a:cubicBezTo>
                  <a:cubicBezTo>
                    <a:pt x="0" y="1448"/>
                    <a:pt x="0" y="1448"/>
                    <a:pt x="0" y="1448"/>
                  </a:cubicBezTo>
                  <a:cubicBezTo>
                    <a:pt x="1113" y="1448"/>
                    <a:pt x="1113" y="1448"/>
                    <a:pt x="1113" y="1448"/>
                  </a:cubicBezTo>
                  <a:cubicBezTo>
                    <a:pt x="1121" y="1426"/>
                    <a:pt x="1126" y="1403"/>
                    <a:pt x="1126" y="1378"/>
                  </a:cubicBezTo>
                  <a:cubicBezTo>
                    <a:pt x="1126" y="1317"/>
                    <a:pt x="1098" y="1263"/>
                    <a:pt x="1054" y="1227"/>
                  </a:cubicBezTo>
                  <a:cubicBezTo>
                    <a:pt x="1197" y="1209"/>
                    <a:pt x="1321" y="1180"/>
                    <a:pt x="1424" y="1142"/>
                  </a:cubicBezTo>
                  <a:cubicBezTo>
                    <a:pt x="1610" y="1073"/>
                    <a:pt x="1732" y="972"/>
                    <a:pt x="1786" y="843"/>
                  </a:cubicBezTo>
                  <a:cubicBezTo>
                    <a:pt x="1836" y="722"/>
                    <a:pt x="1826" y="581"/>
                    <a:pt x="1756" y="424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30" name="îṣlíḑe"/>
            <p:cNvSpPr/>
            <p:nvPr/>
          </p:nvSpPr>
          <p:spPr bwMode="auto">
            <a:xfrm>
              <a:off x="4276097" y="3006553"/>
              <a:ext cx="3589298" cy="2790951"/>
            </a:xfrm>
            <a:custGeom>
              <a:avLst/>
              <a:gdLst>
                <a:gd name="T0" fmla="*/ 1429 w 1862"/>
                <a:gd name="T1" fmla="*/ 0 h 1449"/>
                <a:gd name="T2" fmla="*/ 1400 w 1862"/>
                <a:gd name="T3" fmla="*/ 30 h 1449"/>
                <a:gd name="T4" fmla="*/ 1733 w 1862"/>
                <a:gd name="T5" fmla="*/ 809 h 1449"/>
                <a:gd name="T6" fmla="*/ 653 w 1862"/>
                <a:gd name="T7" fmla="*/ 1195 h 1449"/>
                <a:gd name="T8" fmla="*/ 653 w 1862"/>
                <a:gd name="T9" fmla="*/ 1187 h 1449"/>
                <a:gd name="T10" fmla="*/ 526 w 1862"/>
                <a:gd name="T11" fmla="*/ 1062 h 1449"/>
                <a:gd name="T12" fmla="*/ 465 w 1862"/>
                <a:gd name="T13" fmla="*/ 1078 h 1449"/>
                <a:gd name="T14" fmla="*/ 361 w 1862"/>
                <a:gd name="T15" fmla="*/ 1018 h 1449"/>
                <a:gd name="T16" fmla="*/ 361 w 1862"/>
                <a:gd name="T17" fmla="*/ 1017 h 1449"/>
                <a:gd name="T18" fmla="*/ 232 w 1862"/>
                <a:gd name="T19" fmla="*/ 891 h 1449"/>
                <a:gd name="T20" fmla="*/ 116 w 1862"/>
                <a:gd name="T21" fmla="*/ 968 h 1449"/>
                <a:gd name="T22" fmla="*/ 79 w 1862"/>
                <a:gd name="T23" fmla="*/ 962 h 1449"/>
                <a:gd name="T24" fmla="*/ 0 w 1862"/>
                <a:gd name="T25" fmla="*/ 998 h 1449"/>
                <a:gd name="T26" fmla="*/ 4 w 1862"/>
                <a:gd name="T27" fmla="*/ 1449 h 1449"/>
                <a:gd name="T28" fmla="*/ 773 w 1862"/>
                <a:gd name="T29" fmla="*/ 1443 h 1449"/>
                <a:gd name="T30" fmla="*/ 822 w 1862"/>
                <a:gd name="T31" fmla="*/ 1339 h 1449"/>
                <a:gd name="T32" fmla="*/ 768 w 1862"/>
                <a:gd name="T33" fmla="*/ 1233 h 1449"/>
                <a:gd name="T34" fmla="*/ 1421 w 1862"/>
                <a:gd name="T35" fmla="*/ 1120 h 1449"/>
                <a:gd name="T36" fmla="*/ 1772 w 1862"/>
                <a:gd name="T37" fmla="*/ 825 h 1449"/>
                <a:gd name="T38" fmla="*/ 1429 w 1862"/>
                <a:gd name="T39" fmla="*/ 0 h 1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62" h="1449">
                  <a:moveTo>
                    <a:pt x="1429" y="0"/>
                  </a:moveTo>
                  <a:cubicBezTo>
                    <a:pt x="1400" y="30"/>
                    <a:pt x="1400" y="30"/>
                    <a:pt x="1400" y="30"/>
                  </a:cubicBezTo>
                  <a:cubicBezTo>
                    <a:pt x="1694" y="320"/>
                    <a:pt x="1816" y="604"/>
                    <a:pt x="1733" y="809"/>
                  </a:cubicBezTo>
                  <a:cubicBezTo>
                    <a:pt x="1636" y="1050"/>
                    <a:pt x="1263" y="1183"/>
                    <a:pt x="653" y="1195"/>
                  </a:cubicBezTo>
                  <a:cubicBezTo>
                    <a:pt x="653" y="1192"/>
                    <a:pt x="653" y="1190"/>
                    <a:pt x="653" y="1187"/>
                  </a:cubicBezTo>
                  <a:cubicBezTo>
                    <a:pt x="653" y="1117"/>
                    <a:pt x="596" y="1061"/>
                    <a:pt x="526" y="1062"/>
                  </a:cubicBezTo>
                  <a:cubicBezTo>
                    <a:pt x="504" y="1062"/>
                    <a:pt x="483" y="1068"/>
                    <a:pt x="465" y="1078"/>
                  </a:cubicBezTo>
                  <a:cubicBezTo>
                    <a:pt x="442" y="1044"/>
                    <a:pt x="404" y="1021"/>
                    <a:pt x="361" y="1018"/>
                  </a:cubicBezTo>
                  <a:cubicBezTo>
                    <a:pt x="361" y="1017"/>
                    <a:pt x="361" y="1017"/>
                    <a:pt x="361" y="1017"/>
                  </a:cubicBezTo>
                  <a:cubicBezTo>
                    <a:pt x="360" y="947"/>
                    <a:pt x="303" y="890"/>
                    <a:pt x="232" y="891"/>
                  </a:cubicBezTo>
                  <a:cubicBezTo>
                    <a:pt x="180" y="891"/>
                    <a:pt x="136" y="923"/>
                    <a:pt x="116" y="968"/>
                  </a:cubicBezTo>
                  <a:cubicBezTo>
                    <a:pt x="105" y="964"/>
                    <a:pt x="92" y="961"/>
                    <a:pt x="79" y="962"/>
                  </a:cubicBezTo>
                  <a:cubicBezTo>
                    <a:pt x="47" y="962"/>
                    <a:pt x="19" y="976"/>
                    <a:pt x="0" y="998"/>
                  </a:cubicBezTo>
                  <a:cubicBezTo>
                    <a:pt x="4" y="1449"/>
                    <a:pt x="4" y="1449"/>
                    <a:pt x="4" y="1449"/>
                  </a:cubicBezTo>
                  <a:cubicBezTo>
                    <a:pt x="773" y="1443"/>
                    <a:pt x="773" y="1443"/>
                    <a:pt x="773" y="1443"/>
                  </a:cubicBezTo>
                  <a:cubicBezTo>
                    <a:pt x="803" y="1418"/>
                    <a:pt x="822" y="1381"/>
                    <a:pt x="822" y="1339"/>
                  </a:cubicBezTo>
                  <a:cubicBezTo>
                    <a:pt x="822" y="1296"/>
                    <a:pt x="801" y="1257"/>
                    <a:pt x="768" y="1233"/>
                  </a:cubicBezTo>
                  <a:cubicBezTo>
                    <a:pt x="1037" y="1221"/>
                    <a:pt x="1255" y="1183"/>
                    <a:pt x="1421" y="1120"/>
                  </a:cubicBezTo>
                  <a:cubicBezTo>
                    <a:pt x="1603" y="1051"/>
                    <a:pt x="1721" y="952"/>
                    <a:pt x="1772" y="825"/>
                  </a:cubicBezTo>
                  <a:cubicBezTo>
                    <a:pt x="1862" y="603"/>
                    <a:pt x="1737" y="302"/>
                    <a:pt x="1429" y="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31" name="iś1iḑê"/>
            <p:cNvSpPr/>
            <p:nvPr/>
          </p:nvSpPr>
          <p:spPr bwMode="auto">
            <a:xfrm>
              <a:off x="6756672" y="2858289"/>
              <a:ext cx="434202" cy="365773"/>
            </a:xfrm>
            <a:custGeom>
              <a:avLst/>
              <a:gdLst>
                <a:gd name="T0" fmla="*/ 0 w 225"/>
                <a:gd name="T1" fmla="*/ 34 h 190"/>
                <a:gd name="T2" fmla="*/ 65 w 225"/>
                <a:gd name="T3" fmla="*/ 153 h 190"/>
                <a:gd name="T4" fmla="*/ 225 w 225"/>
                <a:gd name="T5" fmla="*/ 190 h 190"/>
                <a:gd name="T6" fmla="*/ 34 w 225"/>
                <a:gd name="T7" fmla="*/ 0 h 190"/>
                <a:gd name="T8" fmla="*/ 0 w 225"/>
                <a:gd name="T9" fmla="*/ 34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" h="190">
                  <a:moveTo>
                    <a:pt x="0" y="34"/>
                  </a:moveTo>
                  <a:cubicBezTo>
                    <a:pt x="0" y="34"/>
                    <a:pt x="4" y="124"/>
                    <a:pt x="65" y="153"/>
                  </a:cubicBezTo>
                  <a:cubicBezTo>
                    <a:pt x="127" y="183"/>
                    <a:pt x="225" y="190"/>
                    <a:pt x="225" y="190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0" y="34"/>
                  </a:lnTo>
                  <a:close/>
                </a:path>
              </a:pathLst>
            </a:custGeom>
            <a:solidFill>
              <a:srgbClr val="FF6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32" name="îSlïdé"/>
            <p:cNvSpPr/>
            <p:nvPr/>
          </p:nvSpPr>
          <p:spPr bwMode="auto">
            <a:xfrm>
              <a:off x="6781926" y="2858289"/>
              <a:ext cx="273719" cy="232987"/>
            </a:xfrm>
            <a:custGeom>
              <a:avLst/>
              <a:gdLst>
                <a:gd name="T0" fmla="*/ 0 w 142"/>
                <a:gd name="T1" fmla="*/ 22 h 121"/>
                <a:gd name="T2" fmla="*/ 41 w 142"/>
                <a:gd name="T3" fmla="*/ 98 h 121"/>
                <a:gd name="T4" fmla="*/ 142 w 142"/>
                <a:gd name="T5" fmla="*/ 121 h 121"/>
                <a:gd name="T6" fmla="*/ 21 w 142"/>
                <a:gd name="T7" fmla="*/ 0 h 121"/>
                <a:gd name="T8" fmla="*/ 0 w 142"/>
                <a:gd name="T9" fmla="*/ 22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121">
                  <a:moveTo>
                    <a:pt x="0" y="22"/>
                  </a:moveTo>
                  <a:cubicBezTo>
                    <a:pt x="0" y="22"/>
                    <a:pt x="2" y="79"/>
                    <a:pt x="41" y="98"/>
                  </a:cubicBezTo>
                  <a:cubicBezTo>
                    <a:pt x="80" y="117"/>
                    <a:pt x="142" y="121"/>
                    <a:pt x="142" y="121"/>
                  </a:cubicBezTo>
                  <a:cubicBezTo>
                    <a:pt x="21" y="0"/>
                    <a:pt x="21" y="0"/>
                    <a:pt x="21" y="0"/>
                  </a:cubicBezTo>
                  <a:lnTo>
                    <a:pt x="0" y="22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33" name="ï$ḷïḓé"/>
            <p:cNvSpPr/>
            <p:nvPr/>
          </p:nvSpPr>
          <p:spPr bwMode="auto">
            <a:xfrm>
              <a:off x="6822658" y="2792303"/>
              <a:ext cx="368217" cy="431758"/>
            </a:xfrm>
            <a:custGeom>
              <a:avLst/>
              <a:gdLst>
                <a:gd name="T0" fmla="*/ 34 w 191"/>
                <a:gd name="T1" fmla="*/ 0 h 224"/>
                <a:gd name="T2" fmla="*/ 153 w 191"/>
                <a:gd name="T3" fmla="*/ 65 h 224"/>
                <a:gd name="T4" fmla="*/ 191 w 191"/>
                <a:gd name="T5" fmla="*/ 224 h 224"/>
                <a:gd name="T6" fmla="*/ 0 w 191"/>
                <a:gd name="T7" fmla="*/ 34 h 224"/>
                <a:gd name="T8" fmla="*/ 34 w 191"/>
                <a:gd name="T9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224">
                  <a:moveTo>
                    <a:pt x="34" y="0"/>
                  </a:moveTo>
                  <a:cubicBezTo>
                    <a:pt x="34" y="0"/>
                    <a:pt x="124" y="3"/>
                    <a:pt x="153" y="65"/>
                  </a:cubicBezTo>
                  <a:cubicBezTo>
                    <a:pt x="183" y="126"/>
                    <a:pt x="191" y="224"/>
                    <a:pt x="191" y="224"/>
                  </a:cubicBezTo>
                  <a:cubicBezTo>
                    <a:pt x="0" y="34"/>
                    <a:pt x="0" y="34"/>
                    <a:pt x="0" y="34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FF6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34" name="iSḷíḓê"/>
            <p:cNvSpPr/>
            <p:nvPr/>
          </p:nvSpPr>
          <p:spPr bwMode="auto">
            <a:xfrm>
              <a:off x="6822658" y="2815928"/>
              <a:ext cx="232987" cy="275348"/>
            </a:xfrm>
            <a:custGeom>
              <a:avLst/>
              <a:gdLst>
                <a:gd name="T0" fmla="*/ 22 w 121"/>
                <a:gd name="T1" fmla="*/ 0 h 143"/>
                <a:gd name="T2" fmla="*/ 98 w 121"/>
                <a:gd name="T3" fmla="*/ 42 h 143"/>
                <a:gd name="T4" fmla="*/ 121 w 121"/>
                <a:gd name="T5" fmla="*/ 143 h 143"/>
                <a:gd name="T6" fmla="*/ 0 w 121"/>
                <a:gd name="T7" fmla="*/ 22 h 143"/>
                <a:gd name="T8" fmla="*/ 22 w 121"/>
                <a:gd name="T9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43">
                  <a:moveTo>
                    <a:pt x="22" y="0"/>
                  </a:moveTo>
                  <a:cubicBezTo>
                    <a:pt x="22" y="0"/>
                    <a:pt x="79" y="3"/>
                    <a:pt x="98" y="42"/>
                  </a:cubicBezTo>
                  <a:cubicBezTo>
                    <a:pt x="117" y="81"/>
                    <a:pt x="121" y="143"/>
                    <a:pt x="121" y="143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35" name="iṣļíḋê"/>
            <p:cNvSpPr/>
            <p:nvPr/>
          </p:nvSpPr>
          <p:spPr bwMode="auto">
            <a:xfrm>
              <a:off x="5205600" y="1224124"/>
              <a:ext cx="1543740" cy="1559218"/>
            </a:xfrm>
            <a:custGeom>
              <a:avLst/>
              <a:gdLst>
                <a:gd name="T0" fmla="*/ 789 w 801"/>
                <a:gd name="T1" fmla="*/ 809 h 809"/>
                <a:gd name="T2" fmla="*/ 785 w 801"/>
                <a:gd name="T3" fmla="*/ 808 h 809"/>
                <a:gd name="T4" fmla="*/ 775 w 801"/>
                <a:gd name="T5" fmla="*/ 805 h 809"/>
                <a:gd name="T6" fmla="*/ 739 w 801"/>
                <a:gd name="T7" fmla="*/ 791 h 809"/>
                <a:gd name="T8" fmla="*/ 686 w 801"/>
                <a:gd name="T9" fmla="*/ 766 h 809"/>
                <a:gd name="T10" fmla="*/ 623 w 801"/>
                <a:gd name="T11" fmla="*/ 729 h 809"/>
                <a:gd name="T12" fmla="*/ 588 w 801"/>
                <a:gd name="T13" fmla="*/ 706 h 809"/>
                <a:gd name="T14" fmla="*/ 553 w 801"/>
                <a:gd name="T15" fmla="*/ 679 h 809"/>
                <a:gd name="T16" fmla="*/ 482 w 801"/>
                <a:gd name="T17" fmla="*/ 617 h 809"/>
                <a:gd name="T18" fmla="*/ 450 w 801"/>
                <a:gd name="T19" fmla="*/ 580 h 809"/>
                <a:gd name="T20" fmla="*/ 418 w 801"/>
                <a:gd name="T21" fmla="*/ 539 h 809"/>
                <a:gd name="T22" fmla="*/ 354 w 801"/>
                <a:gd name="T23" fmla="*/ 457 h 809"/>
                <a:gd name="T24" fmla="*/ 287 w 801"/>
                <a:gd name="T25" fmla="*/ 377 h 809"/>
                <a:gd name="T26" fmla="*/ 223 w 801"/>
                <a:gd name="T27" fmla="*/ 299 h 809"/>
                <a:gd name="T28" fmla="*/ 164 w 801"/>
                <a:gd name="T29" fmla="*/ 225 h 809"/>
                <a:gd name="T30" fmla="*/ 137 w 801"/>
                <a:gd name="T31" fmla="*/ 190 h 809"/>
                <a:gd name="T32" fmla="*/ 112 w 801"/>
                <a:gd name="T33" fmla="*/ 158 h 809"/>
                <a:gd name="T34" fmla="*/ 68 w 801"/>
                <a:gd name="T35" fmla="*/ 101 h 809"/>
                <a:gd name="T36" fmla="*/ 50 w 801"/>
                <a:gd name="T37" fmla="*/ 77 h 809"/>
                <a:gd name="T38" fmla="*/ 35 w 801"/>
                <a:gd name="T39" fmla="*/ 57 h 809"/>
                <a:gd name="T40" fmla="*/ 14 w 801"/>
                <a:gd name="T41" fmla="*/ 28 h 809"/>
                <a:gd name="T42" fmla="*/ 6 w 801"/>
                <a:gd name="T43" fmla="*/ 18 h 809"/>
                <a:gd name="T44" fmla="*/ 6 w 801"/>
                <a:gd name="T45" fmla="*/ 5 h 809"/>
                <a:gd name="T46" fmla="*/ 19 w 801"/>
                <a:gd name="T47" fmla="*/ 6 h 809"/>
                <a:gd name="T48" fmla="*/ 29 w 801"/>
                <a:gd name="T49" fmla="*/ 13 h 809"/>
                <a:gd name="T50" fmla="*/ 57 w 801"/>
                <a:gd name="T51" fmla="*/ 35 h 809"/>
                <a:gd name="T52" fmla="*/ 78 w 801"/>
                <a:gd name="T53" fmla="*/ 50 h 809"/>
                <a:gd name="T54" fmla="*/ 101 w 801"/>
                <a:gd name="T55" fmla="*/ 69 h 809"/>
                <a:gd name="T56" fmla="*/ 158 w 801"/>
                <a:gd name="T57" fmla="*/ 113 h 809"/>
                <a:gd name="T58" fmla="*/ 190 w 801"/>
                <a:gd name="T59" fmla="*/ 139 h 809"/>
                <a:gd name="T60" fmla="*/ 224 w 801"/>
                <a:gd name="T61" fmla="*/ 166 h 809"/>
                <a:gd name="T62" fmla="*/ 297 w 801"/>
                <a:gd name="T63" fmla="*/ 226 h 809"/>
                <a:gd name="T64" fmla="*/ 375 w 801"/>
                <a:gd name="T65" fmla="*/ 290 h 809"/>
                <a:gd name="T66" fmla="*/ 454 w 801"/>
                <a:gd name="T67" fmla="*/ 358 h 809"/>
                <a:gd name="T68" fmla="*/ 536 w 801"/>
                <a:gd name="T69" fmla="*/ 423 h 809"/>
                <a:gd name="T70" fmla="*/ 576 w 801"/>
                <a:gd name="T71" fmla="*/ 455 h 809"/>
                <a:gd name="T72" fmla="*/ 613 w 801"/>
                <a:gd name="T73" fmla="*/ 488 h 809"/>
                <a:gd name="T74" fmla="*/ 674 w 801"/>
                <a:gd name="T75" fmla="*/ 559 h 809"/>
                <a:gd name="T76" fmla="*/ 700 w 801"/>
                <a:gd name="T77" fmla="*/ 595 h 809"/>
                <a:gd name="T78" fmla="*/ 723 w 801"/>
                <a:gd name="T79" fmla="*/ 629 h 809"/>
                <a:gd name="T80" fmla="*/ 760 w 801"/>
                <a:gd name="T81" fmla="*/ 693 h 809"/>
                <a:gd name="T82" fmla="*/ 784 w 801"/>
                <a:gd name="T83" fmla="*/ 746 h 809"/>
                <a:gd name="T84" fmla="*/ 797 w 801"/>
                <a:gd name="T85" fmla="*/ 783 h 809"/>
                <a:gd name="T86" fmla="*/ 800 w 801"/>
                <a:gd name="T87" fmla="*/ 793 h 809"/>
                <a:gd name="T88" fmla="*/ 801 w 801"/>
                <a:gd name="T89" fmla="*/ 796 h 809"/>
                <a:gd name="T90" fmla="*/ 789 w 801"/>
                <a:gd name="T91" fmla="*/ 809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1" h="809">
                  <a:moveTo>
                    <a:pt x="789" y="809"/>
                  </a:moveTo>
                  <a:cubicBezTo>
                    <a:pt x="789" y="809"/>
                    <a:pt x="788" y="809"/>
                    <a:pt x="785" y="808"/>
                  </a:cubicBezTo>
                  <a:cubicBezTo>
                    <a:pt x="783" y="807"/>
                    <a:pt x="780" y="806"/>
                    <a:pt x="775" y="805"/>
                  </a:cubicBezTo>
                  <a:cubicBezTo>
                    <a:pt x="767" y="802"/>
                    <a:pt x="754" y="797"/>
                    <a:pt x="739" y="791"/>
                  </a:cubicBezTo>
                  <a:cubicBezTo>
                    <a:pt x="724" y="785"/>
                    <a:pt x="706" y="776"/>
                    <a:pt x="686" y="766"/>
                  </a:cubicBezTo>
                  <a:cubicBezTo>
                    <a:pt x="667" y="756"/>
                    <a:pt x="645" y="743"/>
                    <a:pt x="623" y="729"/>
                  </a:cubicBezTo>
                  <a:cubicBezTo>
                    <a:pt x="611" y="722"/>
                    <a:pt x="600" y="714"/>
                    <a:pt x="588" y="706"/>
                  </a:cubicBezTo>
                  <a:cubicBezTo>
                    <a:pt x="577" y="697"/>
                    <a:pt x="565" y="689"/>
                    <a:pt x="553" y="679"/>
                  </a:cubicBezTo>
                  <a:cubicBezTo>
                    <a:pt x="529" y="661"/>
                    <a:pt x="505" y="641"/>
                    <a:pt x="482" y="617"/>
                  </a:cubicBezTo>
                  <a:cubicBezTo>
                    <a:pt x="471" y="605"/>
                    <a:pt x="460" y="593"/>
                    <a:pt x="450" y="580"/>
                  </a:cubicBezTo>
                  <a:cubicBezTo>
                    <a:pt x="439" y="567"/>
                    <a:pt x="429" y="553"/>
                    <a:pt x="418" y="539"/>
                  </a:cubicBezTo>
                  <a:cubicBezTo>
                    <a:pt x="398" y="511"/>
                    <a:pt x="376" y="483"/>
                    <a:pt x="354" y="457"/>
                  </a:cubicBezTo>
                  <a:cubicBezTo>
                    <a:pt x="331" y="430"/>
                    <a:pt x="309" y="404"/>
                    <a:pt x="287" y="377"/>
                  </a:cubicBezTo>
                  <a:cubicBezTo>
                    <a:pt x="265" y="351"/>
                    <a:pt x="244" y="324"/>
                    <a:pt x="223" y="299"/>
                  </a:cubicBezTo>
                  <a:cubicBezTo>
                    <a:pt x="203" y="273"/>
                    <a:pt x="183" y="248"/>
                    <a:pt x="164" y="225"/>
                  </a:cubicBezTo>
                  <a:cubicBezTo>
                    <a:pt x="155" y="213"/>
                    <a:pt x="146" y="201"/>
                    <a:pt x="137" y="190"/>
                  </a:cubicBezTo>
                  <a:cubicBezTo>
                    <a:pt x="129" y="179"/>
                    <a:pt x="120" y="168"/>
                    <a:pt x="112" y="158"/>
                  </a:cubicBezTo>
                  <a:cubicBezTo>
                    <a:pt x="96" y="137"/>
                    <a:pt x="81" y="118"/>
                    <a:pt x="68" y="101"/>
                  </a:cubicBezTo>
                  <a:cubicBezTo>
                    <a:pt x="62" y="93"/>
                    <a:pt x="56" y="85"/>
                    <a:pt x="50" y="77"/>
                  </a:cubicBezTo>
                  <a:cubicBezTo>
                    <a:pt x="45" y="70"/>
                    <a:pt x="40" y="63"/>
                    <a:pt x="35" y="57"/>
                  </a:cubicBezTo>
                  <a:cubicBezTo>
                    <a:pt x="26" y="45"/>
                    <a:pt x="19" y="35"/>
                    <a:pt x="14" y="28"/>
                  </a:cubicBezTo>
                  <a:cubicBezTo>
                    <a:pt x="9" y="22"/>
                    <a:pt x="6" y="18"/>
                    <a:pt x="6" y="18"/>
                  </a:cubicBezTo>
                  <a:cubicBezTo>
                    <a:pt x="6" y="18"/>
                    <a:pt x="0" y="10"/>
                    <a:pt x="6" y="5"/>
                  </a:cubicBezTo>
                  <a:cubicBezTo>
                    <a:pt x="11" y="0"/>
                    <a:pt x="19" y="6"/>
                    <a:pt x="19" y="6"/>
                  </a:cubicBezTo>
                  <a:cubicBezTo>
                    <a:pt x="19" y="6"/>
                    <a:pt x="22" y="8"/>
                    <a:pt x="29" y="13"/>
                  </a:cubicBezTo>
                  <a:cubicBezTo>
                    <a:pt x="36" y="18"/>
                    <a:pt x="45" y="26"/>
                    <a:pt x="57" y="35"/>
                  </a:cubicBezTo>
                  <a:cubicBezTo>
                    <a:pt x="63" y="40"/>
                    <a:pt x="70" y="45"/>
                    <a:pt x="78" y="50"/>
                  </a:cubicBezTo>
                  <a:cubicBezTo>
                    <a:pt x="85" y="56"/>
                    <a:pt x="93" y="62"/>
                    <a:pt x="101" y="69"/>
                  </a:cubicBezTo>
                  <a:cubicBezTo>
                    <a:pt x="118" y="82"/>
                    <a:pt x="137" y="97"/>
                    <a:pt x="158" y="113"/>
                  </a:cubicBezTo>
                  <a:cubicBezTo>
                    <a:pt x="168" y="121"/>
                    <a:pt x="179" y="130"/>
                    <a:pt x="190" y="139"/>
                  </a:cubicBezTo>
                  <a:cubicBezTo>
                    <a:pt x="201" y="147"/>
                    <a:pt x="212" y="157"/>
                    <a:pt x="224" y="166"/>
                  </a:cubicBezTo>
                  <a:cubicBezTo>
                    <a:pt x="247" y="185"/>
                    <a:pt x="272" y="205"/>
                    <a:pt x="297" y="226"/>
                  </a:cubicBezTo>
                  <a:cubicBezTo>
                    <a:pt x="322" y="246"/>
                    <a:pt x="349" y="268"/>
                    <a:pt x="375" y="290"/>
                  </a:cubicBezTo>
                  <a:cubicBezTo>
                    <a:pt x="401" y="312"/>
                    <a:pt x="427" y="335"/>
                    <a:pt x="454" y="358"/>
                  </a:cubicBezTo>
                  <a:cubicBezTo>
                    <a:pt x="480" y="381"/>
                    <a:pt x="508" y="402"/>
                    <a:pt x="536" y="423"/>
                  </a:cubicBezTo>
                  <a:cubicBezTo>
                    <a:pt x="549" y="434"/>
                    <a:pt x="563" y="444"/>
                    <a:pt x="576" y="455"/>
                  </a:cubicBezTo>
                  <a:cubicBezTo>
                    <a:pt x="589" y="466"/>
                    <a:pt x="601" y="477"/>
                    <a:pt x="613" y="488"/>
                  </a:cubicBezTo>
                  <a:cubicBezTo>
                    <a:pt x="636" y="511"/>
                    <a:pt x="656" y="535"/>
                    <a:pt x="674" y="559"/>
                  </a:cubicBezTo>
                  <a:cubicBezTo>
                    <a:pt x="684" y="571"/>
                    <a:pt x="692" y="583"/>
                    <a:pt x="700" y="595"/>
                  </a:cubicBezTo>
                  <a:cubicBezTo>
                    <a:pt x="708" y="607"/>
                    <a:pt x="716" y="618"/>
                    <a:pt x="723" y="629"/>
                  </a:cubicBezTo>
                  <a:cubicBezTo>
                    <a:pt x="737" y="652"/>
                    <a:pt x="749" y="674"/>
                    <a:pt x="760" y="693"/>
                  </a:cubicBezTo>
                  <a:cubicBezTo>
                    <a:pt x="770" y="713"/>
                    <a:pt x="778" y="731"/>
                    <a:pt x="784" y="746"/>
                  </a:cubicBezTo>
                  <a:cubicBezTo>
                    <a:pt x="790" y="762"/>
                    <a:pt x="795" y="774"/>
                    <a:pt x="797" y="783"/>
                  </a:cubicBezTo>
                  <a:cubicBezTo>
                    <a:pt x="799" y="787"/>
                    <a:pt x="800" y="791"/>
                    <a:pt x="800" y="793"/>
                  </a:cubicBezTo>
                  <a:cubicBezTo>
                    <a:pt x="801" y="795"/>
                    <a:pt x="801" y="796"/>
                    <a:pt x="801" y="796"/>
                  </a:cubicBezTo>
                  <a:lnTo>
                    <a:pt x="789" y="8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36" name="ïṥḷîḓè"/>
            <p:cNvSpPr/>
            <p:nvPr/>
          </p:nvSpPr>
          <p:spPr bwMode="auto">
            <a:xfrm>
              <a:off x="6714311" y="2540580"/>
              <a:ext cx="465159" cy="336446"/>
            </a:xfrm>
            <a:custGeom>
              <a:avLst/>
              <a:gdLst>
                <a:gd name="T0" fmla="*/ 0 w 241"/>
                <a:gd name="T1" fmla="*/ 0 h 175"/>
                <a:gd name="T2" fmla="*/ 160 w 241"/>
                <a:gd name="T3" fmla="*/ 58 h 175"/>
                <a:gd name="T4" fmla="*/ 241 w 241"/>
                <a:gd name="T5" fmla="*/ 175 h 175"/>
                <a:gd name="T6" fmla="*/ 74 w 241"/>
                <a:gd name="T7" fmla="*/ 98 h 175"/>
                <a:gd name="T8" fmla="*/ 0 w 241"/>
                <a:gd name="T9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175">
                  <a:moveTo>
                    <a:pt x="0" y="0"/>
                  </a:moveTo>
                  <a:cubicBezTo>
                    <a:pt x="0" y="0"/>
                    <a:pt x="120" y="23"/>
                    <a:pt x="160" y="58"/>
                  </a:cubicBezTo>
                  <a:cubicBezTo>
                    <a:pt x="200" y="92"/>
                    <a:pt x="241" y="175"/>
                    <a:pt x="241" y="175"/>
                  </a:cubicBezTo>
                  <a:cubicBezTo>
                    <a:pt x="74" y="98"/>
                    <a:pt x="74" y="98"/>
                    <a:pt x="74" y="9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37" name="işlîḍé"/>
            <p:cNvSpPr/>
            <p:nvPr/>
          </p:nvSpPr>
          <p:spPr bwMode="auto">
            <a:xfrm>
              <a:off x="6506578" y="2744239"/>
              <a:ext cx="333187" cy="468417"/>
            </a:xfrm>
            <a:custGeom>
              <a:avLst/>
              <a:gdLst>
                <a:gd name="T0" fmla="*/ 0 w 173"/>
                <a:gd name="T1" fmla="*/ 0 h 243"/>
                <a:gd name="T2" fmla="*/ 57 w 173"/>
                <a:gd name="T3" fmla="*/ 161 h 243"/>
                <a:gd name="T4" fmla="*/ 173 w 173"/>
                <a:gd name="T5" fmla="*/ 243 h 243"/>
                <a:gd name="T6" fmla="*/ 98 w 173"/>
                <a:gd name="T7" fmla="*/ 75 h 243"/>
                <a:gd name="T8" fmla="*/ 0 w 173"/>
                <a:gd name="T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243">
                  <a:moveTo>
                    <a:pt x="0" y="0"/>
                  </a:moveTo>
                  <a:cubicBezTo>
                    <a:pt x="0" y="0"/>
                    <a:pt x="23" y="121"/>
                    <a:pt x="57" y="161"/>
                  </a:cubicBezTo>
                  <a:cubicBezTo>
                    <a:pt x="91" y="201"/>
                    <a:pt x="173" y="243"/>
                    <a:pt x="173" y="243"/>
                  </a:cubicBezTo>
                  <a:cubicBezTo>
                    <a:pt x="98" y="75"/>
                    <a:pt x="98" y="75"/>
                    <a:pt x="98" y="7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E39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38" name="išļïḑe"/>
            <p:cNvSpPr/>
            <p:nvPr/>
          </p:nvSpPr>
          <p:spPr bwMode="auto">
            <a:xfrm>
              <a:off x="6654842" y="2688844"/>
              <a:ext cx="281050" cy="279421"/>
            </a:xfrm>
            <a:custGeom>
              <a:avLst/>
              <a:gdLst>
                <a:gd name="T0" fmla="*/ 138 w 146"/>
                <a:gd name="T1" fmla="*/ 9 h 145"/>
                <a:gd name="T2" fmla="*/ 138 w 146"/>
                <a:gd name="T3" fmla="*/ 39 h 145"/>
                <a:gd name="T4" fmla="*/ 38 w 146"/>
                <a:gd name="T5" fmla="*/ 137 h 145"/>
                <a:gd name="T6" fmla="*/ 8 w 146"/>
                <a:gd name="T7" fmla="*/ 137 h 145"/>
                <a:gd name="T8" fmla="*/ 8 w 146"/>
                <a:gd name="T9" fmla="*/ 107 h 145"/>
                <a:gd name="T10" fmla="*/ 107 w 146"/>
                <a:gd name="T11" fmla="*/ 8 h 145"/>
                <a:gd name="T12" fmla="*/ 138 w 146"/>
                <a:gd name="T13" fmla="*/ 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" h="145">
                  <a:moveTo>
                    <a:pt x="138" y="9"/>
                  </a:moveTo>
                  <a:cubicBezTo>
                    <a:pt x="146" y="17"/>
                    <a:pt x="146" y="31"/>
                    <a:pt x="138" y="39"/>
                  </a:cubicBezTo>
                  <a:cubicBezTo>
                    <a:pt x="38" y="137"/>
                    <a:pt x="38" y="137"/>
                    <a:pt x="38" y="137"/>
                  </a:cubicBezTo>
                  <a:cubicBezTo>
                    <a:pt x="30" y="145"/>
                    <a:pt x="17" y="145"/>
                    <a:pt x="8" y="137"/>
                  </a:cubicBezTo>
                  <a:cubicBezTo>
                    <a:pt x="0" y="128"/>
                    <a:pt x="0" y="115"/>
                    <a:pt x="8" y="107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16" y="0"/>
                    <a:pt x="129" y="0"/>
                    <a:pt x="138" y="9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39" name="íṧḻîdé"/>
            <p:cNvSpPr/>
            <p:nvPr/>
          </p:nvSpPr>
          <p:spPr bwMode="auto">
            <a:xfrm>
              <a:off x="6348538" y="2380096"/>
              <a:ext cx="325855" cy="324226"/>
            </a:xfrm>
            <a:custGeom>
              <a:avLst/>
              <a:gdLst>
                <a:gd name="T0" fmla="*/ 159 w 169"/>
                <a:gd name="T1" fmla="*/ 10 h 168"/>
                <a:gd name="T2" fmla="*/ 160 w 169"/>
                <a:gd name="T3" fmla="*/ 45 h 168"/>
                <a:gd name="T4" fmla="*/ 45 w 169"/>
                <a:gd name="T5" fmla="*/ 158 h 168"/>
                <a:gd name="T6" fmla="*/ 10 w 169"/>
                <a:gd name="T7" fmla="*/ 158 h 168"/>
                <a:gd name="T8" fmla="*/ 10 w 169"/>
                <a:gd name="T9" fmla="*/ 123 h 168"/>
                <a:gd name="T10" fmla="*/ 125 w 169"/>
                <a:gd name="T11" fmla="*/ 10 h 168"/>
                <a:gd name="T12" fmla="*/ 159 w 169"/>
                <a:gd name="T13" fmla="*/ 1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9" h="168">
                  <a:moveTo>
                    <a:pt x="159" y="10"/>
                  </a:moveTo>
                  <a:cubicBezTo>
                    <a:pt x="169" y="20"/>
                    <a:pt x="169" y="36"/>
                    <a:pt x="160" y="45"/>
                  </a:cubicBezTo>
                  <a:cubicBezTo>
                    <a:pt x="45" y="158"/>
                    <a:pt x="45" y="158"/>
                    <a:pt x="45" y="158"/>
                  </a:cubicBezTo>
                  <a:cubicBezTo>
                    <a:pt x="35" y="168"/>
                    <a:pt x="20" y="167"/>
                    <a:pt x="10" y="158"/>
                  </a:cubicBezTo>
                  <a:cubicBezTo>
                    <a:pt x="1" y="148"/>
                    <a:pt x="0" y="132"/>
                    <a:pt x="10" y="123"/>
                  </a:cubicBezTo>
                  <a:cubicBezTo>
                    <a:pt x="125" y="10"/>
                    <a:pt x="125" y="10"/>
                    <a:pt x="125" y="10"/>
                  </a:cubicBezTo>
                  <a:cubicBezTo>
                    <a:pt x="134" y="0"/>
                    <a:pt x="150" y="1"/>
                    <a:pt x="159" y="10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40" name="íšļidê"/>
            <p:cNvSpPr/>
            <p:nvPr/>
          </p:nvSpPr>
          <p:spPr bwMode="auto">
            <a:xfrm>
              <a:off x="6434890" y="2467262"/>
              <a:ext cx="426056" cy="427685"/>
            </a:xfrm>
            <a:custGeom>
              <a:avLst/>
              <a:gdLst>
                <a:gd name="T0" fmla="*/ 0 w 523"/>
                <a:gd name="T1" fmla="*/ 267 h 525"/>
                <a:gd name="T2" fmla="*/ 289 w 523"/>
                <a:gd name="T3" fmla="*/ 525 h 525"/>
                <a:gd name="T4" fmla="*/ 523 w 523"/>
                <a:gd name="T5" fmla="*/ 291 h 525"/>
                <a:gd name="T6" fmla="*/ 272 w 523"/>
                <a:gd name="T7" fmla="*/ 0 h 525"/>
                <a:gd name="T8" fmla="*/ 0 w 523"/>
                <a:gd name="T9" fmla="*/ 267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" h="525">
                  <a:moveTo>
                    <a:pt x="0" y="267"/>
                  </a:moveTo>
                  <a:lnTo>
                    <a:pt x="289" y="525"/>
                  </a:lnTo>
                  <a:lnTo>
                    <a:pt x="523" y="291"/>
                  </a:lnTo>
                  <a:lnTo>
                    <a:pt x="272" y="0"/>
                  </a:lnTo>
                  <a:lnTo>
                    <a:pt x="0" y="267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41" name="í$ḷídé"/>
            <p:cNvSpPr/>
            <p:nvPr/>
          </p:nvSpPr>
          <p:spPr bwMode="auto">
            <a:xfrm>
              <a:off x="6597003" y="2632634"/>
              <a:ext cx="416280" cy="416280"/>
            </a:xfrm>
            <a:custGeom>
              <a:avLst/>
              <a:gdLst>
                <a:gd name="T0" fmla="*/ 3 w 216"/>
                <a:gd name="T1" fmla="*/ 0 h 216"/>
                <a:gd name="T2" fmla="*/ 6 w 216"/>
                <a:gd name="T3" fmla="*/ 2 h 216"/>
                <a:gd name="T4" fmla="*/ 15 w 216"/>
                <a:gd name="T5" fmla="*/ 6 h 216"/>
                <a:gd name="T6" fmla="*/ 44 w 216"/>
                <a:gd name="T7" fmla="*/ 25 h 216"/>
                <a:gd name="T8" fmla="*/ 53 w 216"/>
                <a:gd name="T9" fmla="*/ 32 h 216"/>
                <a:gd name="T10" fmla="*/ 63 w 216"/>
                <a:gd name="T11" fmla="*/ 39 h 216"/>
                <a:gd name="T12" fmla="*/ 81 w 216"/>
                <a:gd name="T13" fmla="*/ 57 h 216"/>
                <a:gd name="T14" fmla="*/ 91 w 216"/>
                <a:gd name="T15" fmla="*/ 67 h 216"/>
                <a:gd name="T16" fmla="*/ 100 w 216"/>
                <a:gd name="T17" fmla="*/ 77 h 216"/>
                <a:gd name="T18" fmla="*/ 118 w 216"/>
                <a:gd name="T19" fmla="*/ 99 h 216"/>
                <a:gd name="T20" fmla="*/ 137 w 216"/>
                <a:gd name="T21" fmla="*/ 120 h 216"/>
                <a:gd name="T22" fmla="*/ 155 w 216"/>
                <a:gd name="T23" fmla="*/ 140 h 216"/>
                <a:gd name="T24" fmla="*/ 171 w 216"/>
                <a:gd name="T25" fmla="*/ 160 h 216"/>
                <a:gd name="T26" fmla="*/ 186 w 216"/>
                <a:gd name="T27" fmla="*/ 177 h 216"/>
                <a:gd name="T28" fmla="*/ 199 w 216"/>
                <a:gd name="T29" fmla="*/ 192 h 216"/>
                <a:gd name="T30" fmla="*/ 208 w 216"/>
                <a:gd name="T31" fmla="*/ 204 h 216"/>
                <a:gd name="T32" fmla="*/ 216 w 216"/>
                <a:gd name="T33" fmla="*/ 214 h 216"/>
                <a:gd name="T34" fmla="*/ 214 w 216"/>
                <a:gd name="T35" fmla="*/ 216 h 216"/>
                <a:gd name="T36" fmla="*/ 204 w 216"/>
                <a:gd name="T37" fmla="*/ 208 h 216"/>
                <a:gd name="T38" fmla="*/ 192 w 216"/>
                <a:gd name="T39" fmla="*/ 198 h 216"/>
                <a:gd name="T40" fmla="*/ 178 w 216"/>
                <a:gd name="T41" fmla="*/ 186 h 216"/>
                <a:gd name="T42" fmla="*/ 160 w 216"/>
                <a:gd name="T43" fmla="*/ 171 h 216"/>
                <a:gd name="T44" fmla="*/ 141 w 216"/>
                <a:gd name="T45" fmla="*/ 154 h 216"/>
                <a:gd name="T46" fmla="*/ 120 w 216"/>
                <a:gd name="T47" fmla="*/ 136 h 216"/>
                <a:gd name="T48" fmla="*/ 99 w 216"/>
                <a:gd name="T49" fmla="*/ 118 h 216"/>
                <a:gd name="T50" fmla="*/ 77 w 216"/>
                <a:gd name="T51" fmla="*/ 99 h 216"/>
                <a:gd name="T52" fmla="*/ 67 w 216"/>
                <a:gd name="T53" fmla="*/ 91 h 216"/>
                <a:gd name="T54" fmla="*/ 57 w 216"/>
                <a:gd name="T55" fmla="*/ 81 h 216"/>
                <a:gd name="T56" fmla="*/ 39 w 216"/>
                <a:gd name="T57" fmla="*/ 63 h 216"/>
                <a:gd name="T58" fmla="*/ 32 w 216"/>
                <a:gd name="T59" fmla="*/ 53 h 216"/>
                <a:gd name="T60" fmla="*/ 25 w 216"/>
                <a:gd name="T61" fmla="*/ 44 h 216"/>
                <a:gd name="T62" fmla="*/ 6 w 216"/>
                <a:gd name="T63" fmla="*/ 15 h 216"/>
                <a:gd name="T64" fmla="*/ 2 w 216"/>
                <a:gd name="T65" fmla="*/ 6 h 216"/>
                <a:gd name="T66" fmla="*/ 0 w 216"/>
                <a:gd name="T67" fmla="*/ 3 h 216"/>
                <a:gd name="T68" fmla="*/ 3 w 216"/>
                <a:gd name="T69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6" h="216">
                  <a:moveTo>
                    <a:pt x="3" y="0"/>
                  </a:moveTo>
                  <a:cubicBezTo>
                    <a:pt x="3" y="0"/>
                    <a:pt x="4" y="1"/>
                    <a:pt x="6" y="2"/>
                  </a:cubicBezTo>
                  <a:cubicBezTo>
                    <a:pt x="8" y="3"/>
                    <a:pt x="11" y="4"/>
                    <a:pt x="15" y="6"/>
                  </a:cubicBezTo>
                  <a:cubicBezTo>
                    <a:pt x="22" y="11"/>
                    <a:pt x="33" y="17"/>
                    <a:pt x="44" y="25"/>
                  </a:cubicBezTo>
                  <a:cubicBezTo>
                    <a:pt x="47" y="27"/>
                    <a:pt x="50" y="30"/>
                    <a:pt x="53" y="32"/>
                  </a:cubicBezTo>
                  <a:cubicBezTo>
                    <a:pt x="56" y="34"/>
                    <a:pt x="59" y="37"/>
                    <a:pt x="63" y="39"/>
                  </a:cubicBezTo>
                  <a:cubicBezTo>
                    <a:pt x="69" y="45"/>
                    <a:pt x="75" y="50"/>
                    <a:pt x="81" y="57"/>
                  </a:cubicBezTo>
                  <a:cubicBezTo>
                    <a:pt x="85" y="60"/>
                    <a:pt x="88" y="63"/>
                    <a:pt x="91" y="67"/>
                  </a:cubicBezTo>
                  <a:cubicBezTo>
                    <a:pt x="94" y="70"/>
                    <a:pt x="97" y="74"/>
                    <a:pt x="100" y="77"/>
                  </a:cubicBezTo>
                  <a:cubicBezTo>
                    <a:pt x="105" y="84"/>
                    <a:pt x="112" y="92"/>
                    <a:pt x="118" y="99"/>
                  </a:cubicBezTo>
                  <a:cubicBezTo>
                    <a:pt x="124" y="106"/>
                    <a:pt x="130" y="113"/>
                    <a:pt x="137" y="120"/>
                  </a:cubicBezTo>
                  <a:cubicBezTo>
                    <a:pt x="143" y="127"/>
                    <a:pt x="149" y="134"/>
                    <a:pt x="155" y="140"/>
                  </a:cubicBezTo>
                  <a:cubicBezTo>
                    <a:pt x="160" y="147"/>
                    <a:pt x="166" y="154"/>
                    <a:pt x="171" y="160"/>
                  </a:cubicBezTo>
                  <a:cubicBezTo>
                    <a:pt x="177" y="166"/>
                    <a:pt x="182" y="172"/>
                    <a:pt x="186" y="177"/>
                  </a:cubicBezTo>
                  <a:cubicBezTo>
                    <a:pt x="191" y="183"/>
                    <a:pt x="195" y="188"/>
                    <a:pt x="199" y="192"/>
                  </a:cubicBezTo>
                  <a:cubicBezTo>
                    <a:pt x="202" y="197"/>
                    <a:pt x="206" y="200"/>
                    <a:pt x="208" y="204"/>
                  </a:cubicBezTo>
                  <a:cubicBezTo>
                    <a:pt x="213" y="210"/>
                    <a:pt x="216" y="214"/>
                    <a:pt x="216" y="214"/>
                  </a:cubicBezTo>
                  <a:cubicBezTo>
                    <a:pt x="214" y="216"/>
                    <a:pt x="214" y="216"/>
                    <a:pt x="214" y="216"/>
                  </a:cubicBezTo>
                  <a:cubicBezTo>
                    <a:pt x="214" y="216"/>
                    <a:pt x="210" y="213"/>
                    <a:pt x="204" y="208"/>
                  </a:cubicBezTo>
                  <a:cubicBezTo>
                    <a:pt x="201" y="205"/>
                    <a:pt x="197" y="202"/>
                    <a:pt x="192" y="198"/>
                  </a:cubicBezTo>
                  <a:cubicBezTo>
                    <a:pt x="188" y="195"/>
                    <a:pt x="183" y="190"/>
                    <a:pt x="178" y="186"/>
                  </a:cubicBezTo>
                  <a:cubicBezTo>
                    <a:pt x="172" y="181"/>
                    <a:pt x="166" y="176"/>
                    <a:pt x="160" y="171"/>
                  </a:cubicBezTo>
                  <a:cubicBezTo>
                    <a:pt x="154" y="166"/>
                    <a:pt x="147" y="160"/>
                    <a:pt x="141" y="154"/>
                  </a:cubicBezTo>
                  <a:cubicBezTo>
                    <a:pt x="134" y="149"/>
                    <a:pt x="127" y="143"/>
                    <a:pt x="120" y="136"/>
                  </a:cubicBezTo>
                  <a:cubicBezTo>
                    <a:pt x="113" y="130"/>
                    <a:pt x="106" y="124"/>
                    <a:pt x="99" y="118"/>
                  </a:cubicBezTo>
                  <a:cubicBezTo>
                    <a:pt x="92" y="111"/>
                    <a:pt x="84" y="105"/>
                    <a:pt x="77" y="99"/>
                  </a:cubicBezTo>
                  <a:cubicBezTo>
                    <a:pt x="74" y="96"/>
                    <a:pt x="70" y="94"/>
                    <a:pt x="67" y="91"/>
                  </a:cubicBezTo>
                  <a:cubicBezTo>
                    <a:pt x="63" y="88"/>
                    <a:pt x="60" y="85"/>
                    <a:pt x="57" y="81"/>
                  </a:cubicBezTo>
                  <a:cubicBezTo>
                    <a:pt x="50" y="75"/>
                    <a:pt x="45" y="69"/>
                    <a:pt x="39" y="63"/>
                  </a:cubicBezTo>
                  <a:cubicBezTo>
                    <a:pt x="37" y="59"/>
                    <a:pt x="34" y="56"/>
                    <a:pt x="32" y="53"/>
                  </a:cubicBezTo>
                  <a:cubicBezTo>
                    <a:pt x="30" y="50"/>
                    <a:pt x="27" y="47"/>
                    <a:pt x="25" y="44"/>
                  </a:cubicBezTo>
                  <a:cubicBezTo>
                    <a:pt x="17" y="33"/>
                    <a:pt x="11" y="23"/>
                    <a:pt x="6" y="15"/>
                  </a:cubicBezTo>
                  <a:cubicBezTo>
                    <a:pt x="4" y="11"/>
                    <a:pt x="3" y="8"/>
                    <a:pt x="2" y="6"/>
                  </a:cubicBezTo>
                  <a:cubicBezTo>
                    <a:pt x="1" y="4"/>
                    <a:pt x="0" y="3"/>
                    <a:pt x="0" y="3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2E39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42" name="ïśľíḓê"/>
            <p:cNvSpPr/>
            <p:nvPr/>
          </p:nvSpPr>
          <p:spPr bwMode="auto">
            <a:xfrm>
              <a:off x="5207229" y="1237973"/>
              <a:ext cx="1528262" cy="1545369"/>
            </a:xfrm>
            <a:custGeom>
              <a:avLst/>
              <a:gdLst>
                <a:gd name="T0" fmla="*/ 4 w 793"/>
                <a:gd name="T1" fmla="*/ 0 h 802"/>
                <a:gd name="T2" fmla="*/ 5 w 793"/>
                <a:gd name="T3" fmla="*/ 11 h 802"/>
                <a:gd name="T4" fmla="*/ 13 w 793"/>
                <a:gd name="T5" fmla="*/ 21 h 802"/>
                <a:gd name="T6" fmla="*/ 34 w 793"/>
                <a:gd name="T7" fmla="*/ 50 h 802"/>
                <a:gd name="T8" fmla="*/ 49 w 793"/>
                <a:gd name="T9" fmla="*/ 70 h 802"/>
                <a:gd name="T10" fmla="*/ 67 w 793"/>
                <a:gd name="T11" fmla="*/ 94 h 802"/>
                <a:gd name="T12" fmla="*/ 111 w 793"/>
                <a:gd name="T13" fmla="*/ 151 h 802"/>
                <a:gd name="T14" fmla="*/ 136 w 793"/>
                <a:gd name="T15" fmla="*/ 183 h 802"/>
                <a:gd name="T16" fmla="*/ 163 w 793"/>
                <a:gd name="T17" fmla="*/ 218 h 802"/>
                <a:gd name="T18" fmla="*/ 222 w 793"/>
                <a:gd name="T19" fmla="*/ 292 h 802"/>
                <a:gd name="T20" fmla="*/ 286 w 793"/>
                <a:gd name="T21" fmla="*/ 370 h 802"/>
                <a:gd name="T22" fmla="*/ 353 w 793"/>
                <a:gd name="T23" fmla="*/ 450 h 802"/>
                <a:gd name="T24" fmla="*/ 417 w 793"/>
                <a:gd name="T25" fmla="*/ 532 h 802"/>
                <a:gd name="T26" fmla="*/ 449 w 793"/>
                <a:gd name="T27" fmla="*/ 573 h 802"/>
                <a:gd name="T28" fmla="*/ 481 w 793"/>
                <a:gd name="T29" fmla="*/ 610 h 802"/>
                <a:gd name="T30" fmla="*/ 552 w 793"/>
                <a:gd name="T31" fmla="*/ 672 h 802"/>
                <a:gd name="T32" fmla="*/ 587 w 793"/>
                <a:gd name="T33" fmla="*/ 699 h 802"/>
                <a:gd name="T34" fmla="*/ 622 w 793"/>
                <a:gd name="T35" fmla="*/ 722 h 802"/>
                <a:gd name="T36" fmla="*/ 685 w 793"/>
                <a:gd name="T37" fmla="*/ 759 h 802"/>
                <a:gd name="T38" fmla="*/ 738 w 793"/>
                <a:gd name="T39" fmla="*/ 784 h 802"/>
                <a:gd name="T40" fmla="*/ 774 w 793"/>
                <a:gd name="T41" fmla="*/ 798 h 802"/>
                <a:gd name="T42" fmla="*/ 784 w 793"/>
                <a:gd name="T43" fmla="*/ 801 h 802"/>
                <a:gd name="T44" fmla="*/ 788 w 793"/>
                <a:gd name="T45" fmla="*/ 802 h 802"/>
                <a:gd name="T46" fmla="*/ 793 w 793"/>
                <a:gd name="T47" fmla="*/ 797 h 802"/>
                <a:gd name="T48" fmla="*/ 4 w 793"/>
                <a:gd name="T49" fmla="*/ 0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793" h="802">
                  <a:moveTo>
                    <a:pt x="4" y="0"/>
                  </a:moveTo>
                  <a:cubicBezTo>
                    <a:pt x="0" y="5"/>
                    <a:pt x="5" y="11"/>
                    <a:pt x="5" y="11"/>
                  </a:cubicBezTo>
                  <a:cubicBezTo>
                    <a:pt x="5" y="11"/>
                    <a:pt x="8" y="15"/>
                    <a:pt x="13" y="21"/>
                  </a:cubicBezTo>
                  <a:cubicBezTo>
                    <a:pt x="18" y="28"/>
                    <a:pt x="25" y="38"/>
                    <a:pt x="34" y="50"/>
                  </a:cubicBezTo>
                  <a:cubicBezTo>
                    <a:pt x="39" y="56"/>
                    <a:pt x="44" y="63"/>
                    <a:pt x="49" y="70"/>
                  </a:cubicBezTo>
                  <a:cubicBezTo>
                    <a:pt x="55" y="78"/>
                    <a:pt x="61" y="86"/>
                    <a:pt x="67" y="94"/>
                  </a:cubicBezTo>
                  <a:cubicBezTo>
                    <a:pt x="80" y="111"/>
                    <a:pt x="95" y="130"/>
                    <a:pt x="111" y="151"/>
                  </a:cubicBezTo>
                  <a:cubicBezTo>
                    <a:pt x="119" y="161"/>
                    <a:pt x="128" y="172"/>
                    <a:pt x="136" y="183"/>
                  </a:cubicBezTo>
                  <a:cubicBezTo>
                    <a:pt x="145" y="194"/>
                    <a:pt x="154" y="206"/>
                    <a:pt x="163" y="218"/>
                  </a:cubicBezTo>
                  <a:cubicBezTo>
                    <a:pt x="182" y="241"/>
                    <a:pt x="202" y="266"/>
                    <a:pt x="222" y="292"/>
                  </a:cubicBezTo>
                  <a:cubicBezTo>
                    <a:pt x="243" y="317"/>
                    <a:pt x="264" y="344"/>
                    <a:pt x="286" y="370"/>
                  </a:cubicBezTo>
                  <a:cubicBezTo>
                    <a:pt x="308" y="397"/>
                    <a:pt x="330" y="423"/>
                    <a:pt x="353" y="450"/>
                  </a:cubicBezTo>
                  <a:cubicBezTo>
                    <a:pt x="375" y="476"/>
                    <a:pt x="397" y="504"/>
                    <a:pt x="417" y="532"/>
                  </a:cubicBezTo>
                  <a:cubicBezTo>
                    <a:pt x="428" y="546"/>
                    <a:pt x="438" y="560"/>
                    <a:pt x="449" y="573"/>
                  </a:cubicBezTo>
                  <a:cubicBezTo>
                    <a:pt x="459" y="586"/>
                    <a:pt x="470" y="598"/>
                    <a:pt x="481" y="610"/>
                  </a:cubicBezTo>
                  <a:cubicBezTo>
                    <a:pt x="504" y="634"/>
                    <a:pt x="528" y="654"/>
                    <a:pt x="552" y="672"/>
                  </a:cubicBezTo>
                  <a:cubicBezTo>
                    <a:pt x="564" y="682"/>
                    <a:pt x="576" y="690"/>
                    <a:pt x="587" y="699"/>
                  </a:cubicBezTo>
                  <a:cubicBezTo>
                    <a:pt x="599" y="707"/>
                    <a:pt x="610" y="715"/>
                    <a:pt x="622" y="722"/>
                  </a:cubicBezTo>
                  <a:cubicBezTo>
                    <a:pt x="644" y="736"/>
                    <a:pt x="666" y="749"/>
                    <a:pt x="685" y="759"/>
                  </a:cubicBezTo>
                  <a:cubicBezTo>
                    <a:pt x="705" y="769"/>
                    <a:pt x="723" y="778"/>
                    <a:pt x="738" y="784"/>
                  </a:cubicBezTo>
                  <a:cubicBezTo>
                    <a:pt x="753" y="790"/>
                    <a:pt x="766" y="795"/>
                    <a:pt x="774" y="798"/>
                  </a:cubicBezTo>
                  <a:cubicBezTo>
                    <a:pt x="779" y="799"/>
                    <a:pt x="782" y="800"/>
                    <a:pt x="784" y="801"/>
                  </a:cubicBezTo>
                  <a:cubicBezTo>
                    <a:pt x="787" y="802"/>
                    <a:pt x="788" y="802"/>
                    <a:pt x="788" y="802"/>
                  </a:cubicBezTo>
                  <a:cubicBezTo>
                    <a:pt x="793" y="797"/>
                    <a:pt x="793" y="797"/>
                    <a:pt x="793" y="797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43" name="íṣļïdê"/>
            <p:cNvSpPr/>
            <p:nvPr/>
          </p:nvSpPr>
          <p:spPr bwMode="auto">
            <a:xfrm>
              <a:off x="6506578" y="2744239"/>
              <a:ext cx="333187" cy="468417"/>
            </a:xfrm>
            <a:custGeom>
              <a:avLst/>
              <a:gdLst>
                <a:gd name="T0" fmla="*/ 0 w 173"/>
                <a:gd name="T1" fmla="*/ 0 h 243"/>
                <a:gd name="T2" fmla="*/ 57 w 173"/>
                <a:gd name="T3" fmla="*/ 161 h 243"/>
                <a:gd name="T4" fmla="*/ 173 w 173"/>
                <a:gd name="T5" fmla="*/ 243 h 243"/>
                <a:gd name="T6" fmla="*/ 98 w 173"/>
                <a:gd name="T7" fmla="*/ 75 h 243"/>
                <a:gd name="T8" fmla="*/ 0 w 173"/>
                <a:gd name="T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243">
                  <a:moveTo>
                    <a:pt x="0" y="0"/>
                  </a:moveTo>
                  <a:cubicBezTo>
                    <a:pt x="0" y="0"/>
                    <a:pt x="23" y="121"/>
                    <a:pt x="57" y="161"/>
                  </a:cubicBezTo>
                  <a:cubicBezTo>
                    <a:pt x="91" y="201"/>
                    <a:pt x="173" y="243"/>
                    <a:pt x="173" y="243"/>
                  </a:cubicBezTo>
                  <a:cubicBezTo>
                    <a:pt x="98" y="75"/>
                    <a:pt x="98" y="75"/>
                    <a:pt x="98" y="7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44" name="í$1îdè"/>
            <p:cNvSpPr/>
            <p:nvPr/>
          </p:nvSpPr>
          <p:spPr bwMode="auto">
            <a:xfrm>
              <a:off x="6654842" y="2802079"/>
              <a:ext cx="167816" cy="166186"/>
            </a:xfrm>
            <a:custGeom>
              <a:avLst/>
              <a:gdLst>
                <a:gd name="T0" fmla="*/ 56 w 87"/>
                <a:gd name="T1" fmla="*/ 0 h 86"/>
                <a:gd name="T2" fmla="*/ 8 w 87"/>
                <a:gd name="T3" fmla="*/ 48 h 86"/>
                <a:gd name="T4" fmla="*/ 8 w 87"/>
                <a:gd name="T5" fmla="*/ 78 h 86"/>
                <a:gd name="T6" fmla="*/ 38 w 87"/>
                <a:gd name="T7" fmla="*/ 78 h 86"/>
                <a:gd name="T8" fmla="*/ 87 w 87"/>
                <a:gd name="T9" fmla="*/ 30 h 86"/>
                <a:gd name="T10" fmla="*/ 56 w 87"/>
                <a:gd name="T1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7" h="86">
                  <a:moveTo>
                    <a:pt x="56" y="0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0" y="56"/>
                    <a:pt x="0" y="69"/>
                    <a:pt x="8" y="78"/>
                  </a:cubicBezTo>
                  <a:cubicBezTo>
                    <a:pt x="17" y="86"/>
                    <a:pt x="30" y="86"/>
                    <a:pt x="38" y="78"/>
                  </a:cubicBezTo>
                  <a:cubicBezTo>
                    <a:pt x="87" y="30"/>
                    <a:pt x="87" y="30"/>
                    <a:pt x="87" y="30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45" name="ïśľiḋê"/>
            <p:cNvSpPr/>
            <p:nvPr/>
          </p:nvSpPr>
          <p:spPr bwMode="auto">
            <a:xfrm>
              <a:off x="6348538" y="2511253"/>
              <a:ext cx="194699" cy="193069"/>
            </a:xfrm>
            <a:custGeom>
              <a:avLst/>
              <a:gdLst>
                <a:gd name="T0" fmla="*/ 66 w 101"/>
                <a:gd name="T1" fmla="*/ 0 h 100"/>
                <a:gd name="T2" fmla="*/ 10 w 101"/>
                <a:gd name="T3" fmla="*/ 55 h 100"/>
                <a:gd name="T4" fmla="*/ 10 w 101"/>
                <a:gd name="T5" fmla="*/ 90 h 100"/>
                <a:gd name="T6" fmla="*/ 45 w 101"/>
                <a:gd name="T7" fmla="*/ 90 h 100"/>
                <a:gd name="T8" fmla="*/ 101 w 101"/>
                <a:gd name="T9" fmla="*/ 35 h 100"/>
                <a:gd name="T10" fmla="*/ 66 w 101"/>
                <a:gd name="T11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" h="100">
                  <a:moveTo>
                    <a:pt x="66" y="0"/>
                  </a:moveTo>
                  <a:cubicBezTo>
                    <a:pt x="10" y="55"/>
                    <a:pt x="10" y="55"/>
                    <a:pt x="10" y="55"/>
                  </a:cubicBezTo>
                  <a:cubicBezTo>
                    <a:pt x="0" y="64"/>
                    <a:pt x="1" y="80"/>
                    <a:pt x="10" y="90"/>
                  </a:cubicBezTo>
                  <a:cubicBezTo>
                    <a:pt x="20" y="99"/>
                    <a:pt x="35" y="100"/>
                    <a:pt x="45" y="90"/>
                  </a:cubicBezTo>
                  <a:cubicBezTo>
                    <a:pt x="101" y="35"/>
                    <a:pt x="101" y="35"/>
                    <a:pt x="101" y="35"/>
                  </a:cubicBezTo>
                  <a:lnTo>
                    <a:pt x="66" y="0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46" name="îšḻíḋe"/>
            <p:cNvSpPr/>
            <p:nvPr/>
          </p:nvSpPr>
          <p:spPr bwMode="auto">
            <a:xfrm>
              <a:off x="6434890" y="2578868"/>
              <a:ext cx="327485" cy="316080"/>
            </a:xfrm>
            <a:custGeom>
              <a:avLst/>
              <a:gdLst>
                <a:gd name="T0" fmla="*/ 133 w 402"/>
                <a:gd name="T1" fmla="*/ 0 h 388"/>
                <a:gd name="T2" fmla="*/ 0 w 402"/>
                <a:gd name="T3" fmla="*/ 130 h 388"/>
                <a:gd name="T4" fmla="*/ 289 w 402"/>
                <a:gd name="T5" fmla="*/ 388 h 388"/>
                <a:gd name="T6" fmla="*/ 402 w 402"/>
                <a:gd name="T7" fmla="*/ 274 h 388"/>
                <a:gd name="T8" fmla="*/ 133 w 402"/>
                <a:gd name="T9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2" h="388">
                  <a:moveTo>
                    <a:pt x="133" y="0"/>
                  </a:moveTo>
                  <a:lnTo>
                    <a:pt x="0" y="130"/>
                  </a:lnTo>
                  <a:lnTo>
                    <a:pt x="289" y="388"/>
                  </a:lnTo>
                  <a:lnTo>
                    <a:pt x="402" y="274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47" name="ïṧḷiďè"/>
            <p:cNvSpPr/>
            <p:nvPr/>
          </p:nvSpPr>
          <p:spPr bwMode="auto">
            <a:xfrm>
              <a:off x="6597003" y="2636707"/>
              <a:ext cx="406505" cy="406505"/>
            </a:xfrm>
            <a:custGeom>
              <a:avLst/>
              <a:gdLst>
                <a:gd name="T0" fmla="*/ 1 w 211"/>
                <a:gd name="T1" fmla="*/ 0 h 211"/>
                <a:gd name="T2" fmla="*/ 0 w 211"/>
                <a:gd name="T3" fmla="*/ 1 h 211"/>
                <a:gd name="T4" fmla="*/ 2 w 211"/>
                <a:gd name="T5" fmla="*/ 4 h 211"/>
                <a:gd name="T6" fmla="*/ 6 w 211"/>
                <a:gd name="T7" fmla="*/ 13 h 211"/>
                <a:gd name="T8" fmla="*/ 25 w 211"/>
                <a:gd name="T9" fmla="*/ 42 h 211"/>
                <a:gd name="T10" fmla="*/ 32 w 211"/>
                <a:gd name="T11" fmla="*/ 51 h 211"/>
                <a:gd name="T12" fmla="*/ 39 w 211"/>
                <a:gd name="T13" fmla="*/ 61 h 211"/>
                <a:gd name="T14" fmla="*/ 57 w 211"/>
                <a:gd name="T15" fmla="*/ 79 h 211"/>
                <a:gd name="T16" fmla="*/ 67 w 211"/>
                <a:gd name="T17" fmla="*/ 89 h 211"/>
                <a:gd name="T18" fmla="*/ 77 w 211"/>
                <a:gd name="T19" fmla="*/ 97 h 211"/>
                <a:gd name="T20" fmla="*/ 99 w 211"/>
                <a:gd name="T21" fmla="*/ 116 h 211"/>
                <a:gd name="T22" fmla="*/ 120 w 211"/>
                <a:gd name="T23" fmla="*/ 134 h 211"/>
                <a:gd name="T24" fmla="*/ 141 w 211"/>
                <a:gd name="T25" fmla="*/ 152 h 211"/>
                <a:gd name="T26" fmla="*/ 160 w 211"/>
                <a:gd name="T27" fmla="*/ 169 h 211"/>
                <a:gd name="T28" fmla="*/ 178 w 211"/>
                <a:gd name="T29" fmla="*/ 184 h 211"/>
                <a:gd name="T30" fmla="*/ 192 w 211"/>
                <a:gd name="T31" fmla="*/ 196 h 211"/>
                <a:gd name="T32" fmla="*/ 204 w 211"/>
                <a:gd name="T33" fmla="*/ 206 h 211"/>
                <a:gd name="T34" fmla="*/ 211 w 211"/>
                <a:gd name="T35" fmla="*/ 211 h 211"/>
                <a:gd name="T36" fmla="*/ 1 w 211"/>
                <a:gd name="T37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1" h="21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2"/>
                    <a:pt x="2" y="4"/>
                  </a:cubicBezTo>
                  <a:cubicBezTo>
                    <a:pt x="3" y="6"/>
                    <a:pt x="4" y="9"/>
                    <a:pt x="6" y="13"/>
                  </a:cubicBezTo>
                  <a:cubicBezTo>
                    <a:pt x="11" y="21"/>
                    <a:pt x="17" y="31"/>
                    <a:pt x="25" y="42"/>
                  </a:cubicBezTo>
                  <a:cubicBezTo>
                    <a:pt x="27" y="45"/>
                    <a:pt x="30" y="48"/>
                    <a:pt x="32" y="51"/>
                  </a:cubicBezTo>
                  <a:cubicBezTo>
                    <a:pt x="34" y="54"/>
                    <a:pt x="37" y="57"/>
                    <a:pt x="39" y="61"/>
                  </a:cubicBezTo>
                  <a:cubicBezTo>
                    <a:pt x="45" y="67"/>
                    <a:pt x="50" y="73"/>
                    <a:pt x="57" y="79"/>
                  </a:cubicBezTo>
                  <a:cubicBezTo>
                    <a:pt x="60" y="83"/>
                    <a:pt x="63" y="86"/>
                    <a:pt x="67" y="89"/>
                  </a:cubicBezTo>
                  <a:cubicBezTo>
                    <a:pt x="70" y="92"/>
                    <a:pt x="74" y="94"/>
                    <a:pt x="77" y="97"/>
                  </a:cubicBezTo>
                  <a:cubicBezTo>
                    <a:pt x="84" y="103"/>
                    <a:pt x="92" y="109"/>
                    <a:pt x="99" y="116"/>
                  </a:cubicBezTo>
                  <a:cubicBezTo>
                    <a:pt x="106" y="122"/>
                    <a:pt x="113" y="128"/>
                    <a:pt x="120" y="134"/>
                  </a:cubicBezTo>
                  <a:cubicBezTo>
                    <a:pt x="127" y="141"/>
                    <a:pt x="134" y="147"/>
                    <a:pt x="141" y="152"/>
                  </a:cubicBezTo>
                  <a:cubicBezTo>
                    <a:pt x="147" y="158"/>
                    <a:pt x="154" y="164"/>
                    <a:pt x="160" y="169"/>
                  </a:cubicBezTo>
                  <a:cubicBezTo>
                    <a:pt x="166" y="174"/>
                    <a:pt x="172" y="179"/>
                    <a:pt x="178" y="184"/>
                  </a:cubicBezTo>
                  <a:cubicBezTo>
                    <a:pt x="183" y="188"/>
                    <a:pt x="188" y="193"/>
                    <a:pt x="192" y="196"/>
                  </a:cubicBezTo>
                  <a:cubicBezTo>
                    <a:pt x="197" y="200"/>
                    <a:pt x="201" y="203"/>
                    <a:pt x="204" y="206"/>
                  </a:cubicBezTo>
                  <a:cubicBezTo>
                    <a:pt x="207" y="208"/>
                    <a:pt x="209" y="210"/>
                    <a:pt x="211" y="21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48" name="îSḻidé"/>
            <p:cNvSpPr/>
            <p:nvPr/>
          </p:nvSpPr>
          <p:spPr bwMode="auto">
            <a:xfrm>
              <a:off x="6456070" y="4799572"/>
              <a:ext cx="158040" cy="15804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49" name="ïṩḻïďê"/>
            <p:cNvSpPr/>
            <p:nvPr/>
          </p:nvSpPr>
          <p:spPr bwMode="auto">
            <a:xfrm>
              <a:off x="6592930" y="4672489"/>
              <a:ext cx="67615" cy="6761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50" name="ïṧlíḍê"/>
            <p:cNvSpPr/>
            <p:nvPr/>
          </p:nvSpPr>
          <p:spPr bwMode="auto">
            <a:xfrm>
              <a:off x="7470295" y="5214223"/>
              <a:ext cx="269645" cy="2712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</p:grpSp>
      <p:grpSp>
        <p:nvGrpSpPr>
          <p:cNvPr id="351" name="f454d70a-f675-4d4e-b831-2f54af3bb78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7998280" y="2177748"/>
            <a:ext cx="810143" cy="896975"/>
            <a:chOff x="3794919" y="1130300"/>
            <a:chExt cx="4602162" cy="5095426"/>
          </a:xfrm>
        </p:grpSpPr>
        <p:sp>
          <p:nvSpPr>
            <p:cNvPr id="352" name="iŝḻîḓê"/>
            <p:cNvSpPr/>
            <p:nvPr/>
          </p:nvSpPr>
          <p:spPr bwMode="auto">
            <a:xfrm>
              <a:off x="4684752" y="2698218"/>
              <a:ext cx="1396560" cy="970616"/>
            </a:xfrm>
            <a:custGeom>
              <a:avLst/>
              <a:gdLst>
                <a:gd name="T0" fmla="*/ 512 w 549"/>
                <a:gd name="T1" fmla="*/ 287 h 382"/>
                <a:gd name="T2" fmla="*/ 549 w 549"/>
                <a:gd name="T3" fmla="*/ 365 h 382"/>
                <a:gd name="T4" fmla="*/ 305 w 549"/>
                <a:gd name="T5" fmla="*/ 350 h 382"/>
                <a:gd name="T6" fmla="*/ 43 w 549"/>
                <a:gd name="T7" fmla="*/ 0 h 382"/>
                <a:gd name="T8" fmla="*/ 60 w 549"/>
                <a:gd name="T9" fmla="*/ 3 h 382"/>
                <a:gd name="T10" fmla="*/ 77 w 549"/>
                <a:gd name="T11" fmla="*/ 7 h 382"/>
                <a:gd name="T12" fmla="*/ 129 w 549"/>
                <a:gd name="T13" fmla="*/ 71 h 382"/>
                <a:gd name="T14" fmla="*/ 512 w 549"/>
                <a:gd name="T15" fmla="*/ 287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9" h="382">
                  <a:moveTo>
                    <a:pt x="512" y="287"/>
                  </a:moveTo>
                  <a:cubicBezTo>
                    <a:pt x="549" y="365"/>
                    <a:pt x="549" y="365"/>
                    <a:pt x="549" y="365"/>
                  </a:cubicBezTo>
                  <a:cubicBezTo>
                    <a:pt x="549" y="365"/>
                    <a:pt x="540" y="382"/>
                    <a:pt x="305" y="350"/>
                  </a:cubicBezTo>
                  <a:cubicBezTo>
                    <a:pt x="0" y="308"/>
                    <a:pt x="21" y="81"/>
                    <a:pt x="43" y="0"/>
                  </a:cubicBezTo>
                  <a:cubicBezTo>
                    <a:pt x="51" y="4"/>
                    <a:pt x="56" y="3"/>
                    <a:pt x="60" y="3"/>
                  </a:cubicBezTo>
                  <a:cubicBezTo>
                    <a:pt x="64" y="2"/>
                    <a:pt x="68" y="2"/>
                    <a:pt x="77" y="7"/>
                  </a:cubicBezTo>
                  <a:cubicBezTo>
                    <a:pt x="98" y="21"/>
                    <a:pt x="121" y="46"/>
                    <a:pt x="129" y="71"/>
                  </a:cubicBezTo>
                  <a:cubicBezTo>
                    <a:pt x="129" y="71"/>
                    <a:pt x="197" y="291"/>
                    <a:pt x="512" y="287"/>
                  </a:cubicBezTo>
                </a:path>
              </a:pathLst>
            </a:custGeom>
            <a:solidFill>
              <a:srgbClr val="7994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53" name="ïsľídè"/>
            <p:cNvSpPr/>
            <p:nvPr/>
          </p:nvSpPr>
          <p:spPr bwMode="auto">
            <a:xfrm>
              <a:off x="4794910" y="2698218"/>
              <a:ext cx="1286402" cy="937568"/>
            </a:xfrm>
            <a:custGeom>
              <a:avLst/>
              <a:gdLst>
                <a:gd name="T0" fmla="*/ 506 w 506"/>
                <a:gd name="T1" fmla="*/ 365 h 369"/>
                <a:gd name="T2" fmla="*/ 486 w 506"/>
                <a:gd name="T3" fmla="*/ 369 h 369"/>
                <a:gd name="T4" fmla="*/ 486 w 506"/>
                <a:gd name="T5" fmla="*/ 369 h 369"/>
                <a:gd name="T6" fmla="*/ 506 w 506"/>
                <a:gd name="T7" fmla="*/ 365 h 369"/>
                <a:gd name="T8" fmla="*/ 269 w 506"/>
                <a:gd name="T9" fmla="*/ 351 h 369"/>
                <a:gd name="T10" fmla="*/ 269 w 506"/>
                <a:gd name="T11" fmla="*/ 351 h 369"/>
                <a:gd name="T12" fmla="*/ 269 w 506"/>
                <a:gd name="T13" fmla="*/ 351 h 369"/>
                <a:gd name="T14" fmla="*/ 262 w 506"/>
                <a:gd name="T15" fmla="*/ 350 h 369"/>
                <a:gd name="T16" fmla="*/ 263 w 506"/>
                <a:gd name="T17" fmla="*/ 350 h 369"/>
                <a:gd name="T18" fmla="*/ 262 w 506"/>
                <a:gd name="T19" fmla="*/ 350 h 369"/>
                <a:gd name="T20" fmla="*/ 495 w 506"/>
                <a:gd name="T21" fmla="*/ 343 h 369"/>
                <a:gd name="T22" fmla="*/ 495 w 506"/>
                <a:gd name="T23" fmla="*/ 343 h 369"/>
                <a:gd name="T24" fmla="*/ 506 w 506"/>
                <a:gd name="T25" fmla="*/ 365 h 369"/>
                <a:gd name="T26" fmla="*/ 506 w 506"/>
                <a:gd name="T27" fmla="*/ 365 h 369"/>
                <a:gd name="T28" fmla="*/ 495 w 506"/>
                <a:gd name="T29" fmla="*/ 343 h 369"/>
                <a:gd name="T30" fmla="*/ 0 w 506"/>
                <a:gd name="T31" fmla="*/ 0 h 369"/>
                <a:gd name="T32" fmla="*/ 0 w 506"/>
                <a:gd name="T33" fmla="*/ 0 h 369"/>
                <a:gd name="T34" fmla="*/ 10 w 506"/>
                <a:gd name="T35" fmla="*/ 3 h 369"/>
                <a:gd name="T36" fmla="*/ 10 w 506"/>
                <a:gd name="T37" fmla="*/ 3 h 369"/>
                <a:gd name="T38" fmla="*/ 0 w 506"/>
                <a:gd name="T39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06" h="369">
                  <a:moveTo>
                    <a:pt x="506" y="365"/>
                  </a:moveTo>
                  <a:cubicBezTo>
                    <a:pt x="506" y="365"/>
                    <a:pt x="504" y="368"/>
                    <a:pt x="486" y="369"/>
                  </a:cubicBezTo>
                  <a:cubicBezTo>
                    <a:pt x="486" y="369"/>
                    <a:pt x="486" y="369"/>
                    <a:pt x="486" y="369"/>
                  </a:cubicBezTo>
                  <a:cubicBezTo>
                    <a:pt x="504" y="368"/>
                    <a:pt x="506" y="365"/>
                    <a:pt x="506" y="365"/>
                  </a:cubicBezTo>
                  <a:moveTo>
                    <a:pt x="269" y="351"/>
                  </a:moveTo>
                  <a:cubicBezTo>
                    <a:pt x="269" y="351"/>
                    <a:pt x="269" y="351"/>
                    <a:pt x="269" y="351"/>
                  </a:cubicBezTo>
                  <a:cubicBezTo>
                    <a:pt x="269" y="351"/>
                    <a:pt x="269" y="351"/>
                    <a:pt x="269" y="351"/>
                  </a:cubicBezTo>
                  <a:moveTo>
                    <a:pt x="262" y="350"/>
                  </a:moveTo>
                  <a:cubicBezTo>
                    <a:pt x="262" y="350"/>
                    <a:pt x="263" y="350"/>
                    <a:pt x="263" y="350"/>
                  </a:cubicBezTo>
                  <a:cubicBezTo>
                    <a:pt x="263" y="350"/>
                    <a:pt x="262" y="350"/>
                    <a:pt x="262" y="350"/>
                  </a:cubicBezTo>
                  <a:moveTo>
                    <a:pt x="495" y="343"/>
                  </a:moveTo>
                  <a:cubicBezTo>
                    <a:pt x="495" y="343"/>
                    <a:pt x="495" y="343"/>
                    <a:pt x="495" y="343"/>
                  </a:cubicBezTo>
                  <a:cubicBezTo>
                    <a:pt x="506" y="365"/>
                    <a:pt x="506" y="365"/>
                    <a:pt x="506" y="365"/>
                  </a:cubicBezTo>
                  <a:cubicBezTo>
                    <a:pt x="506" y="365"/>
                    <a:pt x="506" y="365"/>
                    <a:pt x="506" y="365"/>
                  </a:cubicBezTo>
                  <a:cubicBezTo>
                    <a:pt x="495" y="343"/>
                    <a:pt x="495" y="343"/>
                    <a:pt x="495" y="34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2"/>
                    <a:pt x="7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7" y="3"/>
                    <a:pt x="4" y="2"/>
                    <a:pt x="0" y="0"/>
                  </a:cubicBez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54" name="ï$lîďe"/>
            <p:cNvSpPr/>
            <p:nvPr/>
          </p:nvSpPr>
          <p:spPr bwMode="auto">
            <a:xfrm>
              <a:off x="4794910" y="2698218"/>
              <a:ext cx="1286402" cy="937568"/>
            </a:xfrm>
            <a:custGeom>
              <a:avLst/>
              <a:gdLst>
                <a:gd name="T0" fmla="*/ 495 w 506"/>
                <a:gd name="T1" fmla="*/ 343 h 369"/>
                <a:gd name="T2" fmla="*/ 495 w 506"/>
                <a:gd name="T3" fmla="*/ 348 h 369"/>
                <a:gd name="T4" fmla="*/ 486 w 506"/>
                <a:gd name="T5" fmla="*/ 369 h 369"/>
                <a:gd name="T6" fmla="*/ 506 w 506"/>
                <a:gd name="T7" fmla="*/ 365 h 369"/>
                <a:gd name="T8" fmla="*/ 506 w 506"/>
                <a:gd name="T9" fmla="*/ 365 h 369"/>
                <a:gd name="T10" fmla="*/ 495 w 506"/>
                <a:gd name="T11" fmla="*/ 343 h 369"/>
                <a:gd name="T12" fmla="*/ 63 w 506"/>
                <a:gd name="T13" fmla="*/ 156 h 369"/>
                <a:gd name="T14" fmla="*/ 73 w 506"/>
                <a:gd name="T15" fmla="*/ 270 h 369"/>
                <a:gd name="T16" fmla="*/ 74 w 506"/>
                <a:gd name="T17" fmla="*/ 277 h 369"/>
                <a:gd name="T18" fmla="*/ 262 w 506"/>
                <a:gd name="T19" fmla="*/ 350 h 369"/>
                <a:gd name="T20" fmla="*/ 262 w 506"/>
                <a:gd name="T21" fmla="*/ 350 h 369"/>
                <a:gd name="T22" fmla="*/ 263 w 506"/>
                <a:gd name="T23" fmla="*/ 350 h 369"/>
                <a:gd name="T24" fmla="*/ 269 w 506"/>
                <a:gd name="T25" fmla="*/ 351 h 369"/>
                <a:gd name="T26" fmla="*/ 269 w 506"/>
                <a:gd name="T27" fmla="*/ 351 h 369"/>
                <a:gd name="T28" fmla="*/ 286 w 506"/>
                <a:gd name="T29" fmla="*/ 353 h 369"/>
                <a:gd name="T30" fmla="*/ 295 w 506"/>
                <a:gd name="T31" fmla="*/ 344 h 369"/>
                <a:gd name="T32" fmla="*/ 298 w 506"/>
                <a:gd name="T33" fmla="*/ 343 h 369"/>
                <a:gd name="T34" fmla="*/ 300 w 506"/>
                <a:gd name="T35" fmla="*/ 338 h 369"/>
                <a:gd name="T36" fmla="*/ 301 w 506"/>
                <a:gd name="T37" fmla="*/ 342 h 369"/>
                <a:gd name="T38" fmla="*/ 342 w 506"/>
                <a:gd name="T39" fmla="*/ 328 h 369"/>
                <a:gd name="T40" fmla="*/ 354 w 506"/>
                <a:gd name="T41" fmla="*/ 323 h 369"/>
                <a:gd name="T42" fmla="*/ 279 w 506"/>
                <a:gd name="T43" fmla="*/ 311 h 369"/>
                <a:gd name="T44" fmla="*/ 114 w 506"/>
                <a:gd name="T45" fmla="*/ 221 h 369"/>
                <a:gd name="T46" fmla="*/ 63 w 506"/>
                <a:gd name="T47" fmla="*/ 156 h 369"/>
                <a:gd name="T48" fmla="*/ 0 w 506"/>
                <a:gd name="T49" fmla="*/ 0 h 369"/>
                <a:gd name="T50" fmla="*/ 7 w 506"/>
                <a:gd name="T51" fmla="*/ 19 h 369"/>
                <a:gd name="T52" fmla="*/ 8 w 506"/>
                <a:gd name="T53" fmla="*/ 3 h 369"/>
                <a:gd name="T54" fmla="*/ 11 w 506"/>
                <a:gd name="T55" fmla="*/ 5 h 369"/>
                <a:gd name="T56" fmla="*/ 10 w 506"/>
                <a:gd name="T57" fmla="*/ 3 h 369"/>
                <a:gd name="T58" fmla="*/ 0 w 506"/>
                <a:gd name="T59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6" h="369">
                  <a:moveTo>
                    <a:pt x="495" y="343"/>
                  </a:moveTo>
                  <a:cubicBezTo>
                    <a:pt x="495" y="345"/>
                    <a:pt x="495" y="347"/>
                    <a:pt x="495" y="348"/>
                  </a:cubicBezTo>
                  <a:cubicBezTo>
                    <a:pt x="494" y="356"/>
                    <a:pt x="491" y="363"/>
                    <a:pt x="486" y="369"/>
                  </a:cubicBezTo>
                  <a:cubicBezTo>
                    <a:pt x="504" y="368"/>
                    <a:pt x="506" y="365"/>
                    <a:pt x="506" y="365"/>
                  </a:cubicBezTo>
                  <a:cubicBezTo>
                    <a:pt x="506" y="365"/>
                    <a:pt x="506" y="365"/>
                    <a:pt x="506" y="365"/>
                  </a:cubicBezTo>
                  <a:cubicBezTo>
                    <a:pt x="495" y="343"/>
                    <a:pt x="495" y="343"/>
                    <a:pt x="495" y="343"/>
                  </a:cubicBezTo>
                  <a:moveTo>
                    <a:pt x="63" y="156"/>
                  </a:moveTo>
                  <a:cubicBezTo>
                    <a:pt x="73" y="270"/>
                    <a:pt x="73" y="270"/>
                    <a:pt x="73" y="270"/>
                  </a:cubicBezTo>
                  <a:cubicBezTo>
                    <a:pt x="74" y="277"/>
                    <a:pt x="74" y="277"/>
                    <a:pt x="74" y="277"/>
                  </a:cubicBezTo>
                  <a:cubicBezTo>
                    <a:pt x="115" y="312"/>
                    <a:pt x="175" y="338"/>
                    <a:pt x="262" y="350"/>
                  </a:cubicBezTo>
                  <a:cubicBezTo>
                    <a:pt x="262" y="350"/>
                    <a:pt x="262" y="350"/>
                    <a:pt x="262" y="350"/>
                  </a:cubicBezTo>
                  <a:cubicBezTo>
                    <a:pt x="262" y="350"/>
                    <a:pt x="263" y="350"/>
                    <a:pt x="263" y="350"/>
                  </a:cubicBezTo>
                  <a:cubicBezTo>
                    <a:pt x="265" y="351"/>
                    <a:pt x="267" y="351"/>
                    <a:pt x="269" y="351"/>
                  </a:cubicBezTo>
                  <a:cubicBezTo>
                    <a:pt x="269" y="351"/>
                    <a:pt x="269" y="351"/>
                    <a:pt x="269" y="351"/>
                  </a:cubicBezTo>
                  <a:cubicBezTo>
                    <a:pt x="275" y="352"/>
                    <a:pt x="280" y="353"/>
                    <a:pt x="286" y="353"/>
                  </a:cubicBezTo>
                  <a:cubicBezTo>
                    <a:pt x="287" y="349"/>
                    <a:pt x="290" y="346"/>
                    <a:pt x="295" y="344"/>
                  </a:cubicBezTo>
                  <a:cubicBezTo>
                    <a:pt x="298" y="343"/>
                    <a:pt x="298" y="343"/>
                    <a:pt x="298" y="343"/>
                  </a:cubicBezTo>
                  <a:cubicBezTo>
                    <a:pt x="298" y="341"/>
                    <a:pt x="299" y="339"/>
                    <a:pt x="300" y="338"/>
                  </a:cubicBezTo>
                  <a:cubicBezTo>
                    <a:pt x="301" y="342"/>
                    <a:pt x="301" y="342"/>
                    <a:pt x="301" y="342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54" y="323"/>
                    <a:pt x="354" y="323"/>
                    <a:pt x="354" y="323"/>
                  </a:cubicBezTo>
                  <a:cubicBezTo>
                    <a:pt x="328" y="321"/>
                    <a:pt x="303" y="317"/>
                    <a:pt x="279" y="311"/>
                  </a:cubicBezTo>
                  <a:cubicBezTo>
                    <a:pt x="218" y="296"/>
                    <a:pt x="159" y="267"/>
                    <a:pt x="114" y="221"/>
                  </a:cubicBezTo>
                  <a:cubicBezTo>
                    <a:pt x="96" y="203"/>
                    <a:pt x="78" y="180"/>
                    <a:pt x="63" y="156"/>
                  </a:cubicBezTo>
                  <a:moveTo>
                    <a:pt x="0" y="0"/>
                  </a:moveTo>
                  <a:cubicBezTo>
                    <a:pt x="7" y="19"/>
                    <a:pt x="7" y="19"/>
                    <a:pt x="7" y="19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4"/>
                    <a:pt x="10" y="3"/>
                    <a:pt x="10" y="3"/>
                  </a:cubicBezTo>
                  <a:cubicBezTo>
                    <a:pt x="7" y="3"/>
                    <a:pt x="4" y="2"/>
                    <a:pt x="0" y="0"/>
                  </a:cubicBezTo>
                </a:path>
              </a:pathLst>
            </a:custGeom>
            <a:solidFill>
              <a:srgbClr val="6176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55" name="íš1ïḋê"/>
            <p:cNvSpPr/>
            <p:nvPr/>
          </p:nvSpPr>
          <p:spPr bwMode="auto">
            <a:xfrm>
              <a:off x="5517058" y="3594170"/>
              <a:ext cx="23256" cy="44063"/>
            </a:xfrm>
            <a:custGeom>
              <a:avLst/>
              <a:gdLst>
                <a:gd name="T0" fmla="*/ 2 w 9"/>
                <a:gd name="T1" fmla="*/ 0 h 17"/>
                <a:gd name="T2" fmla="*/ 2 w 9"/>
                <a:gd name="T3" fmla="*/ 11 h 17"/>
                <a:gd name="T4" fmla="*/ 9 w 9"/>
                <a:gd name="T5" fmla="*/ 17 h 17"/>
                <a:gd name="T6" fmla="*/ 6 w 9"/>
                <a:gd name="T7" fmla="*/ 13 h 17"/>
                <a:gd name="T8" fmla="*/ 6 w 9"/>
                <a:gd name="T9" fmla="*/ 1 h 17"/>
                <a:gd name="T10" fmla="*/ 2 w 9"/>
                <a:gd name="T1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7">
                  <a:moveTo>
                    <a:pt x="2" y="0"/>
                  </a:moveTo>
                  <a:cubicBezTo>
                    <a:pt x="0" y="4"/>
                    <a:pt x="0" y="7"/>
                    <a:pt x="2" y="11"/>
                  </a:cubicBezTo>
                  <a:cubicBezTo>
                    <a:pt x="3" y="14"/>
                    <a:pt x="6" y="16"/>
                    <a:pt x="9" y="17"/>
                  </a:cubicBezTo>
                  <a:cubicBezTo>
                    <a:pt x="7" y="16"/>
                    <a:pt x="6" y="15"/>
                    <a:pt x="6" y="13"/>
                  </a:cubicBezTo>
                  <a:cubicBezTo>
                    <a:pt x="4" y="9"/>
                    <a:pt x="4" y="5"/>
                    <a:pt x="6" y="1"/>
                  </a:cubicBezTo>
                  <a:cubicBezTo>
                    <a:pt x="4" y="1"/>
                    <a:pt x="3" y="1"/>
                    <a:pt x="2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56" name="išḻiḍè"/>
            <p:cNvSpPr/>
            <p:nvPr/>
          </p:nvSpPr>
          <p:spPr bwMode="auto">
            <a:xfrm>
              <a:off x="5521954" y="3594170"/>
              <a:ext cx="9792" cy="2448"/>
            </a:xfrm>
            <a:custGeom>
              <a:avLst/>
              <a:gdLst>
                <a:gd name="T0" fmla="*/ 0 w 4"/>
                <a:gd name="T1" fmla="*/ 0 h 1"/>
                <a:gd name="T2" fmla="*/ 0 w 4"/>
                <a:gd name="T3" fmla="*/ 0 h 1"/>
                <a:gd name="T4" fmla="*/ 4 w 4"/>
                <a:gd name="T5" fmla="*/ 1 h 1"/>
                <a:gd name="T6" fmla="*/ 4 w 4"/>
                <a:gd name="T7" fmla="*/ 1 h 1"/>
                <a:gd name="T8" fmla="*/ 0 w 4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2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1"/>
                    <a:pt x="1" y="1"/>
                    <a:pt x="0" y="0"/>
                  </a:cubicBezTo>
                </a:path>
              </a:pathLst>
            </a:custGeom>
            <a:solidFill>
              <a:srgbClr val="738C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57" name="ïṥľiďè"/>
            <p:cNvSpPr/>
            <p:nvPr/>
          </p:nvSpPr>
          <p:spPr bwMode="auto">
            <a:xfrm>
              <a:off x="5521954" y="3530523"/>
              <a:ext cx="141982" cy="66095"/>
            </a:xfrm>
            <a:custGeom>
              <a:avLst/>
              <a:gdLst>
                <a:gd name="T0" fmla="*/ 12 w 56"/>
                <a:gd name="T1" fmla="*/ 15 h 26"/>
                <a:gd name="T2" fmla="*/ 9 w 56"/>
                <a:gd name="T3" fmla="*/ 16 h 26"/>
                <a:gd name="T4" fmla="*/ 0 w 56"/>
                <a:gd name="T5" fmla="*/ 25 h 26"/>
                <a:gd name="T6" fmla="*/ 4 w 56"/>
                <a:gd name="T7" fmla="*/ 26 h 26"/>
                <a:gd name="T8" fmla="*/ 11 w 56"/>
                <a:gd name="T9" fmla="*/ 19 h 26"/>
                <a:gd name="T10" fmla="*/ 12 w 56"/>
                <a:gd name="T11" fmla="*/ 15 h 26"/>
                <a:gd name="T12" fmla="*/ 56 w 56"/>
                <a:gd name="T13" fmla="*/ 0 h 26"/>
                <a:gd name="T14" fmla="*/ 15 w 56"/>
                <a:gd name="T15" fmla="*/ 14 h 26"/>
                <a:gd name="T16" fmla="*/ 16 w 56"/>
                <a:gd name="T17" fmla="*/ 17 h 26"/>
                <a:gd name="T18" fmla="*/ 56 w 56"/>
                <a:gd name="T1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26">
                  <a:moveTo>
                    <a:pt x="12" y="15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4" y="18"/>
                    <a:pt x="1" y="21"/>
                    <a:pt x="0" y="25"/>
                  </a:cubicBezTo>
                  <a:cubicBezTo>
                    <a:pt x="1" y="26"/>
                    <a:pt x="2" y="26"/>
                    <a:pt x="4" y="26"/>
                  </a:cubicBezTo>
                  <a:cubicBezTo>
                    <a:pt x="5" y="23"/>
                    <a:pt x="8" y="21"/>
                    <a:pt x="11" y="19"/>
                  </a:cubicBezTo>
                  <a:cubicBezTo>
                    <a:pt x="11" y="17"/>
                    <a:pt x="11" y="16"/>
                    <a:pt x="12" y="15"/>
                  </a:cubicBezTo>
                  <a:moveTo>
                    <a:pt x="56" y="0"/>
                  </a:moveTo>
                  <a:cubicBezTo>
                    <a:pt x="15" y="14"/>
                    <a:pt x="15" y="14"/>
                    <a:pt x="15" y="14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56" y="0"/>
                    <a:pt x="56" y="0"/>
                    <a:pt x="56" y="0"/>
                  </a:cubicBezTo>
                </a:path>
              </a:pathLst>
            </a:custGeom>
            <a:solidFill>
              <a:srgbClr val="5C7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58" name="íšliḋê"/>
            <p:cNvSpPr/>
            <p:nvPr/>
          </p:nvSpPr>
          <p:spPr bwMode="auto">
            <a:xfrm>
              <a:off x="5521954" y="3485236"/>
              <a:ext cx="294979" cy="170133"/>
            </a:xfrm>
            <a:custGeom>
              <a:avLst/>
              <a:gdLst>
                <a:gd name="T0" fmla="*/ 13 w 116"/>
                <a:gd name="T1" fmla="*/ 36 h 67"/>
                <a:gd name="T2" fmla="*/ 4 w 116"/>
                <a:gd name="T3" fmla="*/ 56 h 67"/>
                <a:gd name="T4" fmla="*/ 26 w 116"/>
                <a:gd name="T5" fmla="*/ 63 h 67"/>
                <a:gd name="T6" fmla="*/ 103 w 116"/>
                <a:gd name="T7" fmla="*/ 30 h 67"/>
                <a:gd name="T8" fmla="*/ 112 w 116"/>
                <a:gd name="T9" fmla="*/ 10 h 67"/>
                <a:gd name="T10" fmla="*/ 90 w 116"/>
                <a:gd name="T11" fmla="*/ 3 h 67"/>
                <a:gd name="T12" fmla="*/ 13 w 116"/>
                <a:gd name="T13" fmla="*/ 3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67">
                  <a:moveTo>
                    <a:pt x="13" y="36"/>
                  </a:moveTo>
                  <a:cubicBezTo>
                    <a:pt x="4" y="40"/>
                    <a:pt x="0" y="49"/>
                    <a:pt x="4" y="56"/>
                  </a:cubicBezTo>
                  <a:cubicBezTo>
                    <a:pt x="7" y="64"/>
                    <a:pt x="17" y="67"/>
                    <a:pt x="26" y="6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112" y="27"/>
                    <a:pt x="116" y="18"/>
                    <a:pt x="112" y="10"/>
                  </a:cubicBezTo>
                  <a:cubicBezTo>
                    <a:pt x="108" y="3"/>
                    <a:pt x="98" y="0"/>
                    <a:pt x="90" y="3"/>
                  </a:cubicBezTo>
                  <a:cubicBezTo>
                    <a:pt x="13" y="36"/>
                    <a:pt x="13" y="36"/>
                    <a:pt x="13" y="36"/>
                  </a:cubicBezTo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59" name="iṡľîďé"/>
            <p:cNvSpPr/>
            <p:nvPr/>
          </p:nvSpPr>
          <p:spPr bwMode="auto">
            <a:xfrm>
              <a:off x="5621096" y="3553779"/>
              <a:ext cx="112606" cy="66095"/>
            </a:xfrm>
            <a:custGeom>
              <a:avLst/>
              <a:gdLst>
                <a:gd name="T0" fmla="*/ 44 w 44"/>
                <a:gd name="T1" fmla="*/ 0 h 26"/>
                <a:gd name="T2" fmla="*/ 6 w 44"/>
                <a:gd name="T3" fmla="*/ 19 h 26"/>
                <a:gd name="T4" fmla="*/ 0 w 44"/>
                <a:gd name="T5" fmla="*/ 22 h 26"/>
                <a:gd name="T6" fmla="*/ 3 w 44"/>
                <a:gd name="T7" fmla="*/ 24 h 26"/>
                <a:gd name="T8" fmla="*/ 6 w 44"/>
                <a:gd name="T9" fmla="*/ 26 h 26"/>
                <a:gd name="T10" fmla="*/ 44 w 44"/>
                <a:gd name="T11" fmla="*/ 6 h 26"/>
                <a:gd name="T12" fmla="*/ 44 w 44"/>
                <a:gd name="T1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26">
                  <a:moveTo>
                    <a:pt x="44" y="0"/>
                  </a:moveTo>
                  <a:cubicBezTo>
                    <a:pt x="6" y="19"/>
                    <a:pt x="6" y="19"/>
                    <a:pt x="6" y="19"/>
                  </a:cubicBezTo>
                  <a:cubicBezTo>
                    <a:pt x="5" y="20"/>
                    <a:pt x="3" y="21"/>
                    <a:pt x="0" y="22"/>
                  </a:cubicBezTo>
                  <a:cubicBezTo>
                    <a:pt x="1" y="23"/>
                    <a:pt x="2" y="23"/>
                    <a:pt x="3" y="24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3" y="4"/>
                    <a:pt x="43" y="2"/>
                    <a:pt x="44" y="0"/>
                  </a:cubicBezTo>
                </a:path>
              </a:pathLst>
            </a:custGeom>
            <a:solidFill>
              <a:srgbClr val="DCBB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60" name="îsḻiďé"/>
            <p:cNvSpPr/>
            <p:nvPr/>
          </p:nvSpPr>
          <p:spPr bwMode="auto">
            <a:xfrm>
              <a:off x="5550105" y="3541539"/>
              <a:ext cx="287635" cy="184821"/>
            </a:xfrm>
            <a:custGeom>
              <a:avLst/>
              <a:gdLst>
                <a:gd name="T0" fmla="*/ 11 w 113"/>
                <a:gd name="T1" fmla="*/ 43 h 73"/>
                <a:gd name="T2" fmla="*/ 4 w 113"/>
                <a:gd name="T3" fmla="*/ 63 h 73"/>
                <a:gd name="T4" fmla="*/ 28 w 113"/>
                <a:gd name="T5" fmla="*/ 68 h 73"/>
                <a:gd name="T6" fmla="*/ 101 w 113"/>
                <a:gd name="T7" fmla="*/ 30 h 73"/>
                <a:gd name="T8" fmla="*/ 108 w 113"/>
                <a:gd name="T9" fmla="*/ 9 h 73"/>
                <a:gd name="T10" fmla="*/ 85 w 113"/>
                <a:gd name="T11" fmla="*/ 4 h 73"/>
                <a:gd name="T12" fmla="*/ 11 w 113"/>
                <a:gd name="T13" fmla="*/ 4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73">
                  <a:moveTo>
                    <a:pt x="11" y="43"/>
                  </a:moveTo>
                  <a:cubicBezTo>
                    <a:pt x="3" y="47"/>
                    <a:pt x="0" y="56"/>
                    <a:pt x="4" y="63"/>
                  </a:cubicBezTo>
                  <a:cubicBezTo>
                    <a:pt x="9" y="70"/>
                    <a:pt x="19" y="73"/>
                    <a:pt x="28" y="68"/>
                  </a:cubicBezTo>
                  <a:cubicBezTo>
                    <a:pt x="101" y="30"/>
                    <a:pt x="101" y="30"/>
                    <a:pt x="101" y="30"/>
                  </a:cubicBezTo>
                  <a:cubicBezTo>
                    <a:pt x="110" y="25"/>
                    <a:pt x="113" y="16"/>
                    <a:pt x="108" y="9"/>
                  </a:cubicBezTo>
                  <a:cubicBezTo>
                    <a:pt x="104" y="2"/>
                    <a:pt x="94" y="0"/>
                    <a:pt x="85" y="4"/>
                  </a:cubicBezTo>
                  <a:cubicBezTo>
                    <a:pt x="11" y="43"/>
                    <a:pt x="11" y="43"/>
                    <a:pt x="11" y="43"/>
                  </a:cubicBezTo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61" name="î$ľiḑê"/>
            <p:cNvSpPr/>
            <p:nvPr/>
          </p:nvSpPr>
          <p:spPr bwMode="auto">
            <a:xfrm>
              <a:off x="5625992" y="3706777"/>
              <a:ext cx="46511" cy="35495"/>
            </a:xfrm>
            <a:custGeom>
              <a:avLst/>
              <a:gdLst>
                <a:gd name="T0" fmla="*/ 16 w 18"/>
                <a:gd name="T1" fmla="*/ 13 h 14"/>
                <a:gd name="T2" fmla="*/ 17 w 18"/>
                <a:gd name="T3" fmla="*/ 14 h 14"/>
                <a:gd name="T4" fmla="*/ 18 w 18"/>
                <a:gd name="T5" fmla="*/ 14 h 14"/>
                <a:gd name="T6" fmla="*/ 16 w 18"/>
                <a:gd name="T7" fmla="*/ 13 h 14"/>
                <a:gd name="T8" fmla="*/ 3 w 18"/>
                <a:gd name="T9" fmla="*/ 0 h 14"/>
                <a:gd name="T10" fmla="*/ 0 w 18"/>
                <a:gd name="T11" fmla="*/ 2 h 14"/>
                <a:gd name="T12" fmla="*/ 0 w 18"/>
                <a:gd name="T13" fmla="*/ 3 h 14"/>
                <a:gd name="T14" fmla="*/ 3 w 18"/>
                <a:gd name="T15" fmla="*/ 1 h 14"/>
                <a:gd name="T16" fmla="*/ 3 w 18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4">
                  <a:moveTo>
                    <a:pt x="16" y="13"/>
                  </a:moveTo>
                  <a:cubicBezTo>
                    <a:pt x="16" y="14"/>
                    <a:pt x="17" y="14"/>
                    <a:pt x="17" y="14"/>
                  </a:cubicBezTo>
                  <a:cubicBezTo>
                    <a:pt x="17" y="14"/>
                    <a:pt x="18" y="14"/>
                    <a:pt x="18" y="14"/>
                  </a:cubicBezTo>
                  <a:cubicBezTo>
                    <a:pt x="17" y="14"/>
                    <a:pt x="17" y="14"/>
                    <a:pt x="16" y="13"/>
                  </a:cubicBezTo>
                  <a:moveTo>
                    <a:pt x="3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62" name="iṧḷïḑé"/>
            <p:cNvSpPr/>
            <p:nvPr/>
          </p:nvSpPr>
          <p:spPr bwMode="auto">
            <a:xfrm>
              <a:off x="5616200" y="3685969"/>
              <a:ext cx="20808" cy="25704"/>
            </a:xfrm>
            <a:custGeom>
              <a:avLst/>
              <a:gdLst>
                <a:gd name="T0" fmla="*/ 4 w 8"/>
                <a:gd name="T1" fmla="*/ 0 h 10"/>
                <a:gd name="T2" fmla="*/ 4 w 8"/>
                <a:gd name="T3" fmla="*/ 10 h 10"/>
                <a:gd name="T4" fmla="*/ 7 w 8"/>
                <a:gd name="T5" fmla="*/ 8 h 10"/>
                <a:gd name="T6" fmla="*/ 8 w 8"/>
                <a:gd name="T7" fmla="*/ 3 h 10"/>
                <a:gd name="T8" fmla="*/ 4 w 8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0">
                  <a:moveTo>
                    <a:pt x="4" y="0"/>
                  </a:moveTo>
                  <a:cubicBezTo>
                    <a:pt x="0" y="3"/>
                    <a:pt x="1" y="5"/>
                    <a:pt x="4" y="10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7"/>
                    <a:pt x="7" y="5"/>
                    <a:pt x="8" y="3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DCBB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63" name="ïşliḍe"/>
            <p:cNvSpPr/>
            <p:nvPr/>
          </p:nvSpPr>
          <p:spPr bwMode="auto">
            <a:xfrm>
              <a:off x="5628440" y="3574587"/>
              <a:ext cx="268051" cy="172581"/>
            </a:xfrm>
            <a:custGeom>
              <a:avLst/>
              <a:gdLst>
                <a:gd name="T0" fmla="*/ 11 w 105"/>
                <a:gd name="T1" fmla="*/ 40 h 68"/>
                <a:gd name="T2" fmla="*/ 4 w 105"/>
                <a:gd name="T3" fmla="*/ 59 h 68"/>
                <a:gd name="T4" fmla="*/ 26 w 105"/>
                <a:gd name="T5" fmla="*/ 64 h 68"/>
                <a:gd name="T6" fmla="*/ 95 w 105"/>
                <a:gd name="T7" fmla="*/ 28 h 68"/>
                <a:gd name="T8" fmla="*/ 101 w 105"/>
                <a:gd name="T9" fmla="*/ 8 h 68"/>
                <a:gd name="T10" fmla="*/ 79 w 105"/>
                <a:gd name="T11" fmla="*/ 4 h 68"/>
                <a:gd name="T12" fmla="*/ 11 w 105"/>
                <a:gd name="T13" fmla="*/ 4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" h="68">
                  <a:moveTo>
                    <a:pt x="11" y="40"/>
                  </a:moveTo>
                  <a:cubicBezTo>
                    <a:pt x="3" y="44"/>
                    <a:pt x="0" y="52"/>
                    <a:pt x="4" y="59"/>
                  </a:cubicBezTo>
                  <a:cubicBezTo>
                    <a:pt x="8" y="66"/>
                    <a:pt x="18" y="68"/>
                    <a:pt x="26" y="64"/>
                  </a:cubicBezTo>
                  <a:cubicBezTo>
                    <a:pt x="95" y="28"/>
                    <a:pt x="95" y="28"/>
                    <a:pt x="95" y="28"/>
                  </a:cubicBezTo>
                  <a:cubicBezTo>
                    <a:pt x="102" y="23"/>
                    <a:pt x="105" y="15"/>
                    <a:pt x="101" y="8"/>
                  </a:cubicBezTo>
                  <a:cubicBezTo>
                    <a:pt x="97" y="2"/>
                    <a:pt x="87" y="0"/>
                    <a:pt x="79" y="4"/>
                  </a:cubicBezTo>
                  <a:cubicBezTo>
                    <a:pt x="11" y="40"/>
                    <a:pt x="11" y="40"/>
                    <a:pt x="11" y="40"/>
                  </a:cubicBezTo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64" name="îṩļiḓê"/>
            <p:cNvSpPr/>
            <p:nvPr/>
          </p:nvSpPr>
          <p:spPr bwMode="auto">
            <a:xfrm>
              <a:off x="5758182" y="3733704"/>
              <a:ext cx="15912" cy="8568"/>
            </a:xfrm>
            <a:custGeom>
              <a:avLst/>
              <a:gdLst>
                <a:gd name="T0" fmla="*/ 0 w 6"/>
                <a:gd name="T1" fmla="*/ 0 h 3"/>
                <a:gd name="T2" fmla="*/ 0 w 6"/>
                <a:gd name="T3" fmla="*/ 0 h 3"/>
                <a:gd name="T4" fmla="*/ 5 w 6"/>
                <a:gd name="T5" fmla="*/ 3 h 3"/>
                <a:gd name="T6" fmla="*/ 6 w 6"/>
                <a:gd name="T7" fmla="*/ 3 h 3"/>
                <a:gd name="T8" fmla="*/ 0 w 6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3" y="3"/>
                    <a:pt x="5" y="3"/>
                  </a:cubicBezTo>
                  <a:cubicBezTo>
                    <a:pt x="5" y="3"/>
                    <a:pt x="5" y="3"/>
                    <a:pt x="6" y="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65" name="íṩ1iḑè"/>
            <p:cNvSpPr/>
            <p:nvPr/>
          </p:nvSpPr>
          <p:spPr bwMode="auto">
            <a:xfrm>
              <a:off x="5748390" y="3426485"/>
              <a:ext cx="249692" cy="99142"/>
            </a:xfrm>
            <a:custGeom>
              <a:avLst/>
              <a:gdLst>
                <a:gd name="T0" fmla="*/ 58 w 98"/>
                <a:gd name="T1" fmla="*/ 38 h 39"/>
                <a:gd name="T2" fmla="*/ 94 w 98"/>
                <a:gd name="T3" fmla="*/ 25 h 39"/>
                <a:gd name="T4" fmla="*/ 97 w 98"/>
                <a:gd name="T5" fmla="*/ 23 h 39"/>
                <a:gd name="T6" fmla="*/ 68 w 98"/>
                <a:gd name="T7" fmla="*/ 6 h 39"/>
                <a:gd name="T8" fmla="*/ 24 w 98"/>
                <a:gd name="T9" fmla="*/ 0 h 39"/>
                <a:gd name="T10" fmla="*/ 1 w 98"/>
                <a:gd name="T11" fmla="*/ 18 h 39"/>
                <a:gd name="T12" fmla="*/ 20 w 98"/>
                <a:gd name="T13" fmla="*/ 37 h 39"/>
                <a:gd name="T14" fmla="*/ 58 w 98"/>
                <a:gd name="T15" fmla="*/ 3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" h="39">
                  <a:moveTo>
                    <a:pt x="58" y="38"/>
                  </a:moveTo>
                  <a:cubicBezTo>
                    <a:pt x="69" y="39"/>
                    <a:pt x="93" y="35"/>
                    <a:pt x="94" y="25"/>
                  </a:cubicBezTo>
                  <a:cubicBezTo>
                    <a:pt x="97" y="23"/>
                    <a:pt x="97" y="23"/>
                    <a:pt x="97" y="23"/>
                  </a:cubicBezTo>
                  <a:cubicBezTo>
                    <a:pt x="98" y="13"/>
                    <a:pt x="80" y="7"/>
                    <a:pt x="68" y="6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2" y="0"/>
                    <a:pt x="2" y="8"/>
                    <a:pt x="1" y="18"/>
                  </a:cubicBezTo>
                  <a:cubicBezTo>
                    <a:pt x="0" y="28"/>
                    <a:pt x="8" y="37"/>
                    <a:pt x="20" y="37"/>
                  </a:cubicBezTo>
                  <a:cubicBezTo>
                    <a:pt x="58" y="38"/>
                    <a:pt x="58" y="38"/>
                    <a:pt x="58" y="38"/>
                  </a:cubicBezTo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66" name="îṧļïḍé"/>
            <p:cNvSpPr/>
            <p:nvPr/>
          </p:nvSpPr>
          <p:spPr bwMode="auto">
            <a:xfrm>
              <a:off x="5760630" y="3442397"/>
              <a:ext cx="303547" cy="258260"/>
            </a:xfrm>
            <a:custGeom>
              <a:avLst/>
              <a:gdLst>
                <a:gd name="T0" fmla="*/ 4 w 119"/>
                <a:gd name="T1" fmla="*/ 47 h 102"/>
                <a:gd name="T2" fmla="*/ 53 w 119"/>
                <a:gd name="T3" fmla="*/ 99 h 102"/>
                <a:gd name="T4" fmla="*/ 115 w 119"/>
                <a:gd name="T5" fmla="*/ 55 h 102"/>
                <a:gd name="T6" fmla="*/ 66 w 119"/>
                <a:gd name="T7" fmla="*/ 3 h 102"/>
                <a:gd name="T8" fmla="*/ 4 w 119"/>
                <a:gd name="T9" fmla="*/ 4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102">
                  <a:moveTo>
                    <a:pt x="4" y="47"/>
                  </a:moveTo>
                  <a:cubicBezTo>
                    <a:pt x="0" y="73"/>
                    <a:pt x="22" y="97"/>
                    <a:pt x="53" y="99"/>
                  </a:cubicBezTo>
                  <a:cubicBezTo>
                    <a:pt x="84" y="102"/>
                    <a:pt x="111" y="82"/>
                    <a:pt x="115" y="55"/>
                  </a:cubicBezTo>
                  <a:cubicBezTo>
                    <a:pt x="119" y="29"/>
                    <a:pt x="97" y="5"/>
                    <a:pt x="66" y="3"/>
                  </a:cubicBezTo>
                  <a:cubicBezTo>
                    <a:pt x="35" y="0"/>
                    <a:pt x="8" y="20"/>
                    <a:pt x="4" y="47"/>
                  </a:cubicBezTo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67" name="ïslídè"/>
            <p:cNvSpPr/>
            <p:nvPr/>
          </p:nvSpPr>
          <p:spPr bwMode="auto">
            <a:xfrm>
              <a:off x="5760630" y="3523180"/>
              <a:ext cx="23256" cy="4896"/>
            </a:xfrm>
            <a:custGeom>
              <a:avLst/>
              <a:gdLst>
                <a:gd name="T0" fmla="*/ 5 w 9"/>
                <a:gd name="T1" fmla="*/ 0 h 2"/>
                <a:gd name="T2" fmla="*/ 0 w 9"/>
                <a:gd name="T3" fmla="*/ 2 h 2"/>
                <a:gd name="T4" fmla="*/ 5 w 9"/>
                <a:gd name="T5" fmla="*/ 1 h 2"/>
                <a:gd name="T6" fmla="*/ 8 w 9"/>
                <a:gd name="T7" fmla="*/ 2 h 2"/>
                <a:gd name="T8" fmla="*/ 9 w 9"/>
                <a:gd name="T9" fmla="*/ 1 h 2"/>
                <a:gd name="T10" fmla="*/ 5 w 9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2">
                  <a:moveTo>
                    <a:pt x="5" y="0"/>
                  </a:moveTo>
                  <a:cubicBezTo>
                    <a:pt x="3" y="0"/>
                    <a:pt x="1" y="1"/>
                    <a:pt x="0" y="2"/>
                  </a:cubicBezTo>
                  <a:cubicBezTo>
                    <a:pt x="1" y="2"/>
                    <a:pt x="3" y="1"/>
                    <a:pt x="5" y="1"/>
                  </a:cubicBezTo>
                  <a:cubicBezTo>
                    <a:pt x="6" y="1"/>
                    <a:pt x="7" y="1"/>
                    <a:pt x="8" y="2"/>
                  </a:cubicBezTo>
                  <a:cubicBezTo>
                    <a:pt x="8" y="1"/>
                    <a:pt x="8" y="1"/>
                    <a:pt x="9" y="1"/>
                  </a:cubicBezTo>
                  <a:cubicBezTo>
                    <a:pt x="7" y="0"/>
                    <a:pt x="6" y="0"/>
                    <a:pt x="5" y="0"/>
                  </a:cubicBezTo>
                </a:path>
              </a:pathLst>
            </a:custGeom>
            <a:solidFill>
              <a:srgbClr val="DCBB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68" name="i$ḻîḓê"/>
            <p:cNvSpPr/>
            <p:nvPr/>
          </p:nvSpPr>
          <p:spPr bwMode="auto">
            <a:xfrm>
              <a:off x="5781437" y="3525628"/>
              <a:ext cx="231332" cy="132190"/>
            </a:xfrm>
            <a:custGeom>
              <a:avLst/>
              <a:gdLst>
                <a:gd name="T0" fmla="*/ 1 w 91"/>
                <a:gd name="T1" fmla="*/ 0 h 52"/>
                <a:gd name="T2" fmla="*/ 0 w 91"/>
                <a:gd name="T3" fmla="*/ 1 h 52"/>
                <a:gd name="T4" fmla="*/ 6 w 91"/>
                <a:gd name="T5" fmla="*/ 2 h 52"/>
                <a:gd name="T6" fmla="*/ 73 w 91"/>
                <a:gd name="T7" fmla="*/ 35 h 52"/>
                <a:gd name="T8" fmla="*/ 78 w 91"/>
                <a:gd name="T9" fmla="*/ 52 h 52"/>
                <a:gd name="T10" fmla="*/ 78 w 91"/>
                <a:gd name="T11" fmla="*/ 52 h 52"/>
                <a:gd name="T12" fmla="*/ 86 w 91"/>
                <a:gd name="T13" fmla="*/ 47 h 52"/>
                <a:gd name="T14" fmla="*/ 81 w 91"/>
                <a:gd name="T15" fmla="*/ 30 h 52"/>
                <a:gd name="T16" fmla="*/ 23 w 91"/>
                <a:gd name="T17" fmla="*/ 7 h 52"/>
                <a:gd name="T18" fmla="*/ 1 w 91"/>
                <a:gd name="T1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1" h="52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2" y="1"/>
                    <a:pt x="4" y="1"/>
                    <a:pt x="6" y="2"/>
                  </a:cubicBezTo>
                  <a:cubicBezTo>
                    <a:pt x="73" y="35"/>
                    <a:pt x="73" y="35"/>
                    <a:pt x="73" y="35"/>
                  </a:cubicBezTo>
                  <a:cubicBezTo>
                    <a:pt x="81" y="38"/>
                    <a:pt x="83" y="46"/>
                    <a:pt x="78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81" y="51"/>
                    <a:pt x="84" y="50"/>
                    <a:pt x="86" y="47"/>
                  </a:cubicBezTo>
                  <a:cubicBezTo>
                    <a:pt x="91" y="41"/>
                    <a:pt x="89" y="34"/>
                    <a:pt x="81" y="3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8" y="5"/>
                    <a:pt x="8" y="1"/>
                    <a:pt x="1" y="0"/>
                  </a:cubicBezTo>
                </a:path>
              </a:pathLst>
            </a:custGeom>
            <a:solidFill>
              <a:srgbClr val="DCBB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69" name="íṥḷïḍè"/>
            <p:cNvSpPr/>
            <p:nvPr/>
          </p:nvSpPr>
          <p:spPr bwMode="auto">
            <a:xfrm>
              <a:off x="5725134" y="3523180"/>
              <a:ext cx="268051" cy="152997"/>
            </a:xfrm>
            <a:custGeom>
              <a:avLst/>
              <a:gdLst>
                <a:gd name="T0" fmla="*/ 95 w 105"/>
                <a:gd name="T1" fmla="*/ 36 h 60"/>
                <a:gd name="T2" fmla="*/ 100 w 105"/>
                <a:gd name="T3" fmla="*/ 53 h 60"/>
                <a:gd name="T4" fmla="*/ 78 w 105"/>
                <a:gd name="T5" fmla="*/ 57 h 60"/>
                <a:gd name="T6" fmla="*/ 10 w 105"/>
                <a:gd name="T7" fmla="*/ 24 h 60"/>
                <a:gd name="T8" fmla="*/ 5 w 105"/>
                <a:gd name="T9" fmla="*/ 7 h 60"/>
                <a:gd name="T10" fmla="*/ 28 w 105"/>
                <a:gd name="T11" fmla="*/ 3 h 60"/>
                <a:gd name="T12" fmla="*/ 95 w 105"/>
                <a:gd name="T13" fmla="*/ 3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" h="60">
                  <a:moveTo>
                    <a:pt x="95" y="36"/>
                  </a:moveTo>
                  <a:cubicBezTo>
                    <a:pt x="103" y="39"/>
                    <a:pt x="105" y="47"/>
                    <a:pt x="100" y="53"/>
                  </a:cubicBezTo>
                  <a:cubicBezTo>
                    <a:pt x="95" y="59"/>
                    <a:pt x="85" y="60"/>
                    <a:pt x="78" y="57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2" y="21"/>
                    <a:pt x="0" y="13"/>
                    <a:pt x="5" y="7"/>
                  </a:cubicBezTo>
                  <a:cubicBezTo>
                    <a:pt x="10" y="1"/>
                    <a:pt x="20" y="0"/>
                    <a:pt x="28" y="3"/>
                  </a:cubicBezTo>
                  <a:cubicBezTo>
                    <a:pt x="95" y="36"/>
                    <a:pt x="95" y="36"/>
                    <a:pt x="95" y="36"/>
                  </a:cubicBezTo>
                </a:path>
              </a:pathLst>
            </a:custGeom>
            <a:solidFill>
              <a:srgbClr val="FCD5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70" name="ïṩľîḓe"/>
            <p:cNvSpPr/>
            <p:nvPr/>
          </p:nvSpPr>
          <p:spPr bwMode="auto">
            <a:xfrm>
              <a:off x="5727582" y="3574587"/>
              <a:ext cx="15912" cy="7344"/>
            </a:xfrm>
            <a:custGeom>
              <a:avLst/>
              <a:gdLst>
                <a:gd name="T0" fmla="*/ 4 w 6"/>
                <a:gd name="T1" fmla="*/ 0 h 3"/>
                <a:gd name="T2" fmla="*/ 1 w 6"/>
                <a:gd name="T3" fmla="*/ 2 h 3"/>
                <a:gd name="T4" fmla="*/ 0 w 6"/>
                <a:gd name="T5" fmla="*/ 3 h 3"/>
                <a:gd name="T6" fmla="*/ 6 w 6"/>
                <a:gd name="T7" fmla="*/ 2 h 3"/>
                <a:gd name="T8" fmla="*/ 6 w 6"/>
                <a:gd name="T9" fmla="*/ 2 h 3"/>
                <a:gd name="T10" fmla="*/ 4 w 6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4" y="0"/>
                  </a:moveTo>
                  <a:cubicBezTo>
                    <a:pt x="3" y="1"/>
                    <a:pt x="2" y="2"/>
                    <a:pt x="1" y="2"/>
                  </a:cubicBezTo>
                  <a:cubicBezTo>
                    <a:pt x="1" y="2"/>
                    <a:pt x="1" y="3"/>
                    <a:pt x="0" y="3"/>
                  </a:cubicBezTo>
                  <a:cubicBezTo>
                    <a:pt x="2" y="2"/>
                    <a:pt x="4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2"/>
                    <a:pt x="4" y="1"/>
                    <a:pt x="4" y="0"/>
                  </a:cubicBezTo>
                </a:path>
              </a:pathLst>
            </a:custGeom>
            <a:solidFill>
              <a:srgbClr val="DCBB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71" name="ïṧlíḍé"/>
            <p:cNvSpPr/>
            <p:nvPr/>
          </p:nvSpPr>
          <p:spPr bwMode="auto">
            <a:xfrm>
              <a:off x="5835292" y="3624770"/>
              <a:ext cx="96694" cy="46511"/>
            </a:xfrm>
            <a:custGeom>
              <a:avLst/>
              <a:gdLst>
                <a:gd name="T0" fmla="*/ 36 w 38"/>
                <a:gd name="T1" fmla="*/ 17 h 18"/>
                <a:gd name="T2" fmla="*/ 38 w 38"/>
                <a:gd name="T3" fmla="*/ 18 h 18"/>
                <a:gd name="T4" fmla="*/ 38 w 38"/>
                <a:gd name="T5" fmla="*/ 18 h 18"/>
                <a:gd name="T6" fmla="*/ 36 w 38"/>
                <a:gd name="T7" fmla="*/ 17 h 18"/>
                <a:gd name="T8" fmla="*/ 0 w 38"/>
                <a:gd name="T9" fmla="*/ 0 h 18"/>
                <a:gd name="T10" fmla="*/ 7 w 38"/>
                <a:gd name="T11" fmla="*/ 4 h 18"/>
                <a:gd name="T12" fmla="*/ 7 w 38"/>
                <a:gd name="T13" fmla="*/ 3 h 18"/>
                <a:gd name="T14" fmla="*/ 0 w 38"/>
                <a:gd name="T1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18">
                  <a:moveTo>
                    <a:pt x="36" y="17"/>
                  </a:moveTo>
                  <a:cubicBezTo>
                    <a:pt x="38" y="18"/>
                    <a:pt x="38" y="18"/>
                    <a:pt x="38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7" y="18"/>
                    <a:pt x="37" y="17"/>
                    <a:pt x="36" y="17"/>
                  </a:cubicBezTo>
                  <a:moveTo>
                    <a:pt x="0" y="0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CBB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72" name="iSļîḋè"/>
            <p:cNvSpPr/>
            <p:nvPr/>
          </p:nvSpPr>
          <p:spPr bwMode="auto">
            <a:xfrm>
              <a:off x="5738598" y="3567243"/>
              <a:ext cx="205629" cy="104038"/>
            </a:xfrm>
            <a:custGeom>
              <a:avLst/>
              <a:gdLst>
                <a:gd name="T0" fmla="*/ 10 w 81"/>
                <a:gd name="T1" fmla="*/ 0 h 41"/>
                <a:gd name="T2" fmla="*/ 0 w 81"/>
                <a:gd name="T3" fmla="*/ 3 h 41"/>
                <a:gd name="T4" fmla="*/ 2 w 81"/>
                <a:gd name="T5" fmla="*/ 5 h 41"/>
                <a:gd name="T6" fmla="*/ 12 w 81"/>
                <a:gd name="T7" fmla="*/ 8 h 41"/>
                <a:gd name="T8" fmla="*/ 38 w 81"/>
                <a:gd name="T9" fmla="*/ 23 h 41"/>
                <a:gd name="T10" fmla="*/ 45 w 81"/>
                <a:gd name="T11" fmla="*/ 26 h 41"/>
                <a:gd name="T12" fmla="*/ 45 w 81"/>
                <a:gd name="T13" fmla="*/ 26 h 41"/>
                <a:gd name="T14" fmla="*/ 74 w 81"/>
                <a:gd name="T15" fmla="*/ 40 h 41"/>
                <a:gd name="T16" fmla="*/ 76 w 81"/>
                <a:gd name="T17" fmla="*/ 41 h 41"/>
                <a:gd name="T18" fmla="*/ 57 w 81"/>
                <a:gd name="T19" fmla="*/ 25 h 41"/>
                <a:gd name="T20" fmla="*/ 20 w 81"/>
                <a:gd name="T21" fmla="*/ 3 h 41"/>
                <a:gd name="T22" fmla="*/ 10 w 81"/>
                <a:gd name="T2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" h="41">
                  <a:moveTo>
                    <a:pt x="10" y="0"/>
                  </a:moveTo>
                  <a:cubicBezTo>
                    <a:pt x="6" y="0"/>
                    <a:pt x="3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5" y="5"/>
                    <a:pt x="9" y="6"/>
                    <a:pt x="12" y="8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5" y="40"/>
                    <a:pt x="75" y="41"/>
                    <a:pt x="76" y="41"/>
                  </a:cubicBezTo>
                  <a:cubicBezTo>
                    <a:pt x="81" y="35"/>
                    <a:pt x="64" y="29"/>
                    <a:pt x="57" y="2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3" y="0"/>
                    <a:pt x="10" y="0"/>
                  </a:cubicBezTo>
                </a:path>
              </a:pathLst>
            </a:custGeom>
            <a:solidFill>
              <a:srgbClr val="EFCA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73" name="ïṡľiďé"/>
            <p:cNvSpPr/>
            <p:nvPr/>
          </p:nvSpPr>
          <p:spPr bwMode="auto">
            <a:xfrm>
              <a:off x="5694535" y="3577035"/>
              <a:ext cx="257036" cy="162789"/>
            </a:xfrm>
            <a:custGeom>
              <a:avLst/>
              <a:gdLst>
                <a:gd name="T0" fmla="*/ 92 w 101"/>
                <a:gd name="T1" fmla="*/ 41 h 64"/>
                <a:gd name="T2" fmla="*/ 95 w 101"/>
                <a:gd name="T3" fmla="*/ 58 h 64"/>
                <a:gd name="T4" fmla="*/ 72 w 101"/>
                <a:gd name="T5" fmla="*/ 60 h 64"/>
                <a:gd name="T6" fmla="*/ 9 w 101"/>
                <a:gd name="T7" fmla="*/ 23 h 64"/>
                <a:gd name="T8" fmla="*/ 6 w 101"/>
                <a:gd name="T9" fmla="*/ 6 h 64"/>
                <a:gd name="T10" fmla="*/ 29 w 101"/>
                <a:gd name="T11" fmla="*/ 4 h 64"/>
                <a:gd name="T12" fmla="*/ 92 w 101"/>
                <a:gd name="T13" fmla="*/ 41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64">
                  <a:moveTo>
                    <a:pt x="92" y="41"/>
                  </a:moveTo>
                  <a:cubicBezTo>
                    <a:pt x="99" y="45"/>
                    <a:pt x="101" y="53"/>
                    <a:pt x="95" y="58"/>
                  </a:cubicBezTo>
                  <a:cubicBezTo>
                    <a:pt x="90" y="63"/>
                    <a:pt x="79" y="64"/>
                    <a:pt x="72" y="60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2" y="19"/>
                    <a:pt x="0" y="11"/>
                    <a:pt x="6" y="6"/>
                  </a:cubicBezTo>
                  <a:cubicBezTo>
                    <a:pt x="11" y="1"/>
                    <a:pt x="21" y="0"/>
                    <a:pt x="29" y="4"/>
                  </a:cubicBezTo>
                  <a:cubicBezTo>
                    <a:pt x="92" y="41"/>
                    <a:pt x="92" y="41"/>
                    <a:pt x="92" y="41"/>
                  </a:cubicBezTo>
                </a:path>
              </a:pathLst>
            </a:custGeom>
            <a:solidFill>
              <a:srgbClr val="FCD5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74" name="ïŝḷiḓê"/>
            <p:cNvSpPr/>
            <p:nvPr/>
          </p:nvSpPr>
          <p:spPr bwMode="auto">
            <a:xfrm>
              <a:off x="5661487" y="3605186"/>
              <a:ext cx="48959" cy="24480"/>
            </a:xfrm>
            <a:custGeom>
              <a:avLst/>
              <a:gdLst>
                <a:gd name="T0" fmla="*/ 13 w 19"/>
                <a:gd name="T1" fmla="*/ 0 h 10"/>
                <a:gd name="T2" fmla="*/ 1 w 19"/>
                <a:gd name="T3" fmla="*/ 5 h 10"/>
                <a:gd name="T4" fmla="*/ 0 w 19"/>
                <a:gd name="T5" fmla="*/ 6 h 10"/>
                <a:gd name="T6" fmla="*/ 5 w 19"/>
                <a:gd name="T7" fmla="*/ 5 h 10"/>
                <a:gd name="T8" fmla="*/ 14 w 19"/>
                <a:gd name="T9" fmla="*/ 8 h 10"/>
                <a:gd name="T10" fmla="*/ 19 w 19"/>
                <a:gd name="T11" fmla="*/ 10 h 10"/>
                <a:gd name="T12" fmla="*/ 16 w 19"/>
                <a:gd name="T13" fmla="*/ 1 h 10"/>
                <a:gd name="T14" fmla="*/ 13 w 19"/>
                <a:gd name="T1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10">
                  <a:moveTo>
                    <a:pt x="13" y="0"/>
                  </a:moveTo>
                  <a:cubicBezTo>
                    <a:pt x="8" y="0"/>
                    <a:pt x="4" y="2"/>
                    <a:pt x="1" y="5"/>
                  </a:cubicBezTo>
                  <a:cubicBezTo>
                    <a:pt x="1" y="5"/>
                    <a:pt x="0" y="5"/>
                    <a:pt x="0" y="6"/>
                  </a:cubicBezTo>
                  <a:cubicBezTo>
                    <a:pt x="2" y="5"/>
                    <a:pt x="3" y="5"/>
                    <a:pt x="5" y="5"/>
                  </a:cubicBezTo>
                  <a:cubicBezTo>
                    <a:pt x="8" y="5"/>
                    <a:pt x="11" y="6"/>
                    <a:pt x="14" y="8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6" y="8"/>
                    <a:pt x="15" y="4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</a:path>
              </a:pathLst>
            </a:custGeom>
            <a:solidFill>
              <a:srgbClr val="DCBB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75" name="îŝliďê"/>
            <p:cNvSpPr/>
            <p:nvPr/>
          </p:nvSpPr>
          <p:spPr bwMode="auto">
            <a:xfrm>
              <a:off x="5857324" y="3719016"/>
              <a:ext cx="15912" cy="9792"/>
            </a:xfrm>
            <a:custGeom>
              <a:avLst/>
              <a:gdLst>
                <a:gd name="T0" fmla="*/ 0 w 6"/>
                <a:gd name="T1" fmla="*/ 0 h 4"/>
                <a:gd name="T2" fmla="*/ 6 w 6"/>
                <a:gd name="T3" fmla="*/ 4 h 4"/>
                <a:gd name="T4" fmla="*/ 6 w 6"/>
                <a:gd name="T5" fmla="*/ 3 h 4"/>
                <a:gd name="T6" fmla="*/ 0 w 6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cubicBezTo>
                    <a:pt x="6" y="4"/>
                    <a:pt x="6" y="4"/>
                    <a:pt x="6" y="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76" name="íṡľiḑe"/>
            <p:cNvSpPr/>
            <p:nvPr/>
          </p:nvSpPr>
          <p:spPr bwMode="auto">
            <a:xfrm>
              <a:off x="5700655" y="3607634"/>
              <a:ext cx="184821" cy="118726"/>
            </a:xfrm>
            <a:custGeom>
              <a:avLst/>
              <a:gdLst>
                <a:gd name="T0" fmla="*/ 1 w 73"/>
                <a:gd name="T1" fmla="*/ 0 h 47"/>
                <a:gd name="T2" fmla="*/ 4 w 73"/>
                <a:gd name="T3" fmla="*/ 9 h 47"/>
                <a:gd name="T4" fmla="*/ 57 w 73"/>
                <a:gd name="T5" fmla="*/ 40 h 47"/>
                <a:gd name="T6" fmla="*/ 57 w 73"/>
                <a:gd name="T7" fmla="*/ 40 h 47"/>
                <a:gd name="T8" fmla="*/ 57 w 73"/>
                <a:gd name="T9" fmla="*/ 40 h 47"/>
                <a:gd name="T10" fmla="*/ 58 w 73"/>
                <a:gd name="T11" fmla="*/ 41 h 47"/>
                <a:gd name="T12" fmla="*/ 60 w 73"/>
                <a:gd name="T13" fmla="*/ 42 h 47"/>
                <a:gd name="T14" fmla="*/ 62 w 73"/>
                <a:gd name="T15" fmla="*/ 44 h 47"/>
                <a:gd name="T16" fmla="*/ 68 w 73"/>
                <a:gd name="T17" fmla="*/ 47 h 47"/>
                <a:gd name="T18" fmla="*/ 67 w 73"/>
                <a:gd name="T19" fmla="*/ 36 h 47"/>
                <a:gd name="T20" fmla="*/ 7 w 73"/>
                <a:gd name="T21" fmla="*/ 2 h 47"/>
                <a:gd name="T22" fmla="*/ 1 w 73"/>
                <a:gd name="T2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3" h="47">
                  <a:moveTo>
                    <a:pt x="1" y="0"/>
                  </a:moveTo>
                  <a:cubicBezTo>
                    <a:pt x="0" y="3"/>
                    <a:pt x="1" y="7"/>
                    <a:pt x="4" y="9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9" y="41"/>
                    <a:pt x="60" y="42"/>
                    <a:pt x="60" y="42"/>
                  </a:cubicBezTo>
                  <a:cubicBezTo>
                    <a:pt x="62" y="44"/>
                    <a:pt x="62" y="44"/>
                    <a:pt x="62" y="44"/>
                  </a:cubicBezTo>
                  <a:cubicBezTo>
                    <a:pt x="68" y="47"/>
                    <a:pt x="68" y="47"/>
                    <a:pt x="68" y="47"/>
                  </a:cubicBezTo>
                  <a:cubicBezTo>
                    <a:pt x="73" y="42"/>
                    <a:pt x="73" y="40"/>
                    <a:pt x="67" y="36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1"/>
                    <a:pt x="3" y="0"/>
                    <a:pt x="1" y="0"/>
                  </a:cubicBezTo>
                </a:path>
              </a:pathLst>
            </a:custGeom>
            <a:solidFill>
              <a:srgbClr val="EFCA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77" name="iŝḷiḓé"/>
            <p:cNvSpPr/>
            <p:nvPr/>
          </p:nvSpPr>
          <p:spPr bwMode="auto">
            <a:xfrm>
              <a:off x="5628440" y="3614978"/>
              <a:ext cx="239900" cy="151773"/>
            </a:xfrm>
            <a:custGeom>
              <a:avLst/>
              <a:gdLst>
                <a:gd name="T0" fmla="*/ 86 w 94"/>
                <a:gd name="T1" fmla="*/ 38 h 60"/>
                <a:gd name="T2" fmla="*/ 89 w 94"/>
                <a:gd name="T3" fmla="*/ 54 h 60"/>
                <a:gd name="T4" fmla="*/ 68 w 94"/>
                <a:gd name="T5" fmla="*/ 56 h 60"/>
                <a:gd name="T6" fmla="*/ 8 w 94"/>
                <a:gd name="T7" fmla="*/ 22 h 60"/>
                <a:gd name="T8" fmla="*/ 6 w 94"/>
                <a:gd name="T9" fmla="*/ 6 h 60"/>
                <a:gd name="T10" fmla="*/ 27 w 94"/>
                <a:gd name="T11" fmla="*/ 4 h 60"/>
                <a:gd name="T12" fmla="*/ 86 w 94"/>
                <a:gd name="T13" fmla="*/ 3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60">
                  <a:moveTo>
                    <a:pt x="86" y="38"/>
                  </a:moveTo>
                  <a:cubicBezTo>
                    <a:pt x="93" y="42"/>
                    <a:pt x="94" y="49"/>
                    <a:pt x="89" y="54"/>
                  </a:cubicBezTo>
                  <a:cubicBezTo>
                    <a:pt x="84" y="59"/>
                    <a:pt x="74" y="60"/>
                    <a:pt x="68" y="56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2" y="18"/>
                    <a:pt x="0" y="11"/>
                    <a:pt x="6" y="6"/>
                  </a:cubicBezTo>
                  <a:cubicBezTo>
                    <a:pt x="11" y="1"/>
                    <a:pt x="20" y="0"/>
                    <a:pt x="27" y="4"/>
                  </a:cubicBezTo>
                  <a:cubicBezTo>
                    <a:pt x="86" y="38"/>
                    <a:pt x="86" y="38"/>
                    <a:pt x="86" y="38"/>
                  </a:cubicBezTo>
                </a:path>
              </a:pathLst>
            </a:custGeom>
            <a:solidFill>
              <a:srgbClr val="FCD5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78" name="íšľíde"/>
            <p:cNvSpPr/>
            <p:nvPr/>
          </p:nvSpPr>
          <p:spPr bwMode="auto">
            <a:xfrm>
              <a:off x="5578257" y="3648026"/>
              <a:ext cx="4896" cy="244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0 w 2"/>
                <a:gd name="T7" fmla="*/ 0 h 1"/>
                <a:gd name="T8" fmla="*/ 0 w 2"/>
                <a:gd name="T9" fmla="*/ 1 h 1"/>
                <a:gd name="T10" fmla="*/ 0 w 2"/>
                <a:gd name="T11" fmla="*/ 1 h 1"/>
                <a:gd name="T12" fmla="*/ 2 w 2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79" name="ïṣľïḑê"/>
            <p:cNvSpPr/>
            <p:nvPr/>
          </p:nvSpPr>
          <p:spPr bwMode="auto">
            <a:xfrm>
              <a:off x="5552553" y="3556227"/>
              <a:ext cx="7344" cy="13464"/>
            </a:xfrm>
            <a:custGeom>
              <a:avLst/>
              <a:gdLst>
                <a:gd name="T0" fmla="*/ 2 w 3"/>
                <a:gd name="T1" fmla="*/ 0 h 5"/>
                <a:gd name="T2" fmla="*/ 0 w 3"/>
                <a:gd name="T3" fmla="*/ 5 h 5"/>
                <a:gd name="T4" fmla="*/ 3 w 3"/>
                <a:gd name="T5" fmla="*/ 4 h 5"/>
                <a:gd name="T6" fmla="*/ 2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2" y="0"/>
                  </a:moveTo>
                  <a:cubicBezTo>
                    <a:pt x="1" y="1"/>
                    <a:pt x="0" y="3"/>
                    <a:pt x="0" y="5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5C70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80" name="íṧ1íďé"/>
            <p:cNvSpPr/>
            <p:nvPr/>
          </p:nvSpPr>
          <p:spPr bwMode="auto">
            <a:xfrm>
              <a:off x="5550105" y="3567243"/>
              <a:ext cx="12240" cy="12240"/>
            </a:xfrm>
            <a:custGeom>
              <a:avLst/>
              <a:gdLst>
                <a:gd name="T0" fmla="*/ 4 w 5"/>
                <a:gd name="T1" fmla="*/ 0 h 5"/>
                <a:gd name="T2" fmla="*/ 1 w 5"/>
                <a:gd name="T3" fmla="*/ 1 h 5"/>
                <a:gd name="T4" fmla="*/ 0 w 5"/>
                <a:gd name="T5" fmla="*/ 5 h 5"/>
                <a:gd name="T6" fmla="*/ 2 w 5"/>
                <a:gd name="T7" fmla="*/ 4 h 5"/>
                <a:gd name="T8" fmla="*/ 5 w 5"/>
                <a:gd name="T9" fmla="*/ 3 h 5"/>
                <a:gd name="T10" fmla="*/ 4 w 5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0" y="5"/>
                    <a:pt x="1" y="4"/>
                    <a:pt x="2" y="4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576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81" name="íš1îḋê"/>
            <p:cNvSpPr/>
            <p:nvPr/>
          </p:nvSpPr>
          <p:spPr bwMode="auto">
            <a:xfrm>
              <a:off x="5547657" y="3574587"/>
              <a:ext cx="73439" cy="73439"/>
            </a:xfrm>
            <a:custGeom>
              <a:avLst/>
              <a:gdLst>
                <a:gd name="T0" fmla="*/ 6 w 29"/>
                <a:gd name="T1" fmla="*/ 0 h 29"/>
                <a:gd name="T2" fmla="*/ 3 w 29"/>
                <a:gd name="T3" fmla="*/ 1 h 29"/>
                <a:gd name="T4" fmla="*/ 1 w 29"/>
                <a:gd name="T5" fmla="*/ 2 h 29"/>
                <a:gd name="T6" fmla="*/ 7 w 29"/>
                <a:gd name="T7" fmla="*/ 26 h 29"/>
                <a:gd name="T8" fmla="*/ 12 w 29"/>
                <a:gd name="T9" fmla="*/ 29 h 29"/>
                <a:gd name="T10" fmla="*/ 12 w 29"/>
                <a:gd name="T11" fmla="*/ 29 h 29"/>
                <a:gd name="T12" fmla="*/ 29 w 29"/>
                <a:gd name="T13" fmla="*/ 14 h 29"/>
                <a:gd name="T14" fmla="*/ 22 w 29"/>
                <a:gd name="T15" fmla="*/ 13 h 29"/>
                <a:gd name="T16" fmla="*/ 11 w 29"/>
                <a:gd name="T17" fmla="*/ 17 h 29"/>
                <a:gd name="T18" fmla="*/ 6 w 29"/>
                <a:gd name="T1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6" y="0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2" y="1"/>
                    <a:pt x="1" y="2"/>
                    <a:pt x="1" y="2"/>
                  </a:cubicBezTo>
                  <a:cubicBezTo>
                    <a:pt x="0" y="11"/>
                    <a:pt x="3" y="23"/>
                    <a:pt x="7" y="26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9" y="24"/>
                    <a:pt x="20" y="18"/>
                    <a:pt x="29" y="14"/>
                  </a:cubicBezTo>
                  <a:cubicBezTo>
                    <a:pt x="27" y="13"/>
                    <a:pt x="24" y="13"/>
                    <a:pt x="22" y="13"/>
                  </a:cubicBezTo>
                  <a:cubicBezTo>
                    <a:pt x="18" y="13"/>
                    <a:pt x="14" y="14"/>
                    <a:pt x="11" y="17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DCBB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82" name="ïŝḻíde"/>
            <p:cNvSpPr/>
            <p:nvPr/>
          </p:nvSpPr>
          <p:spPr bwMode="auto">
            <a:xfrm>
              <a:off x="5578257" y="3648026"/>
              <a:ext cx="7344" cy="0"/>
            </a:xfrm>
            <a:custGeom>
              <a:avLst/>
              <a:gdLst>
                <a:gd name="T0" fmla="*/ 3 w 3"/>
                <a:gd name="T1" fmla="*/ 0 w 3"/>
                <a:gd name="T2" fmla="*/ 0 w 3"/>
                <a:gd name="T3" fmla="*/ 2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83" name="ïṧḻiḓê"/>
            <p:cNvSpPr/>
            <p:nvPr/>
          </p:nvSpPr>
          <p:spPr bwMode="auto">
            <a:xfrm>
              <a:off x="5570913" y="3610082"/>
              <a:ext cx="66095" cy="37943"/>
            </a:xfrm>
            <a:custGeom>
              <a:avLst/>
              <a:gdLst>
                <a:gd name="T0" fmla="*/ 20 w 26"/>
                <a:gd name="T1" fmla="*/ 0 h 15"/>
                <a:gd name="T2" fmla="*/ 3 w 26"/>
                <a:gd name="T3" fmla="*/ 15 h 15"/>
                <a:gd name="T4" fmla="*/ 6 w 26"/>
                <a:gd name="T5" fmla="*/ 15 h 15"/>
                <a:gd name="T6" fmla="*/ 26 w 26"/>
                <a:gd name="T7" fmla="*/ 4 h 15"/>
                <a:gd name="T8" fmla="*/ 23 w 26"/>
                <a:gd name="T9" fmla="*/ 2 h 15"/>
                <a:gd name="T10" fmla="*/ 20 w 26"/>
                <a:gd name="T1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5">
                  <a:moveTo>
                    <a:pt x="20" y="0"/>
                  </a:moveTo>
                  <a:cubicBezTo>
                    <a:pt x="11" y="4"/>
                    <a:pt x="0" y="10"/>
                    <a:pt x="3" y="15"/>
                  </a:cubicBezTo>
                  <a:cubicBezTo>
                    <a:pt x="4" y="15"/>
                    <a:pt x="5" y="15"/>
                    <a:pt x="6" y="15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2" y="1"/>
                    <a:pt x="21" y="1"/>
                    <a:pt x="20" y="0"/>
                  </a:cubicBezTo>
                </a:path>
              </a:pathLst>
            </a:custGeom>
            <a:solidFill>
              <a:srgbClr val="D1B1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84" name="îSļidè"/>
            <p:cNvSpPr/>
            <p:nvPr/>
          </p:nvSpPr>
          <p:spPr bwMode="auto">
            <a:xfrm>
              <a:off x="5578257" y="3619874"/>
              <a:ext cx="73439" cy="66095"/>
            </a:xfrm>
            <a:custGeom>
              <a:avLst/>
              <a:gdLst>
                <a:gd name="T0" fmla="*/ 23 w 29"/>
                <a:gd name="T1" fmla="*/ 0 h 26"/>
                <a:gd name="T2" fmla="*/ 3 w 29"/>
                <a:gd name="T3" fmla="*/ 11 h 26"/>
                <a:gd name="T4" fmla="*/ 2 w 29"/>
                <a:gd name="T5" fmla="*/ 11 h 26"/>
                <a:gd name="T6" fmla="*/ 0 w 29"/>
                <a:gd name="T7" fmla="*/ 12 h 26"/>
                <a:gd name="T8" fmla="*/ 0 w 29"/>
                <a:gd name="T9" fmla="*/ 12 h 26"/>
                <a:gd name="T10" fmla="*/ 19 w 29"/>
                <a:gd name="T11" fmla="*/ 26 h 26"/>
                <a:gd name="T12" fmla="*/ 23 w 29"/>
                <a:gd name="T13" fmla="*/ 23 h 26"/>
                <a:gd name="T14" fmla="*/ 29 w 29"/>
                <a:gd name="T15" fmla="*/ 20 h 26"/>
                <a:gd name="T16" fmla="*/ 28 w 29"/>
                <a:gd name="T17" fmla="*/ 20 h 26"/>
                <a:gd name="T18" fmla="*/ 26 w 29"/>
                <a:gd name="T19" fmla="*/ 4 h 26"/>
                <a:gd name="T20" fmla="*/ 27 w 29"/>
                <a:gd name="T21" fmla="*/ 2 h 26"/>
                <a:gd name="T22" fmla="*/ 23 w 29"/>
                <a:gd name="T2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9" h="26">
                  <a:moveTo>
                    <a:pt x="23" y="0"/>
                  </a:move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5"/>
                    <a:pt x="21" y="24"/>
                    <a:pt x="23" y="23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2" y="16"/>
                    <a:pt x="20" y="9"/>
                    <a:pt x="26" y="4"/>
                  </a:cubicBezTo>
                  <a:cubicBezTo>
                    <a:pt x="26" y="3"/>
                    <a:pt x="26" y="3"/>
                    <a:pt x="27" y="2"/>
                  </a:cubicBez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DCBB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85" name="íṡḷíḑé"/>
            <p:cNvSpPr/>
            <p:nvPr/>
          </p:nvSpPr>
          <p:spPr bwMode="auto">
            <a:xfrm>
              <a:off x="5625992" y="3671281"/>
              <a:ext cx="30599" cy="22032"/>
            </a:xfrm>
            <a:custGeom>
              <a:avLst/>
              <a:gdLst>
                <a:gd name="T0" fmla="*/ 10 w 12"/>
                <a:gd name="T1" fmla="*/ 0 h 9"/>
                <a:gd name="T2" fmla="*/ 4 w 12"/>
                <a:gd name="T3" fmla="*/ 3 h 9"/>
                <a:gd name="T4" fmla="*/ 0 w 12"/>
                <a:gd name="T5" fmla="*/ 6 h 9"/>
                <a:gd name="T6" fmla="*/ 4 w 12"/>
                <a:gd name="T7" fmla="*/ 9 h 9"/>
                <a:gd name="T8" fmla="*/ 12 w 12"/>
                <a:gd name="T9" fmla="*/ 2 h 9"/>
                <a:gd name="T10" fmla="*/ 12 w 12"/>
                <a:gd name="T11" fmla="*/ 1 h 9"/>
                <a:gd name="T12" fmla="*/ 10 w 12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9">
                  <a:moveTo>
                    <a:pt x="10" y="0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2" y="4"/>
                    <a:pt x="1" y="5"/>
                    <a:pt x="0" y="6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6" y="6"/>
                    <a:pt x="8" y="3"/>
                    <a:pt x="12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D1B1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86" name="išḷiḓê"/>
            <p:cNvSpPr/>
            <p:nvPr/>
          </p:nvSpPr>
          <p:spPr bwMode="auto">
            <a:xfrm>
              <a:off x="5692087" y="3716568"/>
              <a:ext cx="66095" cy="40391"/>
            </a:xfrm>
            <a:custGeom>
              <a:avLst/>
              <a:gdLst>
                <a:gd name="T0" fmla="*/ 15 w 26"/>
                <a:gd name="T1" fmla="*/ 0 h 16"/>
                <a:gd name="T2" fmla="*/ 1 w 26"/>
                <a:gd name="T3" fmla="*/ 8 h 16"/>
                <a:gd name="T4" fmla="*/ 0 w 26"/>
                <a:gd name="T5" fmla="*/ 8 h 16"/>
                <a:gd name="T6" fmla="*/ 10 w 26"/>
                <a:gd name="T7" fmla="*/ 15 h 16"/>
                <a:gd name="T8" fmla="*/ 14 w 26"/>
                <a:gd name="T9" fmla="*/ 16 h 16"/>
                <a:gd name="T10" fmla="*/ 26 w 26"/>
                <a:gd name="T11" fmla="*/ 7 h 16"/>
                <a:gd name="T12" fmla="*/ 25 w 26"/>
                <a:gd name="T13" fmla="*/ 6 h 16"/>
                <a:gd name="T14" fmla="*/ 15 w 26"/>
                <a:gd name="T1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16">
                  <a:moveTo>
                    <a:pt x="15" y="0"/>
                  </a:move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" y="8"/>
                    <a:pt x="0" y="8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2" y="16"/>
                    <a:pt x="13" y="16"/>
                    <a:pt x="14" y="16"/>
                  </a:cubicBezTo>
                  <a:cubicBezTo>
                    <a:pt x="18" y="16"/>
                    <a:pt x="22" y="11"/>
                    <a:pt x="26" y="7"/>
                  </a:cubicBezTo>
                  <a:cubicBezTo>
                    <a:pt x="26" y="7"/>
                    <a:pt x="25" y="7"/>
                    <a:pt x="25" y="6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87" name="îŝļîḑè"/>
            <p:cNvSpPr/>
            <p:nvPr/>
          </p:nvSpPr>
          <p:spPr bwMode="auto">
            <a:xfrm>
              <a:off x="5637008" y="3673729"/>
              <a:ext cx="93022" cy="63647"/>
            </a:xfrm>
            <a:custGeom>
              <a:avLst/>
              <a:gdLst>
                <a:gd name="T0" fmla="*/ 8 w 37"/>
                <a:gd name="T1" fmla="*/ 0 h 25"/>
                <a:gd name="T2" fmla="*/ 8 w 37"/>
                <a:gd name="T3" fmla="*/ 1 h 25"/>
                <a:gd name="T4" fmla="*/ 0 w 37"/>
                <a:gd name="T5" fmla="*/ 8 h 25"/>
                <a:gd name="T6" fmla="*/ 22 w 37"/>
                <a:gd name="T7" fmla="*/ 25 h 25"/>
                <a:gd name="T8" fmla="*/ 23 w 37"/>
                <a:gd name="T9" fmla="*/ 25 h 25"/>
                <a:gd name="T10" fmla="*/ 37 w 37"/>
                <a:gd name="T11" fmla="*/ 17 h 25"/>
                <a:gd name="T12" fmla="*/ 37 w 37"/>
                <a:gd name="T13" fmla="*/ 17 h 25"/>
                <a:gd name="T14" fmla="*/ 34 w 37"/>
                <a:gd name="T15" fmla="*/ 18 h 25"/>
                <a:gd name="T16" fmla="*/ 32 w 37"/>
                <a:gd name="T17" fmla="*/ 15 h 25"/>
                <a:gd name="T18" fmla="*/ 8 w 37"/>
                <a:gd name="T1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" h="25">
                  <a:moveTo>
                    <a:pt x="8" y="0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4" y="2"/>
                    <a:pt x="2" y="5"/>
                    <a:pt x="0" y="8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6"/>
                    <a:pt x="32" y="15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DCBB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88" name="iŝļidé"/>
            <p:cNvSpPr/>
            <p:nvPr/>
          </p:nvSpPr>
          <p:spPr bwMode="auto">
            <a:xfrm>
              <a:off x="5755734" y="3731256"/>
              <a:ext cx="2448" cy="244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89" name="ïṩḻíḓê"/>
            <p:cNvSpPr/>
            <p:nvPr/>
          </p:nvSpPr>
          <p:spPr bwMode="auto">
            <a:xfrm>
              <a:off x="5717790" y="3711672"/>
              <a:ext cx="12240" cy="7344"/>
            </a:xfrm>
            <a:custGeom>
              <a:avLst/>
              <a:gdLst>
                <a:gd name="T0" fmla="*/ 0 w 5"/>
                <a:gd name="T1" fmla="*/ 0 h 3"/>
                <a:gd name="T2" fmla="*/ 2 w 5"/>
                <a:gd name="T3" fmla="*/ 3 h 3"/>
                <a:gd name="T4" fmla="*/ 5 w 5"/>
                <a:gd name="T5" fmla="*/ 2 h 3"/>
                <a:gd name="T6" fmla="*/ 0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cubicBezTo>
                    <a:pt x="1" y="1"/>
                    <a:pt x="1" y="2"/>
                    <a:pt x="2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1B1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90" name="isḷîdê"/>
            <p:cNvSpPr/>
            <p:nvPr/>
          </p:nvSpPr>
          <p:spPr bwMode="auto">
            <a:xfrm>
              <a:off x="5628440" y="3624770"/>
              <a:ext cx="160341" cy="117502"/>
            </a:xfrm>
            <a:custGeom>
              <a:avLst/>
              <a:gdLst>
                <a:gd name="T0" fmla="*/ 7 w 63"/>
                <a:gd name="T1" fmla="*/ 0 h 46"/>
                <a:gd name="T2" fmla="*/ 6 w 63"/>
                <a:gd name="T3" fmla="*/ 2 h 46"/>
                <a:gd name="T4" fmla="*/ 8 w 63"/>
                <a:gd name="T5" fmla="*/ 18 h 46"/>
                <a:gd name="T6" fmla="*/ 9 w 63"/>
                <a:gd name="T7" fmla="*/ 18 h 46"/>
                <a:gd name="T8" fmla="*/ 11 w 63"/>
                <a:gd name="T9" fmla="*/ 19 h 46"/>
                <a:gd name="T10" fmla="*/ 35 w 63"/>
                <a:gd name="T11" fmla="*/ 34 h 46"/>
                <a:gd name="T12" fmla="*/ 40 w 63"/>
                <a:gd name="T13" fmla="*/ 36 h 46"/>
                <a:gd name="T14" fmla="*/ 40 w 63"/>
                <a:gd name="T15" fmla="*/ 36 h 46"/>
                <a:gd name="T16" fmla="*/ 50 w 63"/>
                <a:gd name="T17" fmla="*/ 42 h 46"/>
                <a:gd name="T18" fmla="*/ 51 w 63"/>
                <a:gd name="T19" fmla="*/ 43 h 46"/>
                <a:gd name="T20" fmla="*/ 52 w 63"/>
                <a:gd name="T21" fmla="*/ 43 h 46"/>
                <a:gd name="T22" fmla="*/ 58 w 63"/>
                <a:gd name="T23" fmla="*/ 46 h 46"/>
                <a:gd name="T24" fmla="*/ 56 w 63"/>
                <a:gd name="T25" fmla="*/ 34 h 46"/>
                <a:gd name="T26" fmla="*/ 7 w 63"/>
                <a:gd name="T2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3" h="46">
                  <a:moveTo>
                    <a:pt x="7" y="0"/>
                  </a:moveTo>
                  <a:cubicBezTo>
                    <a:pt x="6" y="1"/>
                    <a:pt x="6" y="1"/>
                    <a:pt x="6" y="2"/>
                  </a:cubicBezTo>
                  <a:cubicBezTo>
                    <a:pt x="0" y="7"/>
                    <a:pt x="2" y="14"/>
                    <a:pt x="8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50" y="42"/>
                    <a:pt x="50" y="42"/>
                    <a:pt x="50" y="42"/>
                  </a:cubicBezTo>
                  <a:cubicBezTo>
                    <a:pt x="51" y="43"/>
                    <a:pt x="51" y="43"/>
                    <a:pt x="51" y="43"/>
                  </a:cubicBezTo>
                  <a:cubicBezTo>
                    <a:pt x="51" y="43"/>
                    <a:pt x="51" y="43"/>
                    <a:pt x="52" y="43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63" y="42"/>
                    <a:pt x="62" y="38"/>
                    <a:pt x="56" y="34"/>
                  </a:cubicBezTo>
                  <a:cubicBezTo>
                    <a:pt x="7" y="0"/>
                    <a:pt x="7" y="0"/>
                    <a:pt x="7" y="0"/>
                  </a:cubicBezTo>
                </a:path>
              </a:pathLst>
            </a:custGeom>
            <a:solidFill>
              <a:srgbClr val="EFCA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91" name="ïṡ1iḋe"/>
            <p:cNvSpPr/>
            <p:nvPr/>
          </p:nvSpPr>
          <p:spPr bwMode="auto">
            <a:xfrm>
              <a:off x="5521954" y="3569691"/>
              <a:ext cx="244796" cy="208076"/>
            </a:xfrm>
            <a:custGeom>
              <a:avLst/>
              <a:gdLst>
                <a:gd name="T0" fmla="*/ 90 w 96"/>
                <a:gd name="T1" fmla="*/ 60 h 82"/>
                <a:gd name="T2" fmla="*/ 91 w 96"/>
                <a:gd name="T3" fmla="*/ 77 h 82"/>
                <a:gd name="T4" fmla="*/ 69 w 96"/>
                <a:gd name="T5" fmla="*/ 78 h 82"/>
                <a:gd name="T6" fmla="*/ 9 w 96"/>
                <a:gd name="T7" fmla="*/ 33 h 82"/>
                <a:gd name="T8" fmla="*/ 6 w 96"/>
                <a:gd name="T9" fmla="*/ 0 h 82"/>
                <a:gd name="T10" fmla="*/ 12 w 96"/>
                <a:gd name="T11" fmla="*/ 23 h 82"/>
                <a:gd name="T12" fmla="*/ 34 w 96"/>
                <a:gd name="T13" fmla="*/ 23 h 82"/>
                <a:gd name="T14" fmla="*/ 90 w 96"/>
                <a:gd name="T15" fmla="*/ 6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6" h="82">
                  <a:moveTo>
                    <a:pt x="90" y="60"/>
                  </a:moveTo>
                  <a:cubicBezTo>
                    <a:pt x="96" y="65"/>
                    <a:pt x="96" y="72"/>
                    <a:pt x="91" y="77"/>
                  </a:cubicBezTo>
                  <a:cubicBezTo>
                    <a:pt x="85" y="81"/>
                    <a:pt x="75" y="82"/>
                    <a:pt x="69" y="78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3" y="29"/>
                    <a:pt x="0" y="5"/>
                    <a:pt x="6" y="0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8" y="19"/>
                    <a:pt x="28" y="18"/>
                    <a:pt x="34" y="23"/>
                  </a:cubicBezTo>
                  <a:lnTo>
                    <a:pt x="90" y="60"/>
                  </a:lnTo>
                  <a:close/>
                </a:path>
              </a:pathLst>
            </a:custGeom>
            <a:solidFill>
              <a:srgbClr val="FCD5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92" name="íŝ1iḋe"/>
            <p:cNvSpPr/>
            <p:nvPr/>
          </p:nvSpPr>
          <p:spPr bwMode="auto">
            <a:xfrm>
              <a:off x="5496250" y="3428933"/>
              <a:ext cx="261932" cy="115054"/>
            </a:xfrm>
            <a:custGeom>
              <a:avLst/>
              <a:gdLst>
                <a:gd name="T0" fmla="*/ 39 w 103"/>
                <a:gd name="T1" fmla="*/ 41 h 45"/>
                <a:gd name="T2" fmla="*/ 1 w 103"/>
                <a:gd name="T3" fmla="*/ 24 h 45"/>
                <a:gd name="T4" fmla="*/ 1 w 103"/>
                <a:gd name="T5" fmla="*/ 18 h 45"/>
                <a:gd name="T6" fmla="*/ 34 w 103"/>
                <a:gd name="T7" fmla="*/ 2 h 45"/>
                <a:gd name="T8" fmla="*/ 82 w 103"/>
                <a:gd name="T9" fmla="*/ 0 h 45"/>
                <a:gd name="T10" fmla="*/ 102 w 103"/>
                <a:gd name="T11" fmla="*/ 23 h 45"/>
                <a:gd name="T12" fmla="*/ 79 w 103"/>
                <a:gd name="T13" fmla="*/ 44 h 45"/>
                <a:gd name="T14" fmla="*/ 39 w 103"/>
                <a:gd name="T15" fmla="*/ 4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" h="45">
                  <a:moveTo>
                    <a:pt x="39" y="41"/>
                  </a:moveTo>
                  <a:cubicBezTo>
                    <a:pt x="27" y="41"/>
                    <a:pt x="0" y="36"/>
                    <a:pt x="1" y="24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2" y="6"/>
                    <a:pt x="22" y="1"/>
                    <a:pt x="34" y="2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94" y="1"/>
                    <a:pt x="103" y="11"/>
                    <a:pt x="102" y="23"/>
                  </a:cubicBezTo>
                  <a:cubicBezTo>
                    <a:pt x="101" y="36"/>
                    <a:pt x="91" y="45"/>
                    <a:pt x="79" y="44"/>
                  </a:cubicBezTo>
                  <a:lnTo>
                    <a:pt x="39" y="41"/>
                  </a:lnTo>
                  <a:close/>
                </a:path>
              </a:pathLst>
            </a:custGeom>
            <a:solidFill>
              <a:srgbClr val="FCD5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93" name="iSľidè"/>
            <p:cNvSpPr/>
            <p:nvPr/>
          </p:nvSpPr>
          <p:spPr bwMode="auto">
            <a:xfrm>
              <a:off x="5305309" y="3428933"/>
              <a:ext cx="496936" cy="297427"/>
            </a:xfrm>
            <a:custGeom>
              <a:avLst/>
              <a:gdLst>
                <a:gd name="T0" fmla="*/ 191 w 195"/>
                <a:gd name="T1" fmla="*/ 64 h 117"/>
                <a:gd name="T2" fmla="*/ 96 w 195"/>
                <a:gd name="T3" fmla="*/ 101 h 117"/>
                <a:gd name="T4" fmla="*/ 4 w 195"/>
                <a:gd name="T5" fmla="*/ 60 h 117"/>
                <a:gd name="T6" fmla="*/ 112 w 195"/>
                <a:gd name="T7" fmla="*/ 5 h 117"/>
                <a:gd name="T8" fmla="*/ 191 w 195"/>
                <a:gd name="T9" fmla="*/ 64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5" h="117">
                  <a:moveTo>
                    <a:pt x="191" y="64"/>
                  </a:moveTo>
                  <a:cubicBezTo>
                    <a:pt x="186" y="96"/>
                    <a:pt x="124" y="117"/>
                    <a:pt x="96" y="101"/>
                  </a:cubicBezTo>
                  <a:cubicBezTo>
                    <a:pt x="56" y="78"/>
                    <a:pt x="0" y="91"/>
                    <a:pt x="4" y="60"/>
                  </a:cubicBezTo>
                  <a:cubicBezTo>
                    <a:pt x="9" y="28"/>
                    <a:pt x="80" y="0"/>
                    <a:pt x="112" y="5"/>
                  </a:cubicBezTo>
                  <a:cubicBezTo>
                    <a:pt x="143" y="9"/>
                    <a:pt x="195" y="32"/>
                    <a:pt x="191" y="64"/>
                  </a:cubicBezTo>
                  <a:close/>
                </a:path>
              </a:pathLst>
            </a:custGeom>
            <a:solidFill>
              <a:srgbClr val="FCD5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94" name="î$liḍe"/>
            <p:cNvSpPr/>
            <p:nvPr/>
          </p:nvSpPr>
          <p:spPr bwMode="auto">
            <a:xfrm>
              <a:off x="5603960" y="3426485"/>
              <a:ext cx="203181" cy="160341"/>
            </a:xfrm>
            <a:custGeom>
              <a:avLst/>
              <a:gdLst>
                <a:gd name="T0" fmla="*/ 17 w 80"/>
                <a:gd name="T1" fmla="*/ 24 h 63"/>
                <a:gd name="T2" fmla="*/ 4 w 80"/>
                <a:gd name="T3" fmla="*/ 50 h 63"/>
                <a:gd name="T4" fmla="*/ 22 w 80"/>
                <a:gd name="T5" fmla="*/ 58 h 63"/>
                <a:gd name="T6" fmla="*/ 64 w 80"/>
                <a:gd name="T7" fmla="*/ 44 h 63"/>
                <a:gd name="T8" fmla="*/ 76 w 80"/>
                <a:gd name="T9" fmla="*/ 18 h 63"/>
                <a:gd name="T10" fmla="*/ 66 w 80"/>
                <a:gd name="T11" fmla="*/ 5 h 63"/>
                <a:gd name="T12" fmla="*/ 17 w 80"/>
                <a:gd name="T13" fmla="*/ 2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63">
                  <a:moveTo>
                    <a:pt x="17" y="24"/>
                  </a:moveTo>
                  <a:cubicBezTo>
                    <a:pt x="6" y="29"/>
                    <a:pt x="0" y="41"/>
                    <a:pt x="4" y="50"/>
                  </a:cubicBezTo>
                  <a:cubicBezTo>
                    <a:pt x="7" y="60"/>
                    <a:pt x="11" y="63"/>
                    <a:pt x="22" y="58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74" y="39"/>
                    <a:pt x="80" y="27"/>
                    <a:pt x="76" y="18"/>
                  </a:cubicBezTo>
                  <a:cubicBezTo>
                    <a:pt x="73" y="8"/>
                    <a:pt x="76" y="0"/>
                    <a:pt x="66" y="5"/>
                  </a:cubicBezTo>
                  <a:lnTo>
                    <a:pt x="17" y="24"/>
                  </a:lnTo>
                  <a:close/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95" name="îṧlïdé"/>
            <p:cNvSpPr/>
            <p:nvPr/>
          </p:nvSpPr>
          <p:spPr bwMode="auto">
            <a:xfrm>
              <a:off x="5507266" y="3612530"/>
              <a:ext cx="104038" cy="94246"/>
            </a:xfrm>
            <a:custGeom>
              <a:avLst/>
              <a:gdLst>
                <a:gd name="T0" fmla="*/ 39 w 41"/>
                <a:gd name="T1" fmla="*/ 23 h 37"/>
                <a:gd name="T2" fmla="*/ 31 w 41"/>
                <a:gd name="T3" fmla="*/ 6 h 37"/>
                <a:gd name="T4" fmla="*/ 12 w 41"/>
                <a:gd name="T5" fmla="*/ 5 h 37"/>
                <a:gd name="T6" fmla="*/ 6 w 41"/>
                <a:gd name="T7" fmla="*/ 9 h 37"/>
                <a:gd name="T8" fmla="*/ 9 w 41"/>
                <a:gd name="T9" fmla="*/ 31 h 37"/>
                <a:gd name="T10" fmla="*/ 34 w 41"/>
                <a:gd name="T11" fmla="*/ 31 h 37"/>
                <a:gd name="T12" fmla="*/ 39 w 41"/>
                <a:gd name="T13" fmla="*/ 23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7">
                  <a:moveTo>
                    <a:pt x="39" y="23"/>
                  </a:moveTo>
                  <a:cubicBezTo>
                    <a:pt x="41" y="19"/>
                    <a:pt x="39" y="12"/>
                    <a:pt x="31" y="6"/>
                  </a:cubicBezTo>
                  <a:cubicBezTo>
                    <a:pt x="24" y="0"/>
                    <a:pt x="14" y="2"/>
                    <a:pt x="12" y="5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0" y="15"/>
                    <a:pt x="1" y="25"/>
                    <a:pt x="9" y="31"/>
                  </a:cubicBezTo>
                  <a:cubicBezTo>
                    <a:pt x="17" y="37"/>
                    <a:pt x="28" y="37"/>
                    <a:pt x="34" y="31"/>
                  </a:cubicBezTo>
                  <a:lnTo>
                    <a:pt x="39" y="23"/>
                  </a:lnTo>
                  <a:close/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96" name="iSļîḑè"/>
            <p:cNvSpPr/>
            <p:nvPr/>
          </p:nvSpPr>
          <p:spPr bwMode="auto">
            <a:xfrm>
              <a:off x="5578257" y="3652921"/>
              <a:ext cx="104038" cy="94246"/>
            </a:xfrm>
            <a:custGeom>
              <a:avLst/>
              <a:gdLst>
                <a:gd name="T0" fmla="*/ 39 w 41"/>
                <a:gd name="T1" fmla="*/ 23 h 37"/>
                <a:gd name="T2" fmla="*/ 31 w 41"/>
                <a:gd name="T3" fmla="*/ 6 h 37"/>
                <a:gd name="T4" fmla="*/ 12 w 41"/>
                <a:gd name="T5" fmla="*/ 5 h 37"/>
                <a:gd name="T6" fmla="*/ 6 w 41"/>
                <a:gd name="T7" fmla="*/ 9 h 37"/>
                <a:gd name="T8" fmla="*/ 9 w 41"/>
                <a:gd name="T9" fmla="*/ 31 h 37"/>
                <a:gd name="T10" fmla="*/ 34 w 41"/>
                <a:gd name="T11" fmla="*/ 31 h 37"/>
                <a:gd name="T12" fmla="*/ 39 w 41"/>
                <a:gd name="T13" fmla="*/ 23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7">
                  <a:moveTo>
                    <a:pt x="39" y="23"/>
                  </a:moveTo>
                  <a:cubicBezTo>
                    <a:pt x="41" y="19"/>
                    <a:pt x="39" y="12"/>
                    <a:pt x="31" y="6"/>
                  </a:cubicBezTo>
                  <a:cubicBezTo>
                    <a:pt x="24" y="0"/>
                    <a:pt x="14" y="2"/>
                    <a:pt x="12" y="5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0" y="15"/>
                    <a:pt x="1" y="25"/>
                    <a:pt x="9" y="31"/>
                  </a:cubicBezTo>
                  <a:cubicBezTo>
                    <a:pt x="17" y="37"/>
                    <a:pt x="28" y="37"/>
                    <a:pt x="34" y="31"/>
                  </a:cubicBezTo>
                  <a:lnTo>
                    <a:pt x="39" y="23"/>
                  </a:lnTo>
                  <a:close/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97" name="ísľíḓè"/>
            <p:cNvSpPr/>
            <p:nvPr/>
          </p:nvSpPr>
          <p:spPr bwMode="auto">
            <a:xfrm>
              <a:off x="5649248" y="3683521"/>
              <a:ext cx="104038" cy="94246"/>
            </a:xfrm>
            <a:custGeom>
              <a:avLst/>
              <a:gdLst>
                <a:gd name="T0" fmla="*/ 39 w 41"/>
                <a:gd name="T1" fmla="*/ 23 h 37"/>
                <a:gd name="T2" fmla="*/ 31 w 41"/>
                <a:gd name="T3" fmla="*/ 6 h 37"/>
                <a:gd name="T4" fmla="*/ 12 w 41"/>
                <a:gd name="T5" fmla="*/ 5 h 37"/>
                <a:gd name="T6" fmla="*/ 6 w 41"/>
                <a:gd name="T7" fmla="*/ 9 h 37"/>
                <a:gd name="T8" fmla="*/ 9 w 41"/>
                <a:gd name="T9" fmla="*/ 31 h 37"/>
                <a:gd name="T10" fmla="*/ 34 w 41"/>
                <a:gd name="T11" fmla="*/ 31 h 37"/>
                <a:gd name="T12" fmla="*/ 39 w 41"/>
                <a:gd name="T13" fmla="*/ 23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7">
                  <a:moveTo>
                    <a:pt x="39" y="23"/>
                  </a:moveTo>
                  <a:cubicBezTo>
                    <a:pt x="41" y="19"/>
                    <a:pt x="39" y="12"/>
                    <a:pt x="31" y="6"/>
                  </a:cubicBezTo>
                  <a:cubicBezTo>
                    <a:pt x="24" y="0"/>
                    <a:pt x="14" y="2"/>
                    <a:pt x="12" y="5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0" y="15"/>
                    <a:pt x="1" y="25"/>
                    <a:pt x="9" y="31"/>
                  </a:cubicBezTo>
                  <a:cubicBezTo>
                    <a:pt x="17" y="37"/>
                    <a:pt x="28" y="37"/>
                    <a:pt x="34" y="31"/>
                  </a:cubicBezTo>
                  <a:lnTo>
                    <a:pt x="39" y="23"/>
                  </a:lnTo>
                  <a:close/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98" name="îš1ïdé"/>
            <p:cNvSpPr/>
            <p:nvPr/>
          </p:nvSpPr>
          <p:spPr bwMode="auto">
            <a:xfrm>
              <a:off x="5425259" y="3574587"/>
              <a:ext cx="124846" cy="111382"/>
            </a:xfrm>
            <a:custGeom>
              <a:avLst/>
              <a:gdLst>
                <a:gd name="T0" fmla="*/ 46 w 49"/>
                <a:gd name="T1" fmla="*/ 27 h 44"/>
                <a:gd name="T2" fmla="*/ 37 w 49"/>
                <a:gd name="T3" fmla="*/ 7 h 44"/>
                <a:gd name="T4" fmla="*/ 14 w 49"/>
                <a:gd name="T5" fmla="*/ 5 h 44"/>
                <a:gd name="T6" fmla="*/ 7 w 49"/>
                <a:gd name="T7" fmla="*/ 10 h 44"/>
                <a:gd name="T8" fmla="*/ 11 w 49"/>
                <a:gd name="T9" fmla="*/ 36 h 44"/>
                <a:gd name="T10" fmla="*/ 40 w 49"/>
                <a:gd name="T11" fmla="*/ 37 h 44"/>
                <a:gd name="T12" fmla="*/ 46 w 49"/>
                <a:gd name="T13" fmla="*/ 27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44">
                  <a:moveTo>
                    <a:pt x="46" y="27"/>
                  </a:moveTo>
                  <a:cubicBezTo>
                    <a:pt x="49" y="22"/>
                    <a:pt x="46" y="14"/>
                    <a:pt x="37" y="7"/>
                  </a:cubicBezTo>
                  <a:cubicBezTo>
                    <a:pt x="28" y="0"/>
                    <a:pt x="17" y="2"/>
                    <a:pt x="14" y="5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0" y="17"/>
                    <a:pt x="2" y="29"/>
                    <a:pt x="11" y="36"/>
                  </a:cubicBezTo>
                  <a:cubicBezTo>
                    <a:pt x="20" y="43"/>
                    <a:pt x="33" y="44"/>
                    <a:pt x="40" y="37"/>
                  </a:cubicBezTo>
                  <a:lnTo>
                    <a:pt x="46" y="27"/>
                  </a:lnTo>
                  <a:close/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99" name="íš1íďê"/>
            <p:cNvSpPr/>
            <p:nvPr/>
          </p:nvSpPr>
          <p:spPr bwMode="auto">
            <a:xfrm>
              <a:off x="5987066" y="2764312"/>
              <a:ext cx="1143197" cy="962048"/>
            </a:xfrm>
            <a:custGeom>
              <a:avLst/>
              <a:gdLst>
                <a:gd name="T0" fmla="*/ 447 w 449"/>
                <a:gd name="T1" fmla="*/ 20 h 379"/>
                <a:gd name="T2" fmla="*/ 432 w 449"/>
                <a:gd name="T3" fmla="*/ 4 h 379"/>
                <a:gd name="T4" fmla="*/ 407 w 449"/>
                <a:gd name="T5" fmla="*/ 0 h 379"/>
                <a:gd name="T6" fmla="*/ 269 w 449"/>
                <a:gd name="T7" fmla="*/ 151 h 379"/>
                <a:gd name="T8" fmla="*/ 255 w 449"/>
                <a:gd name="T9" fmla="*/ 171 h 379"/>
                <a:gd name="T10" fmla="*/ 238 w 449"/>
                <a:gd name="T11" fmla="*/ 190 h 379"/>
                <a:gd name="T12" fmla="*/ 19 w 449"/>
                <a:gd name="T13" fmla="*/ 267 h 379"/>
                <a:gd name="T14" fmla="*/ 0 w 449"/>
                <a:gd name="T15" fmla="*/ 379 h 379"/>
                <a:gd name="T16" fmla="*/ 92 w 449"/>
                <a:gd name="T17" fmla="*/ 363 h 379"/>
                <a:gd name="T18" fmla="*/ 301 w 449"/>
                <a:gd name="T19" fmla="*/ 290 h 379"/>
                <a:gd name="T20" fmla="*/ 315 w 449"/>
                <a:gd name="T21" fmla="*/ 280 h 379"/>
                <a:gd name="T22" fmla="*/ 330 w 449"/>
                <a:gd name="T23" fmla="*/ 264 h 379"/>
                <a:gd name="T24" fmla="*/ 343 w 449"/>
                <a:gd name="T25" fmla="*/ 247 h 379"/>
                <a:gd name="T26" fmla="*/ 425 w 449"/>
                <a:gd name="T27" fmla="*/ 72 h 379"/>
                <a:gd name="T28" fmla="*/ 435 w 449"/>
                <a:gd name="T29" fmla="*/ 56 h 379"/>
                <a:gd name="T30" fmla="*/ 447 w 449"/>
                <a:gd name="T31" fmla="*/ 39 h 379"/>
                <a:gd name="T32" fmla="*/ 447 w 449"/>
                <a:gd name="T33" fmla="*/ 20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9" h="379">
                  <a:moveTo>
                    <a:pt x="447" y="20"/>
                  </a:moveTo>
                  <a:cubicBezTo>
                    <a:pt x="445" y="12"/>
                    <a:pt x="439" y="7"/>
                    <a:pt x="432" y="4"/>
                  </a:cubicBezTo>
                  <a:cubicBezTo>
                    <a:pt x="424" y="1"/>
                    <a:pt x="415" y="0"/>
                    <a:pt x="407" y="0"/>
                  </a:cubicBezTo>
                  <a:cubicBezTo>
                    <a:pt x="331" y="16"/>
                    <a:pt x="311" y="100"/>
                    <a:pt x="269" y="151"/>
                  </a:cubicBezTo>
                  <a:cubicBezTo>
                    <a:pt x="264" y="158"/>
                    <a:pt x="260" y="165"/>
                    <a:pt x="255" y="171"/>
                  </a:cubicBezTo>
                  <a:cubicBezTo>
                    <a:pt x="250" y="178"/>
                    <a:pt x="244" y="184"/>
                    <a:pt x="238" y="190"/>
                  </a:cubicBezTo>
                  <a:cubicBezTo>
                    <a:pt x="177" y="247"/>
                    <a:pt x="88" y="264"/>
                    <a:pt x="19" y="267"/>
                  </a:cubicBezTo>
                  <a:cubicBezTo>
                    <a:pt x="14" y="300"/>
                    <a:pt x="8" y="347"/>
                    <a:pt x="0" y="379"/>
                  </a:cubicBezTo>
                  <a:cubicBezTo>
                    <a:pt x="26" y="377"/>
                    <a:pt x="56" y="366"/>
                    <a:pt x="92" y="363"/>
                  </a:cubicBezTo>
                  <a:cubicBezTo>
                    <a:pt x="188" y="354"/>
                    <a:pt x="255" y="322"/>
                    <a:pt x="301" y="290"/>
                  </a:cubicBezTo>
                  <a:cubicBezTo>
                    <a:pt x="306" y="287"/>
                    <a:pt x="311" y="283"/>
                    <a:pt x="315" y="280"/>
                  </a:cubicBezTo>
                  <a:cubicBezTo>
                    <a:pt x="321" y="275"/>
                    <a:pt x="326" y="270"/>
                    <a:pt x="330" y="264"/>
                  </a:cubicBezTo>
                  <a:cubicBezTo>
                    <a:pt x="335" y="259"/>
                    <a:pt x="339" y="253"/>
                    <a:pt x="343" y="247"/>
                  </a:cubicBezTo>
                  <a:cubicBezTo>
                    <a:pt x="375" y="192"/>
                    <a:pt x="387" y="128"/>
                    <a:pt x="425" y="72"/>
                  </a:cubicBezTo>
                  <a:cubicBezTo>
                    <a:pt x="428" y="67"/>
                    <a:pt x="432" y="61"/>
                    <a:pt x="435" y="56"/>
                  </a:cubicBezTo>
                  <a:cubicBezTo>
                    <a:pt x="439" y="50"/>
                    <a:pt x="443" y="45"/>
                    <a:pt x="447" y="39"/>
                  </a:cubicBezTo>
                  <a:cubicBezTo>
                    <a:pt x="449" y="31"/>
                    <a:pt x="449" y="25"/>
                    <a:pt x="447" y="2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00" name="îšḻïḍè"/>
            <p:cNvSpPr/>
            <p:nvPr/>
          </p:nvSpPr>
          <p:spPr bwMode="auto">
            <a:xfrm>
              <a:off x="7053152" y="2490141"/>
              <a:ext cx="235004" cy="472456"/>
            </a:xfrm>
            <a:custGeom>
              <a:avLst/>
              <a:gdLst>
                <a:gd name="T0" fmla="*/ 192 w 192"/>
                <a:gd name="T1" fmla="*/ 346 h 386"/>
                <a:gd name="T2" fmla="*/ 0 w 192"/>
                <a:gd name="T3" fmla="*/ 386 h 386"/>
                <a:gd name="T4" fmla="*/ 0 w 192"/>
                <a:gd name="T5" fmla="*/ 0 h 386"/>
                <a:gd name="T6" fmla="*/ 192 w 192"/>
                <a:gd name="T7" fmla="*/ 0 h 386"/>
                <a:gd name="T8" fmla="*/ 192 w 192"/>
                <a:gd name="T9" fmla="*/ 34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386">
                  <a:moveTo>
                    <a:pt x="192" y="346"/>
                  </a:moveTo>
                  <a:lnTo>
                    <a:pt x="0" y="386"/>
                  </a:lnTo>
                  <a:lnTo>
                    <a:pt x="0" y="0"/>
                  </a:lnTo>
                  <a:lnTo>
                    <a:pt x="192" y="0"/>
                  </a:lnTo>
                  <a:lnTo>
                    <a:pt x="192" y="346"/>
                  </a:lnTo>
                  <a:close/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01" name="ïṥļíďè"/>
            <p:cNvSpPr/>
            <p:nvPr/>
          </p:nvSpPr>
          <p:spPr bwMode="auto">
            <a:xfrm>
              <a:off x="6870779" y="4044595"/>
              <a:ext cx="854338" cy="1724587"/>
            </a:xfrm>
            <a:custGeom>
              <a:avLst/>
              <a:gdLst>
                <a:gd name="T0" fmla="*/ 0 w 698"/>
                <a:gd name="T1" fmla="*/ 0 h 1409"/>
                <a:gd name="T2" fmla="*/ 4 w 698"/>
                <a:gd name="T3" fmla="*/ 1321 h 1409"/>
                <a:gd name="T4" fmla="*/ 147 w 698"/>
                <a:gd name="T5" fmla="*/ 1324 h 1409"/>
                <a:gd name="T6" fmla="*/ 158 w 698"/>
                <a:gd name="T7" fmla="*/ 1292 h 1409"/>
                <a:gd name="T8" fmla="*/ 272 w 698"/>
                <a:gd name="T9" fmla="*/ 340 h 1409"/>
                <a:gd name="T10" fmla="*/ 328 w 698"/>
                <a:gd name="T11" fmla="*/ 346 h 1409"/>
                <a:gd name="T12" fmla="*/ 549 w 698"/>
                <a:gd name="T13" fmla="*/ 1355 h 1409"/>
                <a:gd name="T14" fmla="*/ 623 w 698"/>
                <a:gd name="T15" fmla="*/ 1409 h 1409"/>
                <a:gd name="T16" fmla="*/ 698 w 698"/>
                <a:gd name="T17" fmla="*/ 1330 h 1409"/>
                <a:gd name="T18" fmla="*/ 598 w 698"/>
                <a:gd name="T19" fmla="*/ 0 h 1409"/>
                <a:gd name="T20" fmla="*/ 0 w 698"/>
                <a:gd name="T21" fmla="*/ 0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98" h="1409">
                  <a:moveTo>
                    <a:pt x="0" y="0"/>
                  </a:moveTo>
                  <a:lnTo>
                    <a:pt x="4" y="1321"/>
                  </a:lnTo>
                  <a:lnTo>
                    <a:pt x="147" y="1324"/>
                  </a:lnTo>
                  <a:lnTo>
                    <a:pt x="158" y="1292"/>
                  </a:lnTo>
                  <a:lnTo>
                    <a:pt x="272" y="340"/>
                  </a:lnTo>
                  <a:lnTo>
                    <a:pt x="328" y="346"/>
                  </a:lnTo>
                  <a:lnTo>
                    <a:pt x="549" y="1355"/>
                  </a:lnTo>
                  <a:lnTo>
                    <a:pt x="623" y="1409"/>
                  </a:lnTo>
                  <a:lnTo>
                    <a:pt x="698" y="1330"/>
                  </a:lnTo>
                  <a:lnTo>
                    <a:pt x="5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02" name="îṣļiďê"/>
            <p:cNvSpPr/>
            <p:nvPr/>
          </p:nvSpPr>
          <p:spPr bwMode="auto">
            <a:xfrm>
              <a:off x="7026224" y="2745953"/>
              <a:ext cx="352506" cy="1298642"/>
            </a:xfrm>
            <a:custGeom>
              <a:avLst/>
              <a:gdLst>
                <a:gd name="T0" fmla="*/ 288 w 288"/>
                <a:gd name="T1" fmla="*/ 737 h 1061"/>
                <a:gd name="T2" fmla="*/ 268 w 288"/>
                <a:gd name="T3" fmla="*/ 1061 h 1061"/>
                <a:gd name="T4" fmla="*/ 8 w 288"/>
                <a:gd name="T5" fmla="*/ 1061 h 1061"/>
                <a:gd name="T6" fmla="*/ 0 w 288"/>
                <a:gd name="T7" fmla="*/ 127 h 1061"/>
                <a:gd name="T8" fmla="*/ 45 w 288"/>
                <a:gd name="T9" fmla="*/ 0 h 1061"/>
                <a:gd name="T10" fmla="*/ 124 w 288"/>
                <a:gd name="T11" fmla="*/ 129 h 1061"/>
                <a:gd name="T12" fmla="*/ 182 w 288"/>
                <a:gd name="T13" fmla="*/ 13 h 1061"/>
                <a:gd name="T14" fmla="*/ 288 w 288"/>
                <a:gd name="T15" fmla="*/ 119 h 1061"/>
                <a:gd name="T16" fmla="*/ 288 w 288"/>
                <a:gd name="T17" fmla="*/ 737 h 10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1061">
                  <a:moveTo>
                    <a:pt x="288" y="737"/>
                  </a:moveTo>
                  <a:lnTo>
                    <a:pt x="268" y="1061"/>
                  </a:lnTo>
                  <a:lnTo>
                    <a:pt x="8" y="1061"/>
                  </a:lnTo>
                  <a:lnTo>
                    <a:pt x="0" y="127"/>
                  </a:lnTo>
                  <a:lnTo>
                    <a:pt x="45" y="0"/>
                  </a:lnTo>
                  <a:lnTo>
                    <a:pt x="124" y="129"/>
                  </a:lnTo>
                  <a:lnTo>
                    <a:pt x="182" y="13"/>
                  </a:lnTo>
                  <a:lnTo>
                    <a:pt x="288" y="119"/>
                  </a:lnTo>
                  <a:lnTo>
                    <a:pt x="288" y="737"/>
                  </a:lnTo>
                  <a:close/>
                </a:path>
              </a:pathLst>
            </a:custGeom>
            <a:solidFill>
              <a:srgbClr val="F1F1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03" name="ï$ľïḑé"/>
            <p:cNvSpPr/>
            <p:nvPr/>
          </p:nvSpPr>
          <p:spPr bwMode="auto">
            <a:xfrm>
              <a:off x="7026224" y="2745953"/>
              <a:ext cx="352506" cy="1298642"/>
            </a:xfrm>
            <a:custGeom>
              <a:avLst/>
              <a:gdLst>
                <a:gd name="T0" fmla="*/ 288 w 288"/>
                <a:gd name="T1" fmla="*/ 737 h 1061"/>
                <a:gd name="T2" fmla="*/ 268 w 288"/>
                <a:gd name="T3" fmla="*/ 1061 h 1061"/>
                <a:gd name="T4" fmla="*/ 8 w 288"/>
                <a:gd name="T5" fmla="*/ 1061 h 1061"/>
                <a:gd name="T6" fmla="*/ 0 w 288"/>
                <a:gd name="T7" fmla="*/ 127 h 1061"/>
                <a:gd name="T8" fmla="*/ 45 w 288"/>
                <a:gd name="T9" fmla="*/ 0 h 1061"/>
                <a:gd name="T10" fmla="*/ 124 w 288"/>
                <a:gd name="T11" fmla="*/ 129 h 1061"/>
                <a:gd name="T12" fmla="*/ 182 w 288"/>
                <a:gd name="T13" fmla="*/ 13 h 1061"/>
                <a:gd name="T14" fmla="*/ 288 w 288"/>
                <a:gd name="T15" fmla="*/ 119 h 1061"/>
                <a:gd name="T16" fmla="*/ 288 w 288"/>
                <a:gd name="T17" fmla="*/ 737 h 10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1061">
                  <a:moveTo>
                    <a:pt x="288" y="737"/>
                  </a:moveTo>
                  <a:lnTo>
                    <a:pt x="268" y="1061"/>
                  </a:lnTo>
                  <a:lnTo>
                    <a:pt x="8" y="1061"/>
                  </a:lnTo>
                  <a:lnTo>
                    <a:pt x="0" y="127"/>
                  </a:lnTo>
                  <a:lnTo>
                    <a:pt x="45" y="0"/>
                  </a:lnTo>
                  <a:lnTo>
                    <a:pt x="124" y="129"/>
                  </a:lnTo>
                  <a:lnTo>
                    <a:pt x="182" y="13"/>
                  </a:lnTo>
                  <a:lnTo>
                    <a:pt x="288" y="119"/>
                  </a:lnTo>
                  <a:lnTo>
                    <a:pt x="288" y="73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04" name="ïṧḷîḍe"/>
            <p:cNvSpPr/>
            <p:nvPr/>
          </p:nvSpPr>
          <p:spPr bwMode="auto">
            <a:xfrm>
              <a:off x="7122919" y="2823063"/>
              <a:ext cx="101590" cy="1058742"/>
            </a:xfrm>
            <a:custGeom>
              <a:avLst/>
              <a:gdLst>
                <a:gd name="T0" fmla="*/ 5 w 40"/>
                <a:gd name="T1" fmla="*/ 11 h 417"/>
                <a:gd name="T2" fmla="*/ 19 w 40"/>
                <a:gd name="T3" fmla="*/ 1 h 417"/>
                <a:gd name="T4" fmla="*/ 38 w 40"/>
                <a:gd name="T5" fmla="*/ 18 h 417"/>
                <a:gd name="T6" fmla="*/ 31 w 40"/>
                <a:gd name="T7" fmla="*/ 45 h 417"/>
                <a:gd name="T8" fmla="*/ 39 w 40"/>
                <a:gd name="T9" fmla="*/ 367 h 417"/>
                <a:gd name="T10" fmla="*/ 21 w 40"/>
                <a:gd name="T11" fmla="*/ 417 h 417"/>
                <a:gd name="T12" fmla="*/ 5 w 40"/>
                <a:gd name="T13" fmla="*/ 367 h 417"/>
                <a:gd name="T14" fmla="*/ 8 w 40"/>
                <a:gd name="T15" fmla="*/ 44 h 417"/>
                <a:gd name="T16" fmla="*/ 5 w 40"/>
                <a:gd name="T17" fmla="*/ 11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417">
                  <a:moveTo>
                    <a:pt x="5" y="11"/>
                  </a:moveTo>
                  <a:cubicBezTo>
                    <a:pt x="8" y="5"/>
                    <a:pt x="13" y="2"/>
                    <a:pt x="19" y="1"/>
                  </a:cubicBezTo>
                  <a:cubicBezTo>
                    <a:pt x="26" y="0"/>
                    <a:pt x="40" y="3"/>
                    <a:pt x="38" y="18"/>
                  </a:cubicBezTo>
                  <a:cubicBezTo>
                    <a:pt x="35" y="33"/>
                    <a:pt x="31" y="45"/>
                    <a:pt x="31" y="45"/>
                  </a:cubicBezTo>
                  <a:cubicBezTo>
                    <a:pt x="39" y="367"/>
                    <a:pt x="39" y="367"/>
                    <a:pt x="39" y="367"/>
                  </a:cubicBezTo>
                  <a:cubicBezTo>
                    <a:pt x="21" y="417"/>
                    <a:pt x="21" y="417"/>
                    <a:pt x="21" y="417"/>
                  </a:cubicBezTo>
                  <a:cubicBezTo>
                    <a:pt x="5" y="367"/>
                    <a:pt x="5" y="367"/>
                    <a:pt x="5" y="367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0" y="23"/>
                    <a:pt x="5" y="1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05" name="íš1îdé"/>
            <p:cNvSpPr/>
            <p:nvPr/>
          </p:nvSpPr>
          <p:spPr bwMode="auto">
            <a:xfrm>
              <a:off x="7135158" y="3322447"/>
              <a:ext cx="86903" cy="559359"/>
            </a:xfrm>
            <a:custGeom>
              <a:avLst/>
              <a:gdLst>
                <a:gd name="T0" fmla="*/ 25 w 34"/>
                <a:gd name="T1" fmla="*/ 0 h 220"/>
                <a:gd name="T2" fmla="*/ 25 w 34"/>
                <a:gd name="T3" fmla="*/ 2 h 220"/>
                <a:gd name="T4" fmla="*/ 3 w 34"/>
                <a:gd name="T5" fmla="*/ 82 h 220"/>
                <a:gd name="T6" fmla="*/ 3 w 34"/>
                <a:gd name="T7" fmla="*/ 82 h 220"/>
                <a:gd name="T8" fmla="*/ 0 w 34"/>
                <a:gd name="T9" fmla="*/ 170 h 220"/>
                <a:gd name="T10" fmla="*/ 16 w 34"/>
                <a:gd name="T11" fmla="*/ 220 h 220"/>
                <a:gd name="T12" fmla="*/ 34 w 34"/>
                <a:gd name="T13" fmla="*/ 170 h 220"/>
                <a:gd name="T14" fmla="*/ 25 w 34"/>
                <a:gd name="T15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220">
                  <a:moveTo>
                    <a:pt x="25" y="0"/>
                  </a:moveTo>
                  <a:cubicBezTo>
                    <a:pt x="25" y="1"/>
                    <a:pt x="25" y="1"/>
                    <a:pt x="25" y="2"/>
                  </a:cubicBezTo>
                  <a:cubicBezTo>
                    <a:pt x="18" y="28"/>
                    <a:pt x="17" y="58"/>
                    <a:pt x="3" y="82"/>
                  </a:cubicBezTo>
                  <a:cubicBezTo>
                    <a:pt x="3" y="82"/>
                    <a:pt x="3" y="82"/>
                    <a:pt x="3" y="8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16" y="220"/>
                    <a:pt x="16" y="220"/>
                    <a:pt x="16" y="22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25" y="0"/>
                    <a:pt x="25" y="0"/>
                    <a:pt x="25" y="0"/>
                  </a:cubicBezTo>
                </a:path>
              </a:pathLst>
            </a:custGeom>
            <a:solidFill>
              <a:srgbClr val="2E2E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06" name="íṡḷiḑe"/>
            <p:cNvSpPr/>
            <p:nvPr/>
          </p:nvSpPr>
          <p:spPr bwMode="auto">
            <a:xfrm>
              <a:off x="7272244" y="2837751"/>
              <a:ext cx="348834" cy="1485911"/>
            </a:xfrm>
            <a:custGeom>
              <a:avLst/>
              <a:gdLst>
                <a:gd name="T0" fmla="*/ 19 w 285"/>
                <a:gd name="T1" fmla="*/ 27 h 1214"/>
                <a:gd name="T2" fmla="*/ 196 w 285"/>
                <a:gd name="T3" fmla="*/ 0 h 1214"/>
                <a:gd name="T4" fmla="*/ 285 w 285"/>
                <a:gd name="T5" fmla="*/ 1185 h 1214"/>
                <a:gd name="T6" fmla="*/ 19 w 285"/>
                <a:gd name="T7" fmla="*/ 1214 h 1214"/>
                <a:gd name="T8" fmla="*/ 0 w 285"/>
                <a:gd name="T9" fmla="*/ 766 h 1214"/>
                <a:gd name="T10" fmla="*/ 19 w 285"/>
                <a:gd name="T11" fmla="*/ 27 h 1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214">
                  <a:moveTo>
                    <a:pt x="19" y="27"/>
                  </a:moveTo>
                  <a:lnTo>
                    <a:pt x="196" y="0"/>
                  </a:lnTo>
                  <a:lnTo>
                    <a:pt x="285" y="1185"/>
                  </a:lnTo>
                  <a:lnTo>
                    <a:pt x="19" y="1214"/>
                  </a:lnTo>
                  <a:lnTo>
                    <a:pt x="0" y="766"/>
                  </a:lnTo>
                  <a:lnTo>
                    <a:pt x="19" y="2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07" name="ï$ḻïḍè"/>
            <p:cNvSpPr/>
            <p:nvPr/>
          </p:nvSpPr>
          <p:spPr bwMode="auto">
            <a:xfrm>
              <a:off x="7272244" y="2837751"/>
              <a:ext cx="348834" cy="1485911"/>
            </a:xfrm>
            <a:custGeom>
              <a:avLst/>
              <a:gdLst>
                <a:gd name="T0" fmla="*/ 19 w 285"/>
                <a:gd name="T1" fmla="*/ 27 h 1214"/>
                <a:gd name="T2" fmla="*/ 196 w 285"/>
                <a:gd name="T3" fmla="*/ 0 h 1214"/>
                <a:gd name="T4" fmla="*/ 285 w 285"/>
                <a:gd name="T5" fmla="*/ 1185 h 1214"/>
                <a:gd name="T6" fmla="*/ 19 w 285"/>
                <a:gd name="T7" fmla="*/ 1214 h 1214"/>
                <a:gd name="T8" fmla="*/ 0 w 285"/>
                <a:gd name="T9" fmla="*/ 766 h 1214"/>
                <a:gd name="T10" fmla="*/ 19 w 285"/>
                <a:gd name="T11" fmla="*/ 27 h 1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214">
                  <a:moveTo>
                    <a:pt x="19" y="27"/>
                  </a:moveTo>
                  <a:lnTo>
                    <a:pt x="196" y="0"/>
                  </a:lnTo>
                  <a:lnTo>
                    <a:pt x="285" y="1185"/>
                  </a:lnTo>
                  <a:lnTo>
                    <a:pt x="19" y="1214"/>
                  </a:lnTo>
                  <a:lnTo>
                    <a:pt x="0" y="766"/>
                  </a:lnTo>
                  <a:lnTo>
                    <a:pt x="19" y="2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08" name="iṡḻíḍé"/>
            <p:cNvSpPr/>
            <p:nvPr/>
          </p:nvSpPr>
          <p:spPr bwMode="auto">
            <a:xfrm>
              <a:off x="6878123" y="2883038"/>
              <a:ext cx="280291" cy="1384321"/>
            </a:xfrm>
            <a:custGeom>
              <a:avLst/>
              <a:gdLst>
                <a:gd name="T0" fmla="*/ 229 w 229"/>
                <a:gd name="T1" fmla="*/ 1131 h 1131"/>
                <a:gd name="T2" fmla="*/ 0 w 229"/>
                <a:gd name="T3" fmla="*/ 1125 h 1131"/>
                <a:gd name="T4" fmla="*/ 42 w 229"/>
                <a:gd name="T5" fmla="*/ 409 h 1131"/>
                <a:gd name="T6" fmla="*/ 42 w 229"/>
                <a:gd name="T7" fmla="*/ 7 h 1131"/>
                <a:gd name="T8" fmla="*/ 148 w 229"/>
                <a:gd name="T9" fmla="*/ 0 h 1131"/>
                <a:gd name="T10" fmla="*/ 189 w 229"/>
                <a:gd name="T11" fmla="*/ 764 h 1131"/>
                <a:gd name="T12" fmla="*/ 229 w 229"/>
                <a:gd name="T13" fmla="*/ 1131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9" h="1131">
                  <a:moveTo>
                    <a:pt x="229" y="1131"/>
                  </a:moveTo>
                  <a:lnTo>
                    <a:pt x="0" y="1125"/>
                  </a:lnTo>
                  <a:lnTo>
                    <a:pt x="42" y="409"/>
                  </a:lnTo>
                  <a:lnTo>
                    <a:pt x="42" y="7"/>
                  </a:lnTo>
                  <a:lnTo>
                    <a:pt x="148" y="0"/>
                  </a:lnTo>
                  <a:lnTo>
                    <a:pt x="189" y="764"/>
                  </a:lnTo>
                  <a:lnTo>
                    <a:pt x="229" y="113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09" name="íŝlíďé"/>
            <p:cNvSpPr/>
            <p:nvPr/>
          </p:nvSpPr>
          <p:spPr bwMode="auto">
            <a:xfrm>
              <a:off x="7272244" y="2712905"/>
              <a:ext cx="367194" cy="1554454"/>
            </a:xfrm>
            <a:custGeom>
              <a:avLst/>
              <a:gdLst>
                <a:gd name="T0" fmla="*/ 0 w 300"/>
                <a:gd name="T1" fmla="*/ 837 h 1270"/>
                <a:gd name="T2" fmla="*/ 42 w 300"/>
                <a:gd name="T3" fmla="*/ 0 h 1270"/>
                <a:gd name="T4" fmla="*/ 181 w 300"/>
                <a:gd name="T5" fmla="*/ 52 h 1270"/>
                <a:gd name="T6" fmla="*/ 218 w 300"/>
                <a:gd name="T7" fmla="*/ 314 h 1270"/>
                <a:gd name="T8" fmla="*/ 254 w 300"/>
                <a:gd name="T9" fmla="*/ 776 h 1270"/>
                <a:gd name="T10" fmla="*/ 258 w 300"/>
                <a:gd name="T11" fmla="*/ 839 h 1270"/>
                <a:gd name="T12" fmla="*/ 300 w 300"/>
                <a:gd name="T13" fmla="*/ 1264 h 1270"/>
                <a:gd name="T14" fmla="*/ 19 w 300"/>
                <a:gd name="T15" fmla="*/ 1270 h 1270"/>
                <a:gd name="T16" fmla="*/ 0 w 300"/>
                <a:gd name="T17" fmla="*/ 837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0" h="1270">
                  <a:moveTo>
                    <a:pt x="0" y="837"/>
                  </a:moveTo>
                  <a:lnTo>
                    <a:pt x="42" y="0"/>
                  </a:lnTo>
                  <a:lnTo>
                    <a:pt x="181" y="52"/>
                  </a:lnTo>
                  <a:lnTo>
                    <a:pt x="218" y="314"/>
                  </a:lnTo>
                  <a:lnTo>
                    <a:pt x="254" y="776"/>
                  </a:lnTo>
                  <a:lnTo>
                    <a:pt x="258" y="839"/>
                  </a:lnTo>
                  <a:lnTo>
                    <a:pt x="300" y="1264"/>
                  </a:lnTo>
                  <a:lnTo>
                    <a:pt x="19" y="1270"/>
                  </a:lnTo>
                  <a:lnTo>
                    <a:pt x="0" y="837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10" name="îṡ1íďe"/>
            <p:cNvSpPr/>
            <p:nvPr/>
          </p:nvSpPr>
          <p:spPr bwMode="auto">
            <a:xfrm>
              <a:off x="7272244" y="2712905"/>
              <a:ext cx="367194" cy="1554454"/>
            </a:xfrm>
            <a:custGeom>
              <a:avLst/>
              <a:gdLst>
                <a:gd name="T0" fmla="*/ 0 w 300"/>
                <a:gd name="T1" fmla="*/ 837 h 1270"/>
                <a:gd name="T2" fmla="*/ 42 w 300"/>
                <a:gd name="T3" fmla="*/ 0 h 1270"/>
                <a:gd name="T4" fmla="*/ 181 w 300"/>
                <a:gd name="T5" fmla="*/ 52 h 1270"/>
                <a:gd name="T6" fmla="*/ 218 w 300"/>
                <a:gd name="T7" fmla="*/ 314 h 1270"/>
                <a:gd name="T8" fmla="*/ 254 w 300"/>
                <a:gd name="T9" fmla="*/ 776 h 1270"/>
                <a:gd name="T10" fmla="*/ 258 w 300"/>
                <a:gd name="T11" fmla="*/ 839 h 1270"/>
                <a:gd name="T12" fmla="*/ 300 w 300"/>
                <a:gd name="T13" fmla="*/ 1264 h 1270"/>
                <a:gd name="T14" fmla="*/ 19 w 300"/>
                <a:gd name="T15" fmla="*/ 1270 h 1270"/>
                <a:gd name="T16" fmla="*/ 0 w 300"/>
                <a:gd name="T17" fmla="*/ 837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0" h="1270">
                  <a:moveTo>
                    <a:pt x="0" y="837"/>
                  </a:moveTo>
                  <a:lnTo>
                    <a:pt x="42" y="0"/>
                  </a:lnTo>
                  <a:lnTo>
                    <a:pt x="181" y="52"/>
                  </a:lnTo>
                  <a:lnTo>
                    <a:pt x="218" y="314"/>
                  </a:lnTo>
                  <a:lnTo>
                    <a:pt x="254" y="776"/>
                  </a:lnTo>
                  <a:lnTo>
                    <a:pt x="258" y="839"/>
                  </a:lnTo>
                  <a:lnTo>
                    <a:pt x="300" y="1264"/>
                  </a:lnTo>
                  <a:lnTo>
                    <a:pt x="19" y="1270"/>
                  </a:lnTo>
                  <a:lnTo>
                    <a:pt x="0" y="83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11" name="işļïḓè"/>
            <p:cNvSpPr/>
            <p:nvPr/>
          </p:nvSpPr>
          <p:spPr bwMode="auto">
            <a:xfrm>
              <a:off x="7635766" y="4283271"/>
              <a:ext cx="320683" cy="203181"/>
            </a:xfrm>
            <a:custGeom>
              <a:avLst/>
              <a:gdLst>
                <a:gd name="T0" fmla="*/ 100 w 126"/>
                <a:gd name="T1" fmla="*/ 1 h 80"/>
                <a:gd name="T2" fmla="*/ 21 w 126"/>
                <a:gd name="T3" fmla="*/ 7 h 80"/>
                <a:gd name="T4" fmla="*/ 1 w 126"/>
                <a:gd name="T5" fmla="*/ 25 h 80"/>
                <a:gd name="T6" fmla="*/ 4 w 126"/>
                <a:gd name="T7" fmla="*/ 64 h 80"/>
                <a:gd name="T8" fmla="*/ 26 w 126"/>
                <a:gd name="T9" fmla="*/ 80 h 80"/>
                <a:gd name="T10" fmla="*/ 105 w 126"/>
                <a:gd name="T11" fmla="*/ 73 h 80"/>
                <a:gd name="T12" fmla="*/ 125 w 126"/>
                <a:gd name="T13" fmla="*/ 55 h 80"/>
                <a:gd name="T14" fmla="*/ 122 w 126"/>
                <a:gd name="T15" fmla="*/ 16 h 80"/>
                <a:gd name="T16" fmla="*/ 100 w 126"/>
                <a:gd name="T17" fmla="*/ 1 h 80"/>
                <a:gd name="T18" fmla="*/ 115 w 126"/>
                <a:gd name="T19" fmla="*/ 54 h 80"/>
                <a:gd name="T20" fmla="*/ 103 w 126"/>
                <a:gd name="T21" fmla="*/ 70 h 80"/>
                <a:gd name="T22" fmla="*/ 28 w 126"/>
                <a:gd name="T23" fmla="*/ 76 h 80"/>
                <a:gd name="T24" fmla="*/ 13 w 126"/>
                <a:gd name="T25" fmla="*/ 64 h 80"/>
                <a:gd name="T26" fmla="*/ 10 w 126"/>
                <a:gd name="T27" fmla="*/ 29 h 80"/>
                <a:gd name="T28" fmla="*/ 23 w 126"/>
                <a:gd name="T29" fmla="*/ 10 h 80"/>
                <a:gd name="T30" fmla="*/ 98 w 126"/>
                <a:gd name="T31" fmla="*/ 4 h 80"/>
                <a:gd name="T32" fmla="*/ 112 w 126"/>
                <a:gd name="T33" fmla="*/ 18 h 80"/>
                <a:gd name="T34" fmla="*/ 115 w 126"/>
                <a:gd name="T35" fmla="*/ 5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6" h="80">
                  <a:moveTo>
                    <a:pt x="100" y="1"/>
                  </a:moveTo>
                  <a:cubicBezTo>
                    <a:pt x="21" y="7"/>
                    <a:pt x="21" y="7"/>
                    <a:pt x="21" y="7"/>
                  </a:cubicBezTo>
                  <a:cubicBezTo>
                    <a:pt x="11" y="8"/>
                    <a:pt x="0" y="16"/>
                    <a:pt x="1" y="25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74"/>
                    <a:pt x="16" y="80"/>
                    <a:pt x="26" y="80"/>
                  </a:cubicBezTo>
                  <a:cubicBezTo>
                    <a:pt x="105" y="73"/>
                    <a:pt x="105" y="73"/>
                    <a:pt x="105" y="73"/>
                  </a:cubicBezTo>
                  <a:cubicBezTo>
                    <a:pt x="115" y="73"/>
                    <a:pt x="126" y="65"/>
                    <a:pt x="125" y="55"/>
                  </a:cubicBezTo>
                  <a:cubicBezTo>
                    <a:pt x="122" y="16"/>
                    <a:pt x="122" y="16"/>
                    <a:pt x="122" y="16"/>
                  </a:cubicBezTo>
                  <a:cubicBezTo>
                    <a:pt x="121" y="7"/>
                    <a:pt x="110" y="0"/>
                    <a:pt x="100" y="1"/>
                  </a:cubicBezTo>
                  <a:close/>
                  <a:moveTo>
                    <a:pt x="115" y="54"/>
                  </a:moveTo>
                  <a:cubicBezTo>
                    <a:pt x="116" y="62"/>
                    <a:pt x="112" y="69"/>
                    <a:pt x="103" y="70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19" y="77"/>
                    <a:pt x="13" y="73"/>
                    <a:pt x="13" y="64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9" y="21"/>
                    <a:pt x="14" y="11"/>
                    <a:pt x="23" y="10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107" y="4"/>
                    <a:pt x="112" y="10"/>
                    <a:pt x="112" y="18"/>
                  </a:cubicBezTo>
                  <a:lnTo>
                    <a:pt x="115" y="54"/>
                  </a:lnTo>
                  <a:close/>
                </a:path>
              </a:pathLst>
            </a:custGeom>
            <a:solidFill>
              <a:srgbClr val="3B33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12" name="išḷidè"/>
            <p:cNvSpPr/>
            <p:nvPr/>
          </p:nvSpPr>
          <p:spPr bwMode="auto">
            <a:xfrm>
              <a:off x="7654126" y="4285719"/>
              <a:ext cx="304771" cy="205629"/>
            </a:xfrm>
            <a:custGeom>
              <a:avLst/>
              <a:gdLst>
                <a:gd name="T0" fmla="*/ 97 w 120"/>
                <a:gd name="T1" fmla="*/ 1 h 81"/>
                <a:gd name="T2" fmla="*/ 18 w 120"/>
                <a:gd name="T3" fmla="*/ 7 h 81"/>
                <a:gd name="T4" fmla="*/ 1 w 120"/>
                <a:gd name="T5" fmla="*/ 25 h 81"/>
                <a:gd name="T6" fmla="*/ 4 w 120"/>
                <a:gd name="T7" fmla="*/ 65 h 81"/>
                <a:gd name="T8" fmla="*/ 23 w 120"/>
                <a:gd name="T9" fmla="*/ 80 h 81"/>
                <a:gd name="T10" fmla="*/ 102 w 120"/>
                <a:gd name="T11" fmla="*/ 74 h 81"/>
                <a:gd name="T12" fmla="*/ 119 w 120"/>
                <a:gd name="T13" fmla="*/ 56 h 81"/>
                <a:gd name="T14" fmla="*/ 116 w 120"/>
                <a:gd name="T15" fmla="*/ 16 h 81"/>
                <a:gd name="T16" fmla="*/ 97 w 120"/>
                <a:gd name="T17" fmla="*/ 1 h 81"/>
                <a:gd name="T18" fmla="*/ 115 w 120"/>
                <a:gd name="T19" fmla="*/ 54 h 81"/>
                <a:gd name="T20" fmla="*/ 100 w 120"/>
                <a:gd name="T21" fmla="*/ 70 h 81"/>
                <a:gd name="T22" fmla="*/ 25 w 120"/>
                <a:gd name="T23" fmla="*/ 76 h 81"/>
                <a:gd name="T24" fmla="*/ 7 w 120"/>
                <a:gd name="T25" fmla="*/ 62 h 81"/>
                <a:gd name="T26" fmla="*/ 5 w 120"/>
                <a:gd name="T27" fmla="*/ 27 h 81"/>
                <a:gd name="T28" fmla="*/ 20 w 120"/>
                <a:gd name="T29" fmla="*/ 10 h 81"/>
                <a:gd name="T30" fmla="*/ 95 w 120"/>
                <a:gd name="T31" fmla="*/ 5 h 81"/>
                <a:gd name="T32" fmla="*/ 113 w 120"/>
                <a:gd name="T33" fmla="*/ 19 h 81"/>
                <a:gd name="T34" fmla="*/ 115 w 120"/>
                <a:gd name="T35" fmla="*/ 54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" h="81">
                  <a:moveTo>
                    <a:pt x="97" y="1"/>
                  </a:moveTo>
                  <a:cubicBezTo>
                    <a:pt x="18" y="7"/>
                    <a:pt x="18" y="7"/>
                    <a:pt x="18" y="7"/>
                  </a:cubicBezTo>
                  <a:cubicBezTo>
                    <a:pt x="8" y="8"/>
                    <a:pt x="0" y="16"/>
                    <a:pt x="1" y="25"/>
                  </a:cubicBezTo>
                  <a:cubicBezTo>
                    <a:pt x="4" y="65"/>
                    <a:pt x="4" y="65"/>
                    <a:pt x="4" y="65"/>
                  </a:cubicBezTo>
                  <a:cubicBezTo>
                    <a:pt x="5" y="74"/>
                    <a:pt x="13" y="81"/>
                    <a:pt x="23" y="80"/>
                  </a:cubicBezTo>
                  <a:cubicBezTo>
                    <a:pt x="102" y="74"/>
                    <a:pt x="102" y="74"/>
                    <a:pt x="102" y="74"/>
                  </a:cubicBezTo>
                  <a:cubicBezTo>
                    <a:pt x="112" y="73"/>
                    <a:pt x="120" y="65"/>
                    <a:pt x="119" y="56"/>
                  </a:cubicBezTo>
                  <a:cubicBezTo>
                    <a:pt x="116" y="16"/>
                    <a:pt x="116" y="16"/>
                    <a:pt x="116" y="16"/>
                  </a:cubicBezTo>
                  <a:cubicBezTo>
                    <a:pt x="115" y="7"/>
                    <a:pt x="107" y="0"/>
                    <a:pt x="97" y="1"/>
                  </a:cubicBezTo>
                  <a:close/>
                  <a:moveTo>
                    <a:pt x="115" y="54"/>
                  </a:moveTo>
                  <a:cubicBezTo>
                    <a:pt x="116" y="62"/>
                    <a:pt x="109" y="70"/>
                    <a:pt x="100" y="70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16" y="77"/>
                    <a:pt x="8" y="71"/>
                    <a:pt x="7" y="62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4" y="19"/>
                    <a:pt x="11" y="11"/>
                    <a:pt x="20" y="10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104" y="4"/>
                    <a:pt x="112" y="10"/>
                    <a:pt x="113" y="19"/>
                  </a:cubicBezTo>
                  <a:lnTo>
                    <a:pt x="115" y="54"/>
                  </a:lnTo>
                  <a:close/>
                </a:path>
              </a:pathLst>
            </a:custGeom>
            <a:solidFill>
              <a:srgbClr val="4F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13" name="îsľíḑe"/>
            <p:cNvSpPr/>
            <p:nvPr/>
          </p:nvSpPr>
          <p:spPr bwMode="auto">
            <a:xfrm>
              <a:off x="7262452" y="4366501"/>
              <a:ext cx="1083222" cy="855562"/>
            </a:xfrm>
            <a:custGeom>
              <a:avLst/>
              <a:gdLst>
                <a:gd name="T0" fmla="*/ 425 w 426"/>
                <a:gd name="T1" fmla="*/ 253 h 337"/>
                <a:gd name="T2" fmla="*/ 410 w 426"/>
                <a:gd name="T3" fmla="*/ 273 h 337"/>
                <a:gd name="T4" fmla="*/ 70 w 426"/>
                <a:gd name="T5" fmla="*/ 337 h 337"/>
                <a:gd name="T6" fmla="*/ 52 w 426"/>
                <a:gd name="T7" fmla="*/ 336 h 337"/>
                <a:gd name="T8" fmla="*/ 27 w 426"/>
                <a:gd name="T9" fmla="*/ 320 h 337"/>
                <a:gd name="T10" fmla="*/ 1 w 426"/>
                <a:gd name="T11" fmla="*/ 58 h 337"/>
                <a:gd name="T12" fmla="*/ 32 w 426"/>
                <a:gd name="T13" fmla="*/ 34 h 337"/>
                <a:gd name="T14" fmla="*/ 392 w 426"/>
                <a:gd name="T15" fmla="*/ 1 h 337"/>
                <a:gd name="T16" fmla="*/ 411 w 426"/>
                <a:gd name="T17" fmla="*/ 16 h 337"/>
                <a:gd name="T18" fmla="*/ 425 w 426"/>
                <a:gd name="T19" fmla="*/ 25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6" h="337">
                  <a:moveTo>
                    <a:pt x="425" y="253"/>
                  </a:moveTo>
                  <a:cubicBezTo>
                    <a:pt x="426" y="263"/>
                    <a:pt x="419" y="272"/>
                    <a:pt x="410" y="273"/>
                  </a:cubicBezTo>
                  <a:cubicBezTo>
                    <a:pt x="70" y="337"/>
                    <a:pt x="70" y="337"/>
                    <a:pt x="70" y="337"/>
                  </a:cubicBezTo>
                  <a:cubicBezTo>
                    <a:pt x="70" y="337"/>
                    <a:pt x="62" y="337"/>
                    <a:pt x="52" y="336"/>
                  </a:cubicBezTo>
                  <a:cubicBezTo>
                    <a:pt x="37" y="335"/>
                    <a:pt x="28" y="328"/>
                    <a:pt x="27" y="320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0" y="48"/>
                    <a:pt x="4" y="37"/>
                    <a:pt x="32" y="34"/>
                  </a:cubicBezTo>
                  <a:cubicBezTo>
                    <a:pt x="392" y="1"/>
                    <a:pt x="392" y="1"/>
                    <a:pt x="392" y="1"/>
                  </a:cubicBezTo>
                  <a:cubicBezTo>
                    <a:pt x="401" y="0"/>
                    <a:pt x="410" y="7"/>
                    <a:pt x="411" y="16"/>
                  </a:cubicBezTo>
                  <a:lnTo>
                    <a:pt x="425" y="253"/>
                  </a:lnTo>
                  <a:close/>
                </a:path>
              </a:pathLst>
            </a:custGeom>
            <a:solidFill>
              <a:srgbClr val="3B33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14" name="i$ļídè"/>
            <p:cNvSpPr/>
            <p:nvPr/>
          </p:nvSpPr>
          <p:spPr bwMode="auto">
            <a:xfrm>
              <a:off x="7312635" y="4356710"/>
              <a:ext cx="1084446" cy="869025"/>
            </a:xfrm>
            <a:custGeom>
              <a:avLst/>
              <a:gdLst>
                <a:gd name="T0" fmla="*/ 425 w 426"/>
                <a:gd name="T1" fmla="*/ 253 h 342"/>
                <a:gd name="T2" fmla="*/ 410 w 426"/>
                <a:gd name="T3" fmla="*/ 273 h 342"/>
                <a:gd name="T4" fmla="*/ 52 w 426"/>
                <a:gd name="T5" fmla="*/ 340 h 342"/>
                <a:gd name="T6" fmla="*/ 27 w 426"/>
                <a:gd name="T7" fmla="*/ 324 h 342"/>
                <a:gd name="T8" fmla="*/ 1 w 426"/>
                <a:gd name="T9" fmla="*/ 58 h 342"/>
                <a:gd name="T10" fmla="*/ 21 w 426"/>
                <a:gd name="T11" fmla="*/ 36 h 342"/>
                <a:gd name="T12" fmla="*/ 392 w 426"/>
                <a:gd name="T13" fmla="*/ 1 h 342"/>
                <a:gd name="T14" fmla="*/ 411 w 426"/>
                <a:gd name="T15" fmla="*/ 16 h 342"/>
                <a:gd name="T16" fmla="*/ 425 w 426"/>
                <a:gd name="T17" fmla="*/ 253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6" h="342">
                  <a:moveTo>
                    <a:pt x="425" y="253"/>
                  </a:moveTo>
                  <a:cubicBezTo>
                    <a:pt x="426" y="263"/>
                    <a:pt x="419" y="272"/>
                    <a:pt x="410" y="273"/>
                  </a:cubicBezTo>
                  <a:cubicBezTo>
                    <a:pt x="52" y="340"/>
                    <a:pt x="52" y="340"/>
                    <a:pt x="52" y="340"/>
                  </a:cubicBezTo>
                  <a:cubicBezTo>
                    <a:pt x="40" y="342"/>
                    <a:pt x="28" y="335"/>
                    <a:pt x="27" y="324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0" y="48"/>
                    <a:pt x="9" y="38"/>
                    <a:pt x="21" y="36"/>
                  </a:cubicBezTo>
                  <a:cubicBezTo>
                    <a:pt x="392" y="1"/>
                    <a:pt x="392" y="1"/>
                    <a:pt x="392" y="1"/>
                  </a:cubicBezTo>
                  <a:cubicBezTo>
                    <a:pt x="401" y="0"/>
                    <a:pt x="410" y="7"/>
                    <a:pt x="411" y="16"/>
                  </a:cubicBezTo>
                  <a:lnTo>
                    <a:pt x="425" y="253"/>
                  </a:lnTo>
                  <a:close/>
                </a:path>
              </a:pathLst>
            </a:custGeom>
            <a:solidFill>
              <a:srgbClr val="4F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15" name="ísľiḍe"/>
            <p:cNvSpPr/>
            <p:nvPr/>
          </p:nvSpPr>
          <p:spPr bwMode="auto">
            <a:xfrm>
              <a:off x="7674933" y="4135169"/>
              <a:ext cx="243572" cy="157893"/>
            </a:xfrm>
            <a:custGeom>
              <a:avLst/>
              <a:gdLst>
                <a:gd name="T0" fmla="*/ 13 w 96"/>
                <a:gd name="T1" fmla="*/ 60 h 62"/>
                <a:gd name="T2" fmla="*/ 94 w 96"/>
                <a:gd name="T3" fmla="*/ 60 h 62"/>
                <a:gd name="T4" fmla="*/ 96 w 96"/>
                <a:gd name="T5" fmla="*/ 48 h 62"/>
                <a:gd name="T6" fmla="*/ 48 w 96"/>
                <a:gd name="T7" fmla="*/ 0 h 62"/>
                <a:gd name="T8" fmla="*/ 0 w 96"/>
                <a:gd name="T9" fmla="*/ 48 h 62"/>
                <a:gd name="T10" fmla="*/ 2 w 96"/>
                <a:gd name="T11" fmla="*/ 62 h 62"/>
                <a:gd name="T12" fmla="*/ 13 w 96"/>
                <a:gd name="T13" fmla="*/ 6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62">
                  <a:moveTo>
                    <a:pt x="13" y="60"/>
                  </a:moveTo>
                  <a:cubicBezTo>
                    <a:pt x="94" y="60"/>
                    <a:pt x="94" y="60"/>
                    <a:pt x="94" y="60"/>
                  </a:cubicBezTo>
                  <a:cubicBezTo>
                    <a:pt x="95" y="56"/>
                    <a:pt x="96" y="52"/>
                    <a:pt x="96" y="48"/>
                  </a:cubicBezTo>
                  <a:cubicBezTo>
                    <a:pt x="96" y="21"/>
                    <a:pt x="75" y="0"/>
                    <a:pt x="48" y="0"/>
                  </a:cubicBezTo>
                  <a:cubicBezTo>
                    <a:pt x="21" y="0"/>
                    <a:pt x="0" y="21"/>
                    <a:pt x="0" y="48"/>
                  </a:cubicBezTo>
                  <a:cubicBezTo>
                    <a:pt x="0" y="53"/>
                    <a:pt x="1" y="58"/>
                    <a:pt x="2" y="62"/>
                  </a:cubicBezTo>
                  <a:cubicBezTo>
                    <a:pt x="5" y="61"/>
                    <a:pt x="9" y="60"/>
                    <a:pt x="13" y="60"/>
                  </a:cubicBezTo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16" name="iṡlïḑè"/>
            <p:cNvSpPr/>
            <p:nvPr/>
          </p:nvSpPr>
          <p:spPr bwMode="auto">
            <a:xfrm>
              <a:off x="7674933" y="4226968"/>
              <a:ext cx="70991" cy="141982"/>
            </a:xfrm>
            <a:custGeom>
              <a:avLst/>
              <a:gdLst>
                <a:gd name="T0" fmla="*/ 28 w 28"/>
                <a:gd name="T1" fmla="*/ 42 h 56"/>
                <a:gd name="T2" fmla="*/ 14 w 28"/>
                <a:gd name="T3" fmla="*/ 56 h 56"/>
                <a:gd name="T4" fmla="*/ 0 w 28"/>
                <a:gd name="T5" fmla="*/ 42 h 56"/>
                <a:gd name="T6" fmla="*/ 0 w 28"/>
                <a:gd name="T7" fmla="*/ 14 h 56"/>
                <a:gd name="T8" fmla="*/ 14 w 28"/>
                <a:gd name="T9" fmla="*/ 0 h 56"/>
                <a:gd name="T10" fmla="*/ 28 w 28"/>
                <a:gd name="T11" fmla="*/ 14 h 56"/>
                <a:gd name="T12" fmla="*/ 28 w 28"/>
                <a:gd name="T13" fmla="*/ 4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56">
                  <a:moveTo>
                    <a:pt x="28" y="42"/>
                  </a:moveTo>
                  <a:cubicBezTo>
                    <a:pt x="28" y="50"/>
                    <a:pt x="22" y="56"/>
                    <a:pt x="14" y="56"/>
                  </a:cubicBezTo>
                  <a:cubicBezTo>
                    <a:pt x="6" y="56"/>
                    <a:pt x="0" y="50"/>
                    <a:pt x="0" y="4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lnTo>
                    <a:pt x="28" y="42"/>
                  </a:lnTo>
                  <a:close/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17" name="ïśḷídè"/>
            <p:cNvSpPr/>
            <p:nvPr/>
          </p:nvSpPr>
          <p:spPr bwMode="auto">
            <a:xfrm>
              <a:off x="7725116" y="4236760"/>
              <a:ext cx="70991" cy="143206"/>
            </a:xfrm>
            <a:custGeom>
              <a:avLst/>
              <a:gdLst>
                <a:gd name="T0" fmla="*/ 28 w 28"/>
                <a:gd name="T1" fmla="*/ 42 h 56"/>
                <a:gd name="T2" fmla="*/ 14 w 28"/>
                <a:gd name="T3" fmla="*/ 56 h 56"/>
                <a:gd name="T4" fmla="*/ 0 w 28"/>
                <a:gd name="T5" fmla="*/ 42 h 56"/>
                <a:gd name="T6" fmla="*/ 0 w 28"/>
                <a:gd name="T7" fmla="*/ 14 h 56"/>
                <a:gd name="T8" fmla="*/ 14 w 28"/>
                <a:gd name="T9" fmla="*/ 0 h 56"/>
                <a:gd name="T10" fmla="*/ 28 w 28"/>
                <a:gd name="T11" fmla="*/ 14 h 56"/>
                <a:gd name="T12" fmla="*/ 28 w 28"/>
                <a:gd name="T13" fmla="*/ 4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56">
                  <a:moveTo>
                    <a:pt x="28" y="42"/>
                  </a:moveTo>
                  <a:cubicBezTo>
                    <a:pt x="28" y="50"/>
                    <a:pt x="22" y="56"/>
                    <a:pt x="14" y="56"/>
                  </a:cubicBezTo>
                  <a:cubicBezTo>
                    <a:pt x="6" y="56"/>
                    <a:pt x="0" y="50"/>
                    <a:pt x="0" y="4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lnTo>
                    <a:pt x="28" y="42"/>
                  </a:lnTo>
                  <a:close/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18" name="iśļïḑê"/>
            <p:cNvSpPr/>
            <p:nvPr/>
          </p:nvSpPr>
          <p:spPr bwMode="auto">
            <a:xfrm>
              <a:off x="7786315" y="4236760"/>
              <a:ext cx="70991" cy="143206"/>
            </a:xfrm>
            <a:custGeom>
              <a:avLst/>
              <a:gdLst>
                <a:gd name="T0" fmla="*/ 28 w 28"/>
                <a:gd name="T1" fmla="*/ 42 h 56"/>
                <a:gd name="T2" fmla="*/ 14 w 28"/>
                <a:gd name="T3" fmla="*/ 56 h 56"/>
                <a:gd name="T4" fmla="*/ 0 w 28"/>
                <a:gd name="T5" fmla="*/ 42 h 56"/>
                <a:gd name="T6" fmla="*/ 0 w 28"/>
                <a:gd name="T7" fmla="*/ 14 h 56"/>
                <a:gd name="T8" fmla="*/ 14 w 28"/>
                <a:gd name="T9" fmla="*/ 0 h 56"/>
                <a:gd name="T10" fmla="*/ 28 w 28"/>
                <a:gd name="T11" fmla="*/ 14 h 56"/>
                <a:gd name="T12" fmla="*/ 28 w 28"/>
                <a:gd name="T13" fmla="*/ 4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56">
                  <a:moveTo>
                    <a:pt x="28" y="42"/>
                  </a:moveTo>
                  <a:cubicBezTo>
                    <a:pt x="28" y="50"/>
                    <a:pt x="22" y="56"/>
                    <a:pt x="14" y="56"/>
                  </a:cubicBezTo>
                  <a:cubicBezTo>
                    <a:pt x="6" y="56"/>
                    <a:pt x="0" y="50"/>
                    <a:pt x="0" y="4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lnTo>
                    <a:pt x="28" y="42"/>
                  </a:lnTo>
                  <a:close/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19" name="iśḷidê"/>
            <p:cNvSpPr/>
            <p:nvPr/>
          </p:nvSpPr>
          <p:spPr bwMode="auto">
            <a:xfrm>
              <a:off x="7847514" y="4217176"/>
              <a:ext cx="70991" cy="141982"/>
            </a:xfrm>
            <a:custGeom>
              <a:avLst/>
              <a:gdLst>
                <a:gd name="T0" fmla="*/ 28 w 28"/>
                <a:gd name="T1" fmla="*/ 42 h 56"/>
                <a:gd name="T2" fmla="*/ 14 w 28"/>
                <a:gd name="T3" fmla="*/ 56 h 56"/>
                <a:gd name="T4" fmla="*/ 0 w 28"/>
                <a:gd name="T5" fmla="*/ 42 h 56"/>
                <a:gd name="T6" fmla="*/ 0 w 28"/>
                <a:gd name="T7" fmla="*/ 14 h 56"/>
                <a:gd name="T8" fmla="*/ 14 w 28"/>
                <a:gd name="T9" fmla="*/ 0 h 56"/>
                <a:gd name="T10" fmla="*/ 28 w 28"/>
                <a:gd name="T11" fmla="*/ 14 h 56"/>
                <a:gd name="T12" fmla="*/ 28 w 28"/>
                <a:gd name="T13" fmla="*/ 4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56">
                  <a:moveTo>
                    <a:pt x="28" y="42"/>
                  </a:moveTo>
                  <a:cubicBezTo>
                    <a:pt x="28" y="50"/>
                    <a:pt x="22" y="56"/>
                    <a:pt x="14" y="56"/>
                  </a:cubicBezTo>
                  <a:cubicBezTo>
                    <a:pt x="6" y="56"/>
                    <a:pt x="0" y="50"/>
                    <a:pt x="0" y="4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lnTo>
                    <a:pt x="28" y="42"/>
                  </a:lnTo>
                  <a:close/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20" name="îšḷíḍé"/>
            <p:cNvSpPr/>
            <p:nvPr/>
          </p:nvSpPr>
          <p:spPr bwMode="auto">
            <a:xfrm>
              <a:off x="7439929" y="2759417"/>
              <a:ext cx="511623" cy="1477343"/>
            </a:xfrm>
            <a:custGeom>
              <a:avLst/>
              <a:gdLst>
                <a:gd name="T0" fmla="*/ 0 w 201"/>
                <a:gd name="T1" fmla="*/ 0 h 582"/>
                <a:gd name="T2" fmla="*/ 41 w 201"/>
                <a:gd name="T3" fmla="*/ 161 h 582"/>
                <a:gd name="T4" fmla="*/ 98 w 201"/>
                <a:gd name="T5" fmla="*/ 559 h 582"/>
                <a:gd name="T6" fmla="*/ 187 w 201"/>
                <a:gd name="T7" fmla="*/ 582 h 582"/>
                <a:gd name="T8" fmla="*/ 195 w 201"/>
                <a:gd name="T9" fmla="*/ 315 h 582"/>
                <a:gd name="T10" fmla="*/ 0 w 201"/>
                <a:gd name="T11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1" h="582">
                  <a:moveTo>
                    <a:pt x="0" y="0"/>
                  </a:moveTo>
                  <a:cubicBezTo>
                    <a:pt x="19" y="54"/>
                    <a:pt x="27" y="106"/>
                    <a:pt x="41" y="161"/>
                  </a:cubicBezTo>
                  <a:cubicBezTo>
                    <a:pt x="152" y="300"/>
                    <a:pt x="98" y="559"/>
                    <a:pt x="98" y="559"/>
                  </a:cubicBezTo>
                  <a:cubicBezTo>
                    <a:pt x="187" y="582"/>
                    <a:pt x="187" y="582"/>
                    <a:pt x="187" y="582"/>
                  </a:cubicBezTo>
                  <a:cubicBezTo>
                    <a:pt x="187" y="582"/>
                    <a:pt x="201" y="549"/>
                    <a:pt x="195" y="315"/>
                  </a:cubicBezTo>
                  <a:cubicBezTo>
                    <a:pt x="191" y="129"/>
                    <a:pt x="89" y="9"/>
                    <a:pt x="0" y="0"/>
                  </a:cubicBezTo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21" name="işľídê"/>
            <p:cNvSpPr/>
            <p:nvPr/>
          </p:nvSpPr>
          <p:spPr bwMode="auto">
            <a:xfrm>
              <a:off x="7763060" y="4437492"/>
              <a:ext cx="117502" cy="77111"/>
            </a:xfrm>
            <a:custGeom>
              <a:avLst/>
              <a:gdLst>
                <a:gd name="T0" fmla="*/ 45 w 46"/>
                <a:gd name="T1" fmla="*/ 13 h 30"/>
                <a:gd name="T2" fmla="*/ 32 w 46"/>
                <a:gd name="T3" fmla="*/ 28 h 30"/>
                <a:gd name="T4" fmla="*/ 16 w 46"/>
                <a:gd name="T5" fmla="*/ 30 h 30"/>
                <a:gd name="T6" fmla="*/ 1 w 46"/>
                <a:gd name="T7" fmla="*/ 17 h 30"/>
                <a:gd name="T8" fmla="*/ 14 w 46"/>
                <a:gd name="T9" fmla="*/ 2 h 30"/>
                <a:gd name="T10" fmla="*/ 30 w 46"/>
                <a:gd name="T11" fmla="*/ 0 h 30"/>
                <a:gd name="T12" fmla="*/ 45 w 46"/>
                <a:gd name="T13" fmla="*/ 1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30">
                  <a:moveTo>
                    <a:pt x="45" y="13"/>
                  </a:moveTo>
                  <a:cubicBezTo>
                    <a:pt x="46" y="21"/>
                    <a:pt x="40" y="27"/>
                    <a:pt x="32" y="28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9" y="30"/>
                    <a:pt x="2" y="25"/>
                    <a:pt x="1" y="17"/>
                  </a:cubicBezTo>
                  <a:cubicBezTo>
                    <a:pt x="0" y="9"/>
                    <a:pt x="6" y="3"/>
                    <a:pt x="14" y="2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7" y="0"/>
                    <a:pt x="44" y="5"/>
                    <a:pt x="45" y="13"/>
                  </a:cubicBezTo>
                  <a:close/>
                </a:path>
              </a:pathLst>
            </a:custGeom>
            <a:solidFill>
              <a:srgbClr val="3B33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22" name="išľïḍè"/>
            <p:cNvSpPr/>
            <p:nvPr/>
          </p:nvSpPr>
          <p:spPr bwMode="auto">
            <a:xfrm>
              <a:off x="7529280" y="3107027"/>
              <a:ext cx="244796" cy="1091790"/>
            </a:xfrm>
            <a:custGeom>
              <a:avLst/>
              <a:gdLst>
                <a:gd name="T0" fmla="*/ 0 w 96"/>
                <a:gd name="T1" fmla="*/ 0 h 430"/>
                <a:gd name="T2" fmla="*/ 6 w 96"/>
                <a:gd name="T3" fmla="*/ 24 h 430"/>
                <a:gd name="T4" fmla="*/ 76 w 96"/>
                <a:gd name="T5" fmla="*/ 278 h 430"/>
                <a:gd name="T6" fmla="*/ 63 w 96"/>
                <a:gd name="T7" fmla="*/ 422 h 430"/>
                <a:gd name="T8" fmla="*/ 94 w 96"/>
                <a:gd name="T9" fmla="*/ 430 h 430"/>
                <a:gd name="T10" fmla="*/ 94 w 96"/>
                <a:gd name="T11" fmla="*/ 259 h 430"/>
                <a:gd name="T12" fmla="*/ 0 w 96"/>
                <a:gd name="T13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430">
                  <a:moveTo>
                    <a:pt x="0" y="0"/>
                  </a:moveTo>
                  <a:cubicBezTo>
                    <a:pt x="2" y="8"/>
                    <a:pt x="4" y="16"/>
                    <a:pt x="6" y="24"/>
                  </a:cubicBezTo>
                  <a:cubicBezTo>
                    <a:pt x="62" y="94"/>
                    <a:pt x="76" y="195"/>
                    <a:pt x="76" y="278"/>
                  </a:cubicBezTo>
                  <a:cubicBezTo>
                    <a:pt x="76" y="359"/>
                    <a:pt x="63" y="422"/>
                    <a:pt x="63" y="422"/>
                  </a:cubicBezTo>
                  <a:cubicBezTo>
                    <a:pt x="94" y="430"/>
                    <a:pt x="94" y="430"/>
                    <a:pt x="94" y="430"/>
                  </a:cubicBezTo>
                  <a:cubicBezTo>
                    <a:pt x="96" y="391"/>
                    <a:pt x="96" y="335"/>
                    <a:pt x="94" y="259"/>
                  </a:cubicBezTo>
                  <a:cubicBezTo>
                    <a:pt x="92" y="143"/>
                    <a:pt x="51" y="53"/>
                    <a:pt x="0" y="0"/>
                  </a:cubicBezTo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23" name="íṧ1iḍê"/>
            <p:cNvSpPr/>
            <p:nvPr/>
          </p:nvSpPr>
          <p:spPr bwMode="auto">
            <a:xfrm>
              <a:off x="6837731" y="2794912"/>
              <a:ext cx="290083" cy="1429608"/>
            </a:xfrm>
            <a:custGeom>
              <a:avLst/>
              <a:gdLst>
                <a:gd name="T0" fmla="*/ 75 w 237"/>
                <a:gd name="T1" fmla="*/ 481 h 1168"/>
                <a:gd name="T2" fmla="*/ 0 w 237"/>
                <a:gd name="T3" fmla="*/ 1164 h 1168"/>
                <a:gd name="T4" fmla="*/ 237 w 237"/>
                <a:gd name="T5" fmla="*/ 1168 h 1168"/>
                <a:gd name="T6" fmla="*/ 212 w 237"/>
                <a:gd name="T7" fmla="*/ 655 h 1168"/>
                <a:gd name="T8" fmla="*/ 185 w 237"/>
                <a:gd name="T9" fmla="*/ 0 h 1168"/>
                <a:gd name="T10" fmla="*/ 64 w 237"/>
                <a:gd name="T11" fmla="*/ 31 h 1168"/>
                <a:gd name="T12" fmla="*/ 75 w 237"/>
                <a:gd name="T13" fmla="*/ 481 h 1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7" h="1168">
                  <a:moveTo>
                    <a:pt x="75" y="481"/>
                  </a:moveTo>
                  <a:lnTo>
                    <a:pt x="0" y="1164"/>
                  </a:lnTo>
                  <a:lnTo>
                    <a:pt x="237" y="1168"/>
                  </a:lnTo>
                  <a:lnTo>
                    <a:pt x="212" y="655"/>
                  </a:lnTo>
                  <a:lnTo>
                    <a:pt x="185" y="0"/>
                  </a:lnTo>
                  <a:lnTo>
                    <a:pt x="64" y="31"/>
                  </a:lnTo>
                  <a:lnTo>
                    <a:pt x="75" y="48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24" name="ïṩľîde"/>
            <p:cNvSpPr/>
            <p:nvPr/>
          </p:nvSpPr>
          <p:spPr bwMode="auto">
            <a:xfrm>
              <a:off x="6621087" y="1326137"/>
              <a:ext cx="1056294" cy="1364737"/>
            </a:xfrm>
            <a:custGeom>
              <a:avLst/>
              <a:gdLst>
                <a:gd name="T0" fmla="*/ 365 w 415"/>
                <a:gd name="T1" fmla="*/ 350 h 537"/>
                <a:gd name="T2" fmla="*/ 87 w 415"/>
                <a:gd name="T3" fmla="*/ 502 h 537"/>
                <a:gd name="T4" fmla="*/ 31 w 415"/>
                <a:gd name="T5" fmla="*/ 237 h 537"/>
                <a:gd name="T6" fmla="*/ 270 w 415"/>
                <a:gd name="T7" fmla="*/ 61 h 537"/>
                <a:gd name="T8" fmla="*/ 365 w 415"/>
                <a:gd name="T9" fmla="*/ 350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5" h="537">
                  <a:moveTo>
                    <a:pt x="365" y="350"/>
                  </a:moveTo>
                  <a:cubicBezTo>
                    <a:pt x="297" y="504"/>
                    <a:pt x="190" y="537"/>
                    <a:pt x="87" y="502"/>
                  </a:cubicBezTo>
                  <a:cubicBezTo>
                    <a:pt x="23" y="472"/>
                    <a:pt x="0" y="371"/>
                    <a:pt x="31" y="237"/>
                  </a:cubicBezTo>
                  <a:cubicBezTo>
                    <a:pt x="70" y="0"/>
                    <a:pt x="198" y="47"/>
                    <a:pt x="270" y="61"/>
                  </a:cubicBezTo>
                  <a:cubicBezTo>
                    <a:pt x="377" y="81"/>
                    <a:pt x="415" y="223"/>
                    <a:pt x="365" y="350"/>
                  </a:cubicBezTo>
                  <a:close/>
                </a:path>
              </a:pathLst>
            </a:custGeom>
            <a:solidFill>
              <a:srgbClr val="FCD5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25" name="íslíḋê"/>
            <p:cNvSpPr/>
            <p:nvPr/>
          </p:nvSpPr>
          <p:spPr bwMode="auto">
            <a:xfrm>
              <a:off x="6774085" y="2159667"/>
              <a:ext cx="257036" cy="144430"/>
            </a:xfrm>
            <a:custGeom>
              <a:avLst/>
              <a:gdLst>
                <a:gd name="T0" fmla="*/ 101 w 101"/>
                <a:gd name="T1" fmla="*/ 26 h 57"/>
                <a:gd name="T2" fmla="*/ 30 w 101"/>
                <a:gd name="T3" fmla="*/ 26 h 57"/>
                <a:gd name="T4" fmla="*/ 22 w 101"/>
                <a:gd name="T5" fmla="*/ 0 h 57"/>
                <a:gd name="T6" fmla="*/ 25 w 101"/>
                <a:gd name="T7" fmla="*/ 31 h 57"/>
                <a:gd name="T8" fmla="*/ 101 w 101"/>
                <a:gd name="T9" fmla="*/ 2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57">
                  <a:moveTo>
                    <a:pt x="101" y="26"/>
                  </a:moveTo>
                  <a:cubicBezTo>
                    <a:pt x="69" y="40"/>
                    <a:pt x="47" y="34"/>
                    <a:pt x="30" y="26"/>
                  </a:cubicBezTo>
                  <a:cubicBezTo>
                    <a:pt x="13" y="18"/>
                    <a:pt x="22" y="0"/>
                    <a:pt x="22" y="0"/>
                  </a:cubicBezTo>
                  <a:cubicBezTo>
                    <a:pt x="22" y="0"/>
                    <a:pt x="0" y="6"/>
                    <a:pt x="25" y="31"/>
                  </a:cubicBezTo>
                  <a:cubicBezTo>
                    <a:pt x="51" y="57"/>
                    <a:pt x="95" y="53"/>
                    <a:pt x="101" y="26"/>
                  </a:cubicBezTo>
                  <a:close/>
                </a:path>
              </a:pathLst>
            </a:custGeom>
            <a:solidFill>
              <a:srgbClr val="5218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26" name="îṣḷiḍe"/>
            <p:cNvSpPr/>
            <p:nvPr/>
          </p:nvSpPr>
          <p:spPr bwMode="auto">
            <a:xfrm>
              <a:off x="6979713" y="2355503"/>
              <a:ext cx="242348" cy="137086"/>
            </a:xfrm>
            <a:custGeom>
              <a:avLst/>
              <a:gdLst>
                <a:gd name="T0" fmla="*/ 0 w 95"/>
                <a:gd name="T1" fmla="*/ 25 h 54"/>
                <a:gd name="T2" fmla="*/ 3 w 95"/>
                <a:gd name="T3" fmla="*/ 30 h 54"/>
                <a:gd name="T4" fmla="*/ 14 w 95"/>
                <a:gd name="T5" fmla="*/ 40 h 54"/>
                <a:gd name="T6" fmla="*/ 22 w 95"/>
                <a:gd name="T7" fmla="*/ 43 h 54"/>
                <a:gd name="T8" fmla="*/ 33 w 95"/>
                <a:gd name="T9" fmla="*/ 46 h 54"/>
                <a:gd name="T10" fmla="*/ 56 w 95"/>
                <a:gd name="T11" fmla="*/ 45 h 54"/>
                <a:gd name="T12" fmla="*/ 66 w 95"/>
                <a:gd name="T13" fmla="*/ 42 h 54"/>
                <a:gd name="T14" fmla="*/ 75 w 95"/>
                <a:gd name="T15" fmla="*/ 35 h 54"/>
                <a:gd name="T16" fmla="*/ 87 w 95"/>
                <a:gd name="T17" fmla="*/ 19 h 54"/>
                <a:gd name="T18" fmla="*/ 93 w 95"/>
                <a:gd name="T19" fmla="*/ 5 h 54"/>
                <a:gd name="T20" fmla="*/ 95 w 95"/>
                <a:gd name="T21" fmla="*/ 0 h 54"/>
                <a:gd name="T22" fmla="*/ 94 w 95"/>
                <a:gd name="T23" fmla="*/ 6 h 54"/>
                <a:gd name="T24" fmla="*/ 91 w 95"/>
                <a:gd name="T25" fmla="*/ 21 h 54"/>
                <a:gd name="T26" fmla="*/ 87 w 95"/>
                <a:gd name="T27" fmla="*/ 30 h 54"/>
                <a:gd name="T28" fmla="*/ 80 w 95"/>
                <a:gd name="T29" fmla="*/ 40 h 54"/>
                <a:gd name="T30" fmla="*/ 70 w 95"/>
                <a:gd name="T31" fmla="*/ 49 h 54"/>
                <a:gd name="T32" fmla="*/ 57 w 95"/>
                <a:gd name="T33" fmla="*/ 53 h 54"/>
                <a:gd name="T34" fmla="*/ 44 w 95"/>
                <a:gd name="T35" fmla="*/ 54 h 54"/>
                <a:gd name="T36" fmla="*/ 32 w 95"/>
                <a:gd name="T37" fmla="*/ 53 h 54"/>
                <a:gd name="T38" fmla="*/ 11 w 95"/>
                <a:gd name="T39" fmla="*/ 43 h 54"/>
                <a:gd name="T40" fmla="*/ 2 w 95"/>
                <a:gd name="T41" fmla="*/ 31 h 54"/>
                <a:gd name="T42" fmla="*/ 0 w 95"/>
                <a:gd name="T43" fmla="*/ 2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5" h="54">
                  <a:moveTo>
                    <a:pt x="0" y="25"/>
                  </a:moveTo>
                  <a:cubicBezTo>
                    <a:pt x="0" y="25"/>
                    <a:pt x="1" y="27"/>
                    <a:pt x="3" y="30"/>
                  </a:cubicBezTo>
                  <a:cubicBezTo>
                    <a:pt x="5" y="33"/>
                    <a:pt x="9" y="37"/>
                    <a:pt x="14" y="40"/>
                  </a:cubicBezTo>
                  <a:cubicBezTo>
                    <a:pt x="16" y="41"/>
                    <a:pt x="19" y="42"/>
                    <a:pt x="22" y="43"/>
                  </a:cubicBezTo>
                  <a:cubicBezTo>
                    <a:pt x="26" y="45"/>
                    <a:pt x="29" y="45"/>
                    <a:pt x="33" y="46"/>
                  </a:cubicBezTo>
                  <a:cubicBezTo>
                    <a:pt x="40" y="46"/>
                    <a:pt x="48" y="46"/>
                    <a:pt x="56" y="45"/>
                  </a:cubicBezTo>
                  <a:cubicBezTo>
                    <a:pt x="60" y="45"/>
                    <a:pt x="63" y="44"/>
                    <a:pt x="66" y="42"/>
                  </a:cubicBezTo>
                  <a:cubicBezTo>
                    <a:pt x="69" y="40"/>
                    <a:pt x="72" y="38"/>
                    <a:pt x="75" y="35"/>
                  </a:cubicBezTo>
                  <a:cubicBezTo>
                    <a:pt x="80" y="30"/>
                    <a:pt x="84" y="24"/>
                    <a:pt x="87" y="19"/>
                  </a:cubicBezTo>
                  <a:cubicBezTo>
                    <a:pt x="89" y="13"/>
                    <a:pt x="91" y="9"/>
                    <a:pt x="93" y="5"/>
                  </a:cubicBezTo>
                  <a:cubicBezTo>
                    <a:pt x="94" y="2"/>
                    <a:pt x="95" y="0"/>
                    <a:pt x="95" y="0"/>
                  </a:cubicBezTo>
                  <a:cubicBezTo>
                    <a:pt x="95" y="0"/>
                    <a:pt x="95" y="2"/>
                    <a:pt x="94" y="6"/>
                  </a:cubicBezTo>
                  <a:cubicBezTo>
                    <a:pt x="94" y="9"/>
                    <a:pt x="93" y="14"/>
                    <a:pt x="91" y="21"/>
                  </a:cubicBezTo>
                  <a:cubicBezTo>
                    <a:pt x="90" y="24"/>
                    <a:pt x="88" y="27"/>
                    <a:pt x="87" y="30"/>
                  </a:cubicBezTo>
                  <a:cubicBezTo>
                    <a:pt x="85" y="33"/>
                    <a:pt x="83" y="37"/>
                    <a:pt x="80" y="40"/>
                  </a:cubicBezTo>
                  <a:cubicBezTo>
                    <a:pt x="77" y="43"/>
                    <a:pt x="74" y="46"/>
                    <a:pt x="70" y="49"/>
                  </a:cubicBezTo>
                  <a:cubicBezTo>
                    <a:pt x="66" y="51"/>
                    <a:pt x="61" y="52"/>
                    <a:pt x="57" y="53"/>
                  </a:cubicBezTo>
                  <a:cubicBezTo>
                    <a:pt x="53" y="54"/>
                    <a:pt x="48" y="54"/>
                    <a:pt x="44" y="54"/>
                  </a:cubicBezTo>
                  <a:cubicBezTo>
                    <a:pt x="40" y="54"/>
                    <a:pt x="36" y="53"/>
                    <a:pt x="32" y="53"/>
                  </a:cubicBezTo>
                  <a:cubicBezTo>
                    <a:pt x="23" y="51"/>
                    <a:pt x="16" y="48"/>
                    <a:pt x="11" y="43"/>
                  </a:cubicBezTo>
                  <a:cubicBezTo>
                    <a:pt x="6" y="39"/>
                    <a:pt x="3" y="34"/>
                    <a:pt x="2" y="31"/>
                  </a:cubicBezTo>
                  <a:cubicBezTo>
                    <a:pt x="1" y="27"/>
                    <a:pt x="0" y="25"/>
                    <a:pt x="0" y="25"/>
                  </a:cubicBezTo>
                  <a:close/>
                </a:path>
              </a:pathLst>
            </a:custGeom>
            <a:solidFill>
              <a:srgbClr val="C471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27" name="ïṥlïḓé"/>
            <p:cNvSpPr/>
            <p:nvPr/>
          </p:nvSpPr>
          <p:spPr bwMode="auto">
            <a:xfrm>
              <a:off x="6732469" y="1905079"/>
              <a:ext cx="160341" cy="94246"/>
            </a:xfrm>
            <a:custGeom>
              <a:avLst/>
              <a:gdLst>
                <a:gd name="T0" fmla="*/ 0 w 63"/>
                <a:gd name="T1" fmla="*/ 26 h 37"/>
                <a:gd name="T2" fmla="*/ 1 w 63"/>
                <a:gd name="T3" fmla="*/ 22 h 37"/>
                <a:gd name="T4" fmla="*/ 6 w 63"/>
                <a:gd name="T5" fmla="*/ 13 h 37"/>
                <a:gd name="T6" fmla="*/ 11 w 63"/>
                <a:gd name="T7" fmla="*/ 7 h 37"/>
                <a:gd name="T8" fmla="*/ 14 w 63"/>
                <a:gd name="T9" fmla="*/ 5 h 37"/>
                <a:gd name="T10" fmla="*/ 18 w 63"/>
                <a:gd name="T11" fmla="*/ 3 h 37"/>
                <a:gd name="T12" fmla="*/ 22 w 63"/>
                <a:gd name="T13" fmla="*/ 1 h 37"/>
                <a:gd name="T14" fmla="*/ 27 w 63"/>
                <a:gd name="T15" fmla="*/ 0 h 37"/>
                <a:gd name="T16" fmla="*/ 32 w 63"/>
                <a:gd name="T17" fmla="*/ 0 h 37"/>
                <a:gd name="T18" fmla="*/ 37 w 63"/>
                <a:gd name="T19" fmla="*/ 0 h 37"/>
                <a:gd name="T20" fmla="*/ 39 w 63"/>
                <a:gd name="T21" fmla="*/ 1 h 37"/>
                <a:gd name="T22" fmla="*/ 39 w 63"/>
                <a:gd name="T23" fmla="*/ 1 h 37"/>
                <a:gd name="T24" fmla="*/ 40 w 63"/>
                <a:gd name="T25" fmla="*/ 1 h 37"/>
                <a:gd name="T26" fmla="*/ 40 w 63"/>
                <a:gd name="T27" fmla="*/ 1 h 37"/>
                <a:gd name="T28" fmla="*/ 40 w 63"/>
                <a:gd name="T29" fmla="*/ 1 h 37"/>
                <a:gd name="T30" fmla="*/ 41 w 63"/>
                <a:gd name="T31" fmla="*/ 2 h 37"/>
                <a:gd name="T32" fmla="*/ 45 w 63"/>
                <a:gd name="T33" fmla="*/ 3 h 37"/>
                <a:gd name="T34" fmla="*/ 50 w 63"/>
                <a:gd name="T35" fmla="*/ 6 h 37"/>
                <a:gd name="T36" fmla="*/ 53 w 63"/>
                <a:gd name="T37" fmla="*/ 8 h 37"/>
                <a:gd name="T38" fmla="*/ 59 w 63"/>
                <a:gd name="T39" fmla="*/ 15 h 37"/>
                <a:gd name="T40" fmla="*/ 62 w 63"/>
                <a:gd name="T41" fmla="*/ 22 h 37"/>
                <a:gd name="T42" fmla="*/ 62 w 63"/>
                <a:gd name="T43" fmla="*/ 33 h 37"/>
                <a:gd name="T44" fmla="*/ 60 w 63"/>
                <a:gd name="T45" fmla="*/ 37 h 37"/>
                <a:gd name="T46" fmla="*/ 60 w 63"/>
                <a:gd name="T47" fmla="*/ 36 h 37"/>
                <a:gd name="T48" fmla="*/ 58 w 63"/>
                <a:gd name="T49" fmla="*/ 33 h 37"/>
                <a:gd name="T50" fmla="*/ 56 w 63"/>
                <a:gd name="T51" fmla="*/ 30 h 37"/>
                <a:gd name="T52" fmla="*/ 53 w 63"/>
                <a:gd name="T53" fmla="*/ 26 h 37"/>
                <a:gd name="T54" fmla="*/ 49 w 63"/>
                <a:gd name="T55" fmla="*/ 23 h 37"/>
                <a:gd name="T56" fmla="*/ 45 w 63"/>
                <a:gd name="T57" fmla="*/ 20 h 37"/>
                <a:gd name="T58" fmla="*/ 42 w 63"/>
                <a:gd name="T59" fmla="*/ 19 h 37"/>
                <a:gd name="T60" fmla="*/ 40 w 63"/>
                <a:gd name="T61" fmla="*/ 18 h 37"/>
                <a:gd name="T62" fmla="*/ 36 w 63"/>
                <a:gd name="T63" fmla="*/ 17 h 37"/>
                <a:gd name="T64" fmla="*/ 35 w 63"/>
                <a:gd name="T65" fmla="*/ 16 h 37"/>
                <a:gd name="T66" fmla="*/ 35 w 63"/>
                <a:gd name="T67" fmla="*/ 17 h 37"/>
                <a:gd name="T68" fmla="*/ 36 w 63"/>
                <a:gd name="T69" fmla="*/ 18 h 37"/>
                <a:gd name="T70" fmla="*/ 36 w 63"/>
                <a:gd name="T71" fmla="*/ 18 h 37"/>
                <a:gd name="T72" fmla="*/ 36 w 63"/>
                <a:gd name="T73" fmla="*/ 17 h 37"/>
                <a:gd name="T74" fmla="*/ 35 w 63"/>
                <a:gd name="T75" fmla="*/ 17 h 37"/>
                <a:gd name="T76" fmla="*/ 35 w 63"/>
                <a:gd name="T77" fmla="*/ 17 h 37"/>
                <a:gd name="T78" fmla="*/ 34 w 63"/>
                <a:gd name="T79" fmla="*/ 16 h 37"/>
                <a:gd name="T80" fmla="*/ 31 w 63"/>
                <a:gd name="T81" fmla="*/ 16 h 37"/>
                <a:gd name="T82" fmla="*/ 28 w 63"/>
                <a:gd name="T83" fmla="*/ 16 h 37"/>
                <a:gd name="T84" fmla="*/ 22 w 63"/>
                <a:gd name="T85" fmla="*/ 16 h 37"/>
                <a:gd name="T86" fmla="*/ 20 w 63"/>
                <a:gd name="T87" fmla="*/ 17 h 37"/>
                <a:gd name="T88" fmla="*/ 17 w 63"/>
                <a:gd name="T89" fmla="*/ 17 h 37"/>
                <a:gd name="T90" fmla="*/ 14 w 63"/>
                <a:gd name="T91" fmla="*/ 18 h 37"/>
                <a:gd name="T92" fmla="*/ 12 w 63"/>
                <a:gd name="T93" fmla="*/ 19 h 37"/>
                <a:gd name="T94" fmla="*/ 7 w 63"/>
                <a:gd name="T95" fmla="*/ 22 h 37"/>
                <a:gd name="T96" fmla="*/ 4 w 63"/>
                <a:gd name="T97" fmla="*/ 24 h 37"/>
                <a:gd name="T98" fmla="*/ 0 w 63"/>
                <a:gd name="T99" fmla="*/ 2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3" h="37">
                  <a:moveTo>
                    <a:pt x="0" y="26"/>
                  </a:moveTo>
                  <a:cubicBezTo>
                    <a:pt x="0" y="26"/>
                    <a:pt x="0" y="24"/>
                    <a:pt x="1" y="22"/>
                  </a:cubicBezTo>
                  <a:cubicBezTo>
                    <a:pt x="2" y="20"/>
                    <a:pt x="3" y="16"/>
                    <a:pt x="6" y="13"/>
                  </a:cubicBezTo>
                  <a:cubicBezTo>
                    <a:pt x="7" y="11"/>
                    <a:pt x="9" y="9"/>
                    <a:pt x="11" y="7"/>
                  </a:cubicBezTo>
                  <a:cubicBezTo>
                    <a:pt x="12" y="6"/>
                    <a:pt x="13" y="5"/>
                    <a:pt x="14" y="5"/>
                  </a:cubicBezTo>
                  <a:cubicBezTo>
                    <a:pt x="15" y="4"/>
                    <a:pt x="16" y="3"/>
                    <a:pt x="18" y="3"/>
                  </a:cubicBezTo>
                  <a:cubicBezTo>
                    <a:pt x="19" y="2"/>
                    <a:pt x="21" y="1"/>
                    <a:pt x="22" y="1"/>
                  </a:cubicBezTo>
                  <a:cubicBezTo>
                    <a:pt x="24" y="1"/>
                    <a:pt x="25" y="0"/>
                    <a:pt x="27" y="0"/>
                  </a:cubicBezTo>
                  <a:cubicBezTo>
                    <a:pt x="28" y="0"/>
                    <a:pt x="30" y="0"/>
                    <a:pt x="32" y="0"/>
                  </a:cubicBezTo>
                  <a:cubicBezTo>
                    <a:pt x="33" y="0"/>
                    <a:pt x="35" y="0"/>
                    <a:pt x="37" y="0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3" y="2"/>
                    <a:pt x="44" y="2"/>
                    <a:pt x="45" y="3"/>
                  </a:cubicBezTo>
                  <a:cubicBezTo>
                    <a:pt x="47" y="4"/>
                    <a:pt x="48" y="5"/>
                    <a:pt x="50" y="6"/>
                  </a:cubicBezTo>
                  <a:cubicBezTo>
                    <a:pt x="51" y="6"/>
                    <a:pt x="52" y="7"/>
                    <a:pt x="53" y="8"/>
                  </a:cubicBezTo>
                  <a:cubicBezTo>
                    <a:pt x="55" y="10"/>
                    <a:pt x="57" y="13"/>
                    <a:pt x="59" y="15"/>
                  </a:cubicBezTo>
                  <a:cubicBezTo>
                    <a:pt x="60" y="17"/>
                    <a:pt x="61" y="20"/>
                    <a:pt x="62" y="22"/>
                  </a:cubicBezTo>
                  <a:cubicBezTo>
                    <a:pt x="63" y="27"/>
                    <a:pt x="62" y="31"/>
                    <a:pt x="62" y="33"/>
                  </a:cubicBezTo>
                  <a:cubicBezTo>
                    <a:pt x="61" y="36"/>
                    <a:pt x="60" y="37"/>
                    <a:pt x="60" y="37"/>
                  </a:cubicBezTo>
                  <a:cubicBezTo>
                    <a:pt x="60" y="37"/>
                    <a:pt x="60" y="36"/>
                    <a:pt x="60" y="36"/>
                  </a:cubicBezTo>
                  <a:cubicBezTo>
                    <a:pt x="59" y="35"/>
                    <a:pt x="59" y="34"/>
                    <a:pt x="58" y="33"/>
                  </a:cubicBezTo>
                  <a:cubicBezTo>
                    <a:pt x="58" y="32"/>
                    <a:pt x="57" y="31"/>
                    <a:pt x="56" y="30"/>
                  </a:cubicBezTo>
                  <a:cubicBezTo>
                    <a:pt x="55" y="29"/>
                    <a:pt x="54" y="27"/>
                    <a:pt x="53" y="26"/>
                  </a:cubicBezTo>
                  <a:cubicBezTo>
                    <a:pt x="52" y="25"/>
                    <a:pt x="51" y="24"/>
                    <a:pt x="49" y="23"/>
                  </a:cubicBezTo>
                  <a:cubicBezTo>
                    <a:pt x="48" y="22"/>
                    <a:pt x="47" y="21"/>
                    <a:pt x="45" y="20"/>
                  </a:cubicBezTo>
                  <a:cubicBezTo>
                    <a:pt x="44" y="19"/>
                    <a:pt x="43" y="19"/>
                    <a:pt x="42" y="19"/>
                  </a:cubicBezTo>
                  <a:cubicBezTo>
                    <a:pt x="41" y="18"/>
                    <a:pt x="41" y="18"/>
                    <a:pt x="40" y="18"/>
                  </a:cubicBezTo>
                  <a:cubicBezTo>
                    <a:pt x="39" y="17"/>
                    <a:pt x="38" y="17"/>
                    <a:pt x="36" y="17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5" y="17"/>
                    <a:pt x="36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3" y="16"/>
                    <a:pt x="32" y="16"/>
                    <a:pt x="31" y="16"/>
                  </a:cubicBezTo>
                  <a:cubicBezTo>
                    <a:pt x="30" y="16"/>
                    <a:pt x="29" y="16"/>
                    <a:pt x="28" y="16"/>
                  </a:cubicBezTo>
                  <a:cubicBezTo>
                    <a:pt x="26" y="16"/>
                    <a:pt x="24" y="16"/>
                    <a:pt x="22" y="16"/>
                  </a:cubicBezTo>
                  <a:cubicBezTo>
                    <a:pt x="21" y="16"/>
                    <a:pt x="20" y="16"/>
                    <a:pt x="20" y="17"/>
                  </a:cubicBezTo>
                  <a:cubicBezTo>
                    <a:pt x="19" y="17"/>
                    <a:pt x="18" y="17"/>
                    <a:pt x="17" y="17"/>
                  </a:cubicBezTo>
                  <a:cubicBezTo>
                    <a:pt x="16" y="18"/>
                    <a:pt x="15" y="18"/>
                    <a:pt x="14" y="18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0" y="20"/>
                    <a:pt x="9" y="21"/>
                    <a:pt x="7" y="22"/>
                  </a:cubicBezTo>
                  <a:cubicBezTo>
                    <a:pt x="6" y="23"/>
                    <a:pt x="5" y="23"/>
                    <a:pt x="4" y="24"/>
                  </a:cubicBezTo>
                  <a:cubicBezTo>
                    <a:pt x="2" y="25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28" name="í$ḻîḑè"/>
            <p:cNvSpPr/>
            <p:nvPr/>
          </p:nvSpPr>
          <p:spPr bwMode="auto">
            <a:xfrm>
              <a:off x="7149846" y="1973622"/>
              <a:ext cx="155445" cy="107710"/>
            </a:xfrm>
            <a:custGeom>
              <a:avLst/>
              <a:gdLst>
                <a:gd name="T0" fmla="*/ 0 w 61"/>
                <a:gd name="T1" fmla="*/ 22 h 42"/>
                <a:gd name="T2" fmla="*/ 1 w 61"/>
                <a:gd name="T3" fmla="*/ 18 h 42"/>
                <a:gd name="T4" fmla="*/ 7 w 61"/>
                <a:gd name="T5" fmla="*/ 10 h 42"/>
                <a:gd name="T6" fmla="*/ 13 w 61"/>
                <a:gd name="T7" fmla="*/ 5 h 42"/>
                <a:gd name="T8" fmla="*/ 16 w 61"/>
                <a:gd name="T9" fmla="*/ 3 h 42"/>
                <a:gd name="T10" fmla="*/ 20 w 61"/>
                <a:gd name="T11" fmla="*/ 2 h 42"/>
                <a:gd name="T12" fmla="*/ 25 w 61"/>
                <a:gd name="T13" fmla="*/ 1 h 42"/>
                <a:gd name="T14" fmla="*/ 30 w 61"/>
                <a:gd name="T15" fmla="*/ 1 h 42"/>
                <a:gd name="T16" fmla="*/ 35 w 61"/>
                <a:gd name="T17" fmla="*/ 1 h 42"/>
                <a:gd name="T18" fmla="*/ 39 w 61"/>
                <a:gd name="T19" fmla="*/ 2 h 42"/>
                <a:gd name="T20" fmla="*/ 41 w 61"/>
                <a:gd name="T21" fmla="*/ 3 h 42"/>
                <a:gd name="T22" fmla="*/ 42 w 61"/>
                <a:gd name="T23" fmla="*/ 3 h 42"/>
                <a:gd name="T24" fmla="*/ 42 w 61"/>
                <a:gd name="T25" fmla="*/ 3 h 42"/>
                <a:gd name="T26" fmla="*/ 43 w 61"/>
                <a:gd name="T27" fmla="*/ 4 h 42"/>
                <a:gd name="T28" fmla="*/ 43 w 61"/>
                <a:gd name="T29" fmla="*/ 4 h 42"/>
                <a:gd name="T30" fmla="*/ 44 w 61"/>
                <a:gd name="T31" fmla="*/ 4 h 42"/>
                <a:gd name="T32" fmla="*/ 47 w 61"/>
                <a:gd name="T33" fmla="*/ 6 h 42"/>
                <a:gd name="T34" fmla="*/ 51 w 61"/>
                <a:gd name="T35" fmla="*/ 9 h 42"/>
                <a:gd name="T36" fmla="*/ 55 w 61"/>
                <a:gd name="T37" fmla="*/ 12 h 42"/>
                <a:gd name="T38" fmla="*/ 59 w 61"/>
                <a:gd name="T39" fmla="*/ 20 h 42"/>
                <a:gd name="T40" fmla="*/ 61 w 61"/>
                <a:gd name="T41" fmla="*/ 27 h 42"/>
                <a:gd name="T42" fmla="*/ 59 w 61"/>
                <a:gd name="T43" fmla="*/ 38 h 42"/>
                <a:gd name="T44" fmla="*/ 57 w 61"/>
                <a:gd name="T45" fmla="*/ 42 h 42"/>
                <a:gd name="T46" fmla="*/ 57 w 61"/>
                <a:gd name="T47" fmla="*/ 41 h 42"/>
                <a:gd name="T48" fmla="*/ 56 w 61"/>
                <a:gd name="T49" fmla="*/ 38 h 42"/>
                <a:gd name="T50" fmla="*/ 55 w 61"/>
                <a:gd name="T51" fmla="*/ 34 h 42"/>
                <a:gd name="T52" fmla="*/ 52 w 61"/>
                <a:gd name="T53" fmla="*/ 30 h 42"/>
                <a:gd name="T54" fmla="*/ 49 w 61"/>
                <a:gd name="T55" fmla="*/ 26 h 42"/>
                <a:gd name="T56" fmla="*/ 45 w 61"/>
                <a:gd name="T57" fmla="*/ 23 h 42"/>
                <a:gd name="T58" fmla="*/ 42 w 61"/>
                <a:gd name="T59" fmla="*/ 21 h 42"/>
                <a:gd name="T60" fmla="*/ 40 w 61"/>
                <a:gd name="T61" fmla="*/ 20 h 42"/>
                <a:gd name="T62" fmla="*/ 37 w 61"/>
                <a:gd name="T63" fmla="*/ 18 h 42"/>
                <a:gd name="T64" fmla="*/ 36 w 61"/>
                <a:gd name="T65" fmla="*/ 18 h 42"/>
                <a:gd name="T66" fmla="*/ 36 w 61"/>
                <a:gd name="T67" fmla="*/ 18 h 42"/>
                <a:gd name="T68" fmla="*/ 36 w 61"/>
                <a:gd name="T69" fmla="*/ 18 h 42"/>
                <a:gd name="T70" fmla="*/ 36 w 61"/>
                <a:gd name="T71" fmla="*/ 18 h 42"/>
                <a:gd name="T72" fmla="*/ 36 w 61"/>
                <a:gd name="T73" fmla="*/ 18 h 42"/>
                <a:gd name="T74" fmla="*/ 36 w 61"/>
                <a:gd name="T75" fmla="*/ 18 h 42"/>
                <a:gd name="T76" fmla="*/ 36 w 61"/>
                <a:gd name="T77" fmla="*/ 18 h 42"/>
                <a:gd name="T78" fmla="*/ 34 w 61"/>
                <a:gd name="T79" fmla="*/ 17 h 42"/>
                <a:gd name="T80" fmla="*/ 31 w 61"/>
                <a:gd name="T81" fmla="*/ 17 h 42"/>
                <a:gd name="T82" fmla="*/ 29 w 61"/>
                <a:gd name="T83" fmla="*/ 16 h 42"/>
                <a:gd name="T84" fmla="*/ 23 w 61"/>
                <a:gd name="T85" fmla="*/ 16 h 42"/>
                <a:gd name="T86" fmla="*/ 20 w 61"/>
                <a:gd name="T87" fmla="*/ 16 h 42"/>
                <a:gd name="T88" fmla="*/ 17 w 61"/>
                <a:gd name="T89" fmla="*/ 16 h 42"/>
                <a:gd name="T90" fmla="*/ 15 w 61"/>
                <a:gd name="T91" fmla="*/ 17 h 42"/>
                <a:gd name="T92" fmla="*/ 12 w 61"/>
                <a:gd name="T93" fmla="*/ 18 h 42"/>
                <a:gd name="T94" fmla="*/ 7 w 61"/>
                <a:gd name="T95" fmla="*/ 19 h 42"/>
                <a:gd name="T96" fmla="*/ 3 w 61"/>
                <a:gd name="T97" fmla="*/ 21 h 42"/>
                <a:gd name="T98" fmla="*/ 0 w 61"/>
                <a:gd name="T99" fmla="*/ 2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1" h="42">
                  <a:moveTo>
                    <a:pt x="0" y="22"/>
                  </a:moveTo>
                  <a:cubicBezTo>
                    <a:pt x="0" y="22"/>
                    <a:pt x="0" y="21"/>
                    <a:pt x="1" y="18"/>
                  </a:cubicBezTo>
                  <a:cubicBezTo>
                    <a:pt x="2" y="16"/>
                    <a:pt x="4" y="13"/>
                    <a:pt x="7" y="10"/>
                  </a:cubicBezTo>
                  <a:cubicBezTo>
                    <a:pt x="8" y="8"/>
                    <a:pt x="10" y="7"/>
                    <a:pt x="13" y="5"/>
                  </a:cubicBezTo>
                  <a:cubicBezTo>
                    <a:pt x="14" y="4"/>
                    <a:pt x="15" y="4"/>
                    <a:pt x="16" y="3"/>
                  </a:cubicBezTo>
                  <a:cubicBezTo>
                    <a:pt x="17" y="3"/>
                    <a:pt x="19" y="2"/>
                    <a:pt x="20" y="2"/>
                  </a:cubicBezTo>
                  <a:cubicBezTo>
                    <a:pt x="22" y="1"/>
                    <a:pt x="23" y="1"/>
                    <a:pt x="25" y="1"/>
                  </a:cubicBezTo>
                  <a:cubicBezTo>
                    <a:pt x="26" y="0"/>
                    <a:pt x="28" y="0"/>
                    <a:pt x="30" y="1"/>
                  </a:cubicBezTo>
                  <a:cubicBezTo>
                    <a:pt x="31" y="1"/>
                    <a:pt x="33" y="1"/>
                    <a:pt x="35" y="1"/>
                  </a:cubicBezTo>
                  <a:cubicBezTo>
                    <a:pt x="36" y="1"/>
                    <a:pt x="38" y="2"/>
                    <a:pt x="39" y="2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5"/>
                    <a:pt x="46" y="5"/>
                    <a:pt x="47" y="6"/>
                  </a:cubicBezTo>
                  <a:cubicBezTo>
                    <a:pt x="49" y="7"/>
                    <a:pt x="50" y="8"/>
                    <a:pt x="51" y="9"/>
                  </a:cubicBezTo>
                  <a:cubicBezTo>
                    <a:pt x="53" y="10"/>
                    <a:pt x="54" y="11"/>
                    <a:pt x="55" y="12"/>
                  </a:cubicBezTo>
                  <a:cubicBezTo>
                    <a:pt x="57" y="15"/>
                    <a:pt x="58" y="17"/>
                    <a:pt x="59" y="20"/>
                  </a:cubicBezTo>
                  <a:cubicBezTo>
                    <a:pt x="60" y="23"/>
                    <a:pt x="61" y="25"/>
                    <a:pt x="61" y="27"/>
                  </a:cubicBezTo>
                  <a:cubicBezTo>
                    <a:pt x="61" y="32"/>
                    <a:pt x="60" y="36"/>
                    <a:pt x="59" y="38"/>
                  </a:cubicBezTo>
                  <a:cubicBezTo>
                    <a:pt x="58" y="40"/>
                    <a:pt x="57" y="42"/>
                    <a:pt x="57" y="42"/>
                  </a:cubicBezTo>
                  <a:cubicBezTo>
                    <a:pt x="57" y="42"/>
                    <a:pt x="57" y="41"/>
                    <a:pt x="57" y="41"/>
                  </a:cubicBezTo>
                  <a:cubicBezTo>
                    <a:pt x="57" y="40"/>
                    <a:pt x="56" y="39"/>
                    <a:pt x="56" y="38"/>
                  </a:cubicBezTo>
                  <a:cubicBezTo>
                    <a:pt x="56" y="37"/>
                    <a:pt x="55" y="36"/>
                    <a:pt x="55" y="34"/>
                  </a:cubicBezTo>
                  <a:cubicBezTo>
                    <a:pt x="54" y="33"/>
                    <a:pt x="53" y="31"/>
                    <a:pt x="52" y="30"/>
                  </a:cubicBezTo>
                  <a:cubicBezTo>
                    <a:pt x="51" y="29"/>
                    <a:pt x="50" y="27"/>
                    <a:pt x="49" y="26"/>
                  </a:cubicBezTo>
                  <a:cubicBezTo>
                    <a:pt x="48" y="25"/>
                    <a:pt x="46" y="24"/>
                    <a:pt x="45" y="23"/>
                  </a:cubicBezTo>
                  <a:cubicBezTo>
                    <a:pt x="44" y="22"/>
                    <a:pt x="43" y="22"/>
                    <a:pt x="42" y="21"/>
                  </a:cubicBezTo>
                  <a:cubicBezTo>
                    <a:pt x="42" y="21"/>
                    <a:pt x="41" y="20"/>
                    <a:pt x="40" y="20"/>
                  </a:cubicBezTo>
                  <a:cubicBezTo>
                    <a:pt x="39" y="19"/>
                    <a:pt x="38" y="19"/>
                    <a:pt x="37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3" y="17"/>
                    <a:pt x="32" y="17"/>
                    <a:pt x="31" y="17"/>
                  </a:cubicBezTo>
                  <a:cubicBezTo>
                    <a:pt x="30" y="16"/>
                    <a:pt x="29" y="16"/>
                    <a:pt x="29" y="16"/>
                  </a:cubicBezTo>
                  <a:cubicBezTo>
                    <a:pt x="27" y="16"/>
                    <a:pt x="25" y="16"/>
                    <a:pt x="23" y="16"/>
                  </a:cubicBezTo>
                  <a:cubicBezTo>
                    <a:pt x="22" y="16"/>
                    <a:pt x="21" y="16"/>
                    <a:pt x="20" y="16"/>
                  </a:cubicBezTo>
                  <a:cubicBezTo>
                    <a:pt x="19" y="16"/>
                    <a:pt x="18" y="16"/>
                    <a:pt x="17" y="16"/>
                  </a:cubicBezTo>
                  <a:cubicBezTo>
                    <a:pt x="16" y="16"/>
                    <a:pt x="15" y="17"/>
                    <a:pt x="15" y="17"/>
                  </a:cubicBezTo>
                  <a:cubicBezTo>
                    <a:pt x="14" y="17"/>
                    <a:pt x="13" y="17"/>
                    <a:pt x="12" y="18"/>
                  </a:cubicBezTo>
                  <a:cubicBezTo>
                    <a:pt x="10" y="18"/>
                    <a:pt x="9" y="19"/>
                    <a:pt x="7" y="19"/>
                  </a:cubicBezTo>
                  <a:cubicBezTo>
                    <a:pt x="6" y="20"/>
                    <a:pt x="4" y="20"/>
                    <a:pt x="3" y="21"/>
                  </a:cubicBezTo>
                  <a:cubicBezTo>
                    <a:pt x="1" y="22"/>
                    <a:pt x="0" y="22"/>
                    <a:pt x="0" y="22"/>
                  </a:cubicBez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29" name="îṥľïḑe"/>
            <p:cNvSpPr/>
            <p:nvPr/>
          </p:nvSpPr>
          <p:spPr bwMode="auto">
            <a:xfrm>
              <a:off x="6542752" y="1247802"/>
              <a:ext cx="1195828" cy="1034263"/>
            </a:xfrm>
            <a:custGeom>
              <a:avLst/>
              <a:gdLst>
                <a:gd name="T0" fmla="*/ 89 w 470"/>
                <a:gd name="T1" fmla="*/ 0 h 407"/>
                <a:gd name="T2" fmla="*/ 6 w 470"/>
                <a:gd name="T3" fmla="*/ 123 h 407"/>
                <a:gd name="T4" fmla="*/ 75 w 470"/>
                <a:gd name="T5" fmla="*/ 201 h 407"/>
                <a:gd name="T6" fmla="*/ 351 w 470"/>
                <a:gd name="T7" fmla="*/ 182 h 407"/>
                <a:gd name="T8" fmla="*/ 370 w 470"/>
                <a:gd name="T9" fmla="*/ 394 h 407"/>
                <a:gd name="T10" fmla="*/ 379 w 470"/>
                <a:gd name="T11" fmla="*/ 407 h 407"/>
                <a:gd name="T12" fmla="*/ 412 w 470"/>
                <a:gd name="T13" fmla="*/ 294 h 407"/>
                <a:gd name="T14" fmla="*/ 416 w 470"/>
                <a:gd name="T15" fmla="*/ 152 h 407"/>
                <a:gd name="T16" fmla="*/ 380 w 470"/>
                <a:gd name="T17" fmla="*/ 97 h 407"/>
                <a:gd name="T18" fmla="*/ 182 w 470"/>
                <a:gd name="T19" fmla="*/ 65 h 407"/>
                <a:gd name="T20" fmla="*/ 89 w 470"/>
                <a:gd name="T21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0" h="407">
                  <a:moveTo>
                    <a:pt x="89" y="0"/>
                  </a:moveTo>
                  <a:cubicBezTo>
                    <a:pt x="89" y="0"/>
                    <a:pt x="17" y="57"/>
                    <a:pt x="6" y="123"/>
                  </a:cubicBezTo>
                  <a:cubicBezTo>
                    <a:pt x="0" y="157"/>
                    <a:pt x="20" y="201"/>
                    <a:pt x="75" y="201"/>
                  </a:cubicBezTo>
                  <a:cubicBezTo>
                    <a:pt x="167" y="201"/>
                    <a:pt x="304" y="152"/>
                    <a:pt x="351" y="182"/>
                  </a:cubicBezTo>
                  <a:cubicBezTo>
                    <a:pt x="399" y="212"/>
                    <a:pt x="370" y="394"/>
                    <a:pt x="370" y="394"/>
                  </a:cubicBezTo>
                  <a:cubicBezTo>
                    <a:pt x="379" y="407"/>
                    <a:pt x="379" y="407"/>
                    <a:pt x="379" y="407"/>
                  </a:cubicBezTo>
                  <a:cubicBezTo>
                    <a:pt x="412" y="294"/>
                    <a:pt x="412" y="294"/>
                    <a:pt x="412" y="294"/>
                  </a:cubicBezTo>
                  <a:cubicBezTo>
                    <a:pt x="412" y="294"/>
                    <a:pt x="470" y="158"/>
                    <a:pt x="416" y="152"/>
                  </a:cubicBezTo>
                  <a:cubicBezTo>
                    <a:pt x="416" y="152"/>
                    <a:pt x="439" y="129"/>
                    <a:pt x="380" y="97"/>
                  </a:cubicBezTo>
                  <a:cubicBezTo>
                    <a:pt x="322" y="64"/>
                    <a:pt x="277" y="46"/>
                    <a:pt x="182" y="65"/>
                  </a:cubicBezTo>
                  <a:cubicBezTo>
                    <a:pt x="74" y="88"/>
                    <a:pt x="71" y="65"/>
                    <a:pt x="89" y="0"/>
                  </a:cubicBezTo>
                  <a:close/>
                </a:path>
              </a:pathLst>
            </a:custGeom>
            <a:solidFill>
              <a:srgbClr val="C9A8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30" name="iṣḻídê"/>
            <p:cNvSpPr/>
            <p:nvPr/>
          </p:nvSpPr>
          <p:spPr bwMode="auto">
            <a:xfrm>
              <a:off x="7472977" y="1958934"/>
              <a:ext cx="237452" cy="361074"/>
            </a:xfrm>
            <a:custGeom>
              <a:avLst/>
              <a:gdLst>
                <a:gd name="T0" fmla="*/ 26 w 93"/>
                <a:gd name="T1" fmla="*/ 16 h 142"/>
                <a:gd name="T2" fmla="*/ 84 w 93"/>
                <a:gd name="T3" fmla="*/ 56 h 142"/>
                <a:gd name="T4" fmla="*/ 0 w 93"/>
                <a:gd name="T5" fmla="*/ 124 h 142"/>
                <a:gd name="T6" fmla="*/ 26 w 93"/>
                <a:gd name="T7" fmla="*/ 16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142">
                  <a:moveTo>
                    <a:pt x="26" y="16"/>
                  </a:moveTo>
                  <a:cubicBezTo>
                    <a:pt x="26" y="16"/>
                    <a:pt x="93" y="0"/>
                    <a:pt x="84" y="56"/>
                  </a:cubicBezTo>
                  <a:cubicBezTo>
                    <a:pt x="74" y="112"/>
                    <a:pt x="45" y="142"/>
                    <a:pt x="0" y="124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rgbClr val="FCD5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31" name="îṧḷîḋê"/>
            <p:cNvSpPr/>
            <p:nvPr/>
          </p:nvSpPr>
          <p:spPr bwMode="auto">
            <a:xfrm>
              <a:off x="6788772" y="1805937"/>
              <a:ext cx="124846" cy="25704"/>
            </a:xfrm>
            <a:custGeom>
              <a:avLst/>
              <a:gdLst>
                <a:gd name="T0" fmla="*/ 0 w 49"/>
                <a:gd name="T1" fmla="*/ 10 h 10"/>
                <a:gd name="T2" fmla="*/ 7 w 49"/>
                <a:gd name="T3" fmla="*/ 5 h 10"/>
                <a:gd name="T4" fmla="*/ 14 w 49"/>
                <a:gd name="T5" fmla="*/ 2 h 10"/>
                <a:gd name="T6" fmla="*/ 19 w 49"/>
                <a:gd name="T7" fmla="*/ 1 h 10"/>
                <a:gd name="T8" fmla="*/ 24 w 49"/>
                <a:gd name="T9" fmla="*/ 0 h 10"/>
                <a:gd name="T10" fmla="*/ 29 w 49"/>
                <a:gd name="T11" fmla="*/ 0 h 10"/>
                <a:gd name="T12" fmla="*/ 34 w 49"/>
                <a:gd name="T13" fmla="*/ 0 h 10"/>
                <a:gd name="T14" fmla="*/ 38 w 49"/>
                <a:gd name="T15" fmla="*/ 2 h 10"/>
                <a:gd name="T16" fmla="*/ 42 w 49"/>
                <a:gd name="T17" fmla="*/ 3 h 10"/>
                <a:gd name="T18" fmla="*/ 45 w 49"/>
                <a:gd name="T19" fmla="*/ 5 h 10"/>
                <a:gd name="T20" fmla="*/ 47 w 49"/>
                <a:gd name="T21" fmla="*/ 6 h 10"/>
                <a:gd name="T22" fmla="*/ 49 w 49"/>
                <a:gd name="T23" fmla="*/ 7 h 10"/>
                <a:gd name="T24" fmla="*/ 47 w 49"/>
                <a:gd name="T25" fmla="*/ 7 h 10"/>
                <a:gd name="T26" fmla="*/ 44 w 49"/>
                <a:gd name="T27" fmla="*/ 6 h 10"/>
                <a:gd name="T28" fmla="*/ 41 w 49"/>
                <a:gd name="T29" fmla="*/ 5 h 10"/>
                <a:gd name="T30" fmla="*/ 37 w 49"/>
                <a:gd name="T31" fmla="*/ 4 h 10"/>
                <a:gd name="T32" fmla="*/ 33 w 49"/>
                <a:gd name="T33" fmla="*/ 3 h 10"/>
                <a:gd name="T34" fmla="*/ 31 w 49"/>
                <a:gd name="T35" fmla="*/ 3 h 10"/>
                <a:gd name="T36" fmla="*/ 29 w 49"/>
                <a:gd name="T37" fmla="*/ 2 h 10"/>
                <a:gd name="T38" fmla="*/ 24 w 49"/>
                <a:gd name="T39" fmla="*/ 3 h 10"/>
                <a:gd name="T40" fmla="*/ 20 w 49"/>
                <a:gd name="T41" fmla="*/ 3 h 10"/>
                <a:gd name="T42" fmla="*/ 15 w 49"/>
                <a:gd name="T43" fmla="*/ 4 h 10"/>
                <a:gd name="T44" fmla="*/ 7 w 49"/>
                <a:gd name="T45" fmla="*/ 6 h 10"/>
                <a:gd name="T46" fmla="*/ 0 w 49"/>
                <a:gd name="T47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9" h="10">
                  <a:moveTo>
                    <a:pt x="0" y="10"/>
                  </a:moveTo>
                  <a:cubicBezTo>
                    <a:pt x="0" y="10"/>
                    <a:pt x="2" y="7"/>
                    <a:pt x="7" y="5"/>
                  </a:cubicBezTo>
                  <a:cubicBezTo>
                    <a:pt x="9" y="4"/>
                    <a:pt x="12" y="3"/>
                    <a:pt x="14" y="2"/>
                  </a:cubicBezTo>
                  <a:cubicBezTo>
                    <a:pt x="16" y="1"/>
                    <a:pt x="18" y="1"/>
                    <a:pt x="19" y="1"/>
                  </a:cubicBezTo>
                  <a:cubicBezTo>
                    <a:pt x="21" y="0"/>
                    <a:pt x="22" y="0"/>
                    <a:pt x="24" y="0"/>
                  </a:cubicBezTo>
                  <a:cubicBezTo>
                    <a:pt x="26" y="0"/>
                    <a:pt x="27" y="0"/>
                    <a:pt x="29" y="0"/>
                  </a:cubicBezTo>
                  <a:cubicBezTo>
                    <a:pt x="31" y="0"/>
                    <a:pt x="32" y="0"/>
                    <a:pt x="34" y="0"/>
                  </a:cubicBezTo>
                  <a:cubicBezTo>
                    <a:pt x="35" y="1"/>
                    <a:pt x="37" y="1"/>
                    <a:pt x="38" y="2"/>
                  </a:cubicBezTo>
                  <a:cubicBezTo>
                    <a:pt x="39" y="2"/>
                    <a:pt x="41" y="2"/>
                    <a:pt x="42" y="3"/>
                  </a:cubicBezTo>
                  <a:cubicBezTo>
                    <a:pt x="43" y="4"/>
                    <a:pt x="44" y="4"/>
                    <a:pt x="45" y="5"/>
                  </a:cubicBezTo>
                  <a:cubicBezTo>
                    <a:pt x="46" y="5"/>
                    <a:pt x="46" y="6"/>
                    <a:pt x="47" y="6"/>
                  </a:cubicBezTo>
                  <a:cubicBezTo>
                    <a:pt x="48" y="7"/>
                    <a:pt x="49" y="7"/>
                    <a:pt x="49" y="7"/>
                  </a:cubicBezTo>
                  <a:cubicBezTo>
                    <a:pt x="49" y="7"/>
                    <a:pt x="48" y="7"/>
                    <a:pt x="47" y="7"/>
                  </a:cubicBezTo>
                  <a:cubicBezTo>
                    <a:pt x="46" y="6"/>
                    <a:pt x="45" y="6"/>
                    <a:pt x="44" y="6"/>
                  </a:cubicBezTo>
                  <a:cubicBezTo>
                    <a:pt x="43" y="5"/>
                    <a:pt x="42" y="5"/>
                    <a:pt x="41" y="5"/>
                  </a:cubicBezTo>
                  <a:cubicBezTo>
                    <a:pt x="40" y="4"/>
                    <a:pt x="39" y="4"/>
                    <a:pt x="37" y="4"/>
                  </a:cubicBezTo>
                  <a:cubicBezTo>
                    <a:pt x="36" y="3"/>
                    <a:pt x="35" y="3"/>
                    <a:pt x="33" y="3"/>
                  </a:cubicBezTo>
                  <a:cubicBezTo>
                    <a:pt x="33" y="3"/>
                    <a:pt x="32" y="3"/>
                    <a:pt x="31" y="3"/>
                  </a:cubicBezTo>
                  <a:cubicBezTo>
                    <a:pt x="30" y="3"/>
                    <a:pt x="30" y="3"/>
                    <a:pt x="29" y="2"/>
                  </a:cubicBezTo>
                  <a:cubicBezTo>
                    <a:pt x="27" y="2"/>
                    <a:pt x="26" y="3"/>
                    <a:pt x="24" y="3"/>
                  </a:cubicBezTo>
                  <a:cubicBezTo>
                    <a:pt x="23" y="3"/>
                    <a:pt x="21" y="3"/>
                    <a:pt x="20" y="3"/>
                  </a:cubicBezTo>
                  <a:cubicBezTo>
                    <a:pt x="18" y="4"/>
                    <a:pt x="17" y="4"/>
                    <a:pt x="15" y="4"/>
                  </a:cubicBezTo>
                  <a:cubicBezTo>
                    <a:pt x="12" y="5"/>
                    <a:pt x="10" y="6"/>
                    <a:pt x="7" y="6"/>
                  </a:cubicBezTo>
                  <a:cubicBezTo>
                    <a:pt x="3" y="8"/>
                    <a:pt x="0" y="10"/>
                    <a:pt x="0" y="10"/>
                  </a:cubicBez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32" name="íśľïdê"/>
            <p:cNvSpPr/>
            <p:nvPr/>
          </p:nvSpPr>
          <p:spPr bwMode="auto">
            <a:xfrm>
              <a:off x="7241645" y="1913647"/>
              <a:ext cx="115054" cy="52631"/>
            </a:xfrm>
            <a:custGeom>
              <a:avLst/>
              <a:gdLst>
                <a:gd name="T0" fmla="*/ 45 w 45"/>
                <a:gd name="T1" fmla="*/ 21 h 21"/>
                <a:gd name="T2" fmla="*/ 39 w 45"/>
                <a:gd name="T3" fmla="*/ 15 h 21"/>
                <a:gd name="T4" fmla="*/ 33 w 45"/>
                <a:gd name="T5" fmla="*/ 10 h 21"/>
                <a:gd name="T6" fmla="*/ 29 w 45"/>
                <a:gd name="T7" fmla="*/ 8 h 21"/>
                <a:gd name="T8" fmla="*/ 25 w 45"/>
                <a:gd name="T9" fmla="*/ 6 h 21"/>
                <a:gd name="T10" fmla="*/ 21 w 45"/>
                <a:gd name="T11" fmla="*/ 4 h 21"/>
                <a:gd name="T12" fmla="*/ 18 w 45"/>
                <a:gd name="T13" fmla="*/ 3 h 21"/>
                <a:gd name="T14" fmla="*/ 16 w 45"/>
                <a:gd name="T15" fmla="*/ 3 h 21"/>
                <a:gd name="T16" fmla="*/ 12 w 45"/>
                <a:gd name="T17" fmla="*/ 2 h 21"/>
                <a:gd name="T18" fmla="*/ 8 w 45"/>
                <a:gd name="T19" fmla="*/ 2 h 21"/>
                <a:gd name="T20" fmla="*/ 5 w 45"/>
                <a:gd name="T21" fmla="*/ 1 h 21"/>
                <a:gd name="T22" fmla="*/ 3 w 45"/>
                <a:gd name="T23" fmla="*/ 2 h 21"/>
                <a:gd name="T24" fmla="*/ 0 w 45"/>
                <a:gd name="T25" fmla="*/ 2 h 21"/>
                <a:gd name="T26" fmla="*/ 2 w 45"/>
                <a:gd name="T27" fmla="*/ 1 h 21"/>
                <a:gd name="T28" fmla="*/ 5 w 45"/>
                <a:gd name="T29" fmla="*/ 0 h 21"/>
                <a:gd name="T30" fmla="*/ 8 w 45"/>
                <a:gd name="T31" fmla="*/ 0 h 21"/>
                <a:gd name="T32" fmla="*/ 12 w 45"/>
                <a:gd name="T33" fmla="*/ 0 h 21"/>
                <a:gd name="T34" fmla="*/ 17 w 45"/>
                <a:gd name="T35" fmla="*/ 0 h 21"/>
                <a:gd name="T36" fmla="*/ 21 w 45"/>
                <a:gd name="T37" fmla="*/ 1 h 21"/>
                <a:gd name="T38" fmla="*/ 26 w 45"/>
                <a:gd name="T39" fmla="*/ 3 h 21"/>
                <a:gd name="T40" fmla="*/ 30 w 45"/>
                <a:gd name="T41" fmla="*/ 6 h 21"/>
                <a:gd name="T42" fmla="*/ 34 w 45"/>
                <a:gd name="T43" fmla="*/ 8 h 21"/>
                <a:gd name="T44" fmla="*/ 40 w 45"/>
                <a:gd name="T45" fmla="*/ 14 h 21"/>
                <a:gd name="T46" fmla="*/ 45 w 45"/>
                <a:gd name="T47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5" h="21">
                  <a:moveTo>
                    <a:pt x="45" y="21"/>
                  </a:moveTo>
                  <a:cubicBezTo>
                    <a:pt x="45" y="21"/>
                    <a:pt x="43" y="18"/>
                    <a:pt x="39" y="15"/>
                  </a:cubicBezTo>
                  <a:cubicBezTo>
                    <a:pt x="38" y="14"/>
                    <a:pt x="35" y="12"/>
                    <a:pt x="33" y="10"/>
                  </a:cubicBezTo>
                  <a:cubicBezTo>
                    <a:pt x="32" y="9"/>
                    <a:pt x="30" y="9"/>
                    <a:pt x="29" y="8"/>
                  </a:cubicBezTo>
                  <a:cubicBezTo>
                    <a:pt x="28" y="7"/>
                    <a:pt x="26" y="6"/>
                    <a:pt x="25" y="6"/>
                  </a:cubicBezTo>
                  <a:cubicBezTo>
                    <a:pt x="23" y="5"/>
                    <a:pt x="22" y="4"/>
                    <a:pt x="21" y="4"/>
                  </a:cubicBezTo>
                  <a:cubicBezTo>
                    <a:pt x="20" y="4"/>
                    <a:pt x="19" y="3"/>
                    <a:pt x="18" y="3"/>
                  </a:cubicBezTo>
                  <a:cubicBezTo>
                    <a:pt x="18" y="3"/>
                    <a:pt x="17" y="3"/>
                    <a:pt x="16" y="3"/>
                  </a:cubicBezTo>
                  <a:cubicBezTo>
                    <a:pt x="15" y="2"/>
                    <a:pt x="13" y="2"/>
                    <a:pt x="12" y="2"/>
                  </a:cubicBezTo>
                  <a:cubicBezTo>
                    <a:pt x="11" y="2"/>
                    <a:pt x="9" y="2"/>
                    <a:pt x="8" y="2"/>
                  </a:cubicBezTo>
                  <a:cubicBezTo>
                    <a:pt x="7" y="2"/>
                    <a:pt x="6" y="1"/>
                    <a:pt x="5" y="1"/>
                  </a:cubicBezTo>
                  <a:cubicBezTo>
                    <a:pt x="4" y="2"/>
                    <a:pt x="3" y="2"/>
                    <a:pt x="3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1" y="2"/>
                    <a:pt x="2" y="1"/>
                  </a:cubicBezTo>
                  <a:cubicBezTo>
                    <a:pt x="3" y="1"/>
                    <a:pt x="4" y="1"/>
                    <a:pt x="5" y="0"/>
                  </a:cubicBezTo>
                  <a:cubicBezTo>
                    <a:pt x="6" y="0"/>
                    <a:pt x="7" y="0"/>
                    <a:pt x="8" y="0"/>
                  </a:cubicBezTo>
                  <a:cubicBezTo>
                    <a:pt x="9" y="0"/>
                    <a:pt x="11" y="0"/>
                    <a:pt x="12" y="0"/>
                  </a:cubicBezTo>
                  <a:cubicBezTo>
                    <a:pt x="14" y="0"/>
                    <a:pt x="15" y="0"/>
                    <a:pt x="17" y="0"/>
                  </a:cubicBezTo>
                  <a:cubicBezTo>
                    <a:pt x="18" y="1"/>
                    <a:pt x="20" y="1"/>
                    <a:pt x="21" y="1"/>
                  </a:cubicBezTo>
                  <a:cubicBezTo>
                    <a:pt x="23" y="2"/>
                    <a:pt x="24" y="3"/>
                    <a:pt x="26" y="3"/>
                  </a:cubicBezTo>
                  <a:cubicBezTo>
                    <a:pt x="28" y="4"/>
                    <a:pt x="29" y="5"/>
                    <a:pt x="30" y="6"/>
                  </a:cubicBezTo>
                  <a:cubicBezTo>
                    <a:pt x="32" y="6"/>
                    <a:pt x="33" y="7"/>
                    <a:pt x="34" y="8"/>
                  </a:cubicBezTo>
                  <a:cubicBezTo>
                    <a:pt x="37" y="10"/>
                    <a:pt x="39" y="12"/>
                    <a:pt x="40" y="14"/>
                  </a:cubicBezTo>
                  <a:cubicBezTo>
                    <a:pt x="44" y="18"/>
                    <a:pt x="45" y="21"/>
                    <a:pt x="45" y="21"/>
                  </a:cubicBez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33" name="îşḷîdê"/>
            <p:cNvSpPr/>
            <p:nvPr/>
          </p:nvSpPr>
          <p:spPr bwMode="auto">
            <a:xfrm>
              <a:off x="6931978" y="2726369"/>
              <a:ext cx="167685" cy="995095"/>
            </a:xfrm>
            <a:custGeom>
              <a:avLst/>
              <a:gdLst>
                <a:gd name="T0" fmla="*/ 104 w 137"/>
                <a:gd name="T1" fmla="*/ 0 h 813"/>
                <a:gd name="T2" fmla="*/ 0 w 137"/>
                <a:gd name="T3" fmla="*/ 218 h 813"/>
                <a:gd name="T4" fmla="*/ 77 w 137"/>
                <a:gd name="T5" fmla="*/ 265 h 813"/>
                <a:gd name="T6" fmla="*/ 23 w 137"/>
                <a:gd name="T7" fmla="*/ 394 h 813"/>
                <a:gd name="T8" fmla="*/ 137 w 137"/>
                <a:gd name="T9" fmla="*/ 813 h 813"/>
                <a:gd name="T10" fmla="*/ 133 w 137"/>
                <a:gd name="T11" fmla="*/ 649 h 813"/>
                <a:gd name="T12" fmla="*/ 104 w 137"/>
                <a:gd name="T13" fmla="*/ 0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813">
                  <a:moveTo>
                    <a:pt x="104" y="0"/>
                  </a:moveTo>
                  <a:lnTo>
                    <a:pt x="0" y="218"/>
                  </a:lnTo>
                  <a:lnTo>
                    <a:pt x="77" y="265"/>
                  </a:lnTo>
                  <a:lnTo>
                    <a:pt x="23" y="394"/>
                  </a:lnTo>
                  <a:lnTo>
                    <a:pt x="137" y="813"/>
                  </a:lnTo>
                  <a:lnTo>
                    <a:pt x="133" y="649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34" name="iṧļïḓé"/>
            <p:cNvSpPr/>
            <p:nvPr/>
          </p:nvSpPr>
          <p:spPr bwMode="auto">
            <a:xfrm>
              <a:off x="7246541" y="2682306"/>
              <a:ext cx="188493" cy="1055070"/>
            </a:xfrm>
            <a:custGeom>
              <a:avLst/>
              <a:gdLst>
                <a:gd name="T0" fmla="*/ 46 w 154"/>
                <a:gd name="T1" fmla="*/ 0 h 862"/>
                <a:gd name="T2" fmla="*/ 154 w 154"/>
                <a:gd name="T3" fmla="*/ 264 h 862"/>
                <a:gd name="T4" fmla="*/ 73 w 154"/>
                <a:gd name="T5" fmla="*/ 299 h 862"/>
                <a:gd name="T6" fmla="*/ 140 w 154"/>
                <a:gd name="T7" fmla="*/ 409 h 862"/>
                <a:gd name="T8" fmla="*/ 23 w 154"/>
                <a:gd name="T9" fmla="*/ 862 h 862"/>
                <a:gd name="T10" fmla="*/ 0 w 154"/>
                <a:gd name="T11" fmla="*/ 801 h 862"/>
                <a:gd name="T12" fmla="*/ 0 w 154"/>
                <a:gd name="T13" fmla="*/ 380 h 862"/>
                <a:gd name="T14" fmla="*/ 46 w 154"/>
                <a:gd name="T15" fmla="*/ 0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862">
                  <a:moveTo>
                    <a:pt x="46" y="0"/>
                  </a:moveTo>
                  <a:lnTo>
                    <a:pt x="154" y="264"/>
                  </a:lnTo>
                  <a:lnTo>
                    <a:pt x="73" y="299"/>
                  </a:lnTo>
                  <a:lnTo>
                    <a:pt x="140" y="409"/>
                  </a:lnTo>
                  <a:lnTo>
                    <a:pt x="23" y="862"/>
                  </a:lnTo>
                  <a:lnTo>
                    <a:pt x="0" y="801"/>
                  </a:lnTo>
                  <a:lnTo>
                    <a:pt x="0" y="380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35" name="íṧ1ïďê"/>
            <p:cNvSpPr/>
            <p:nvPr/>
          </p:nvSpPr>
          <p:spPr bwMode="auto">
            <a:xfrm>
              <a:off x="6611295" y="5606392"/>
              <a:ext cx="478576" cy="324355"/>
            </a:xfrm>
            <a:custGeom>
              <a:avLst/>
              <a:gdLst>
                <a:gd name="T0" fmla="*/ 103 w 188"/>
                <a:gd name="T1" fmla="*/ 9 h 128"/>
                <a:gd name="T2" fmla="*/ 50 w 188"/>
                <a:gd name="T3" fmla="*/ 55 h 128"/>
                <a:gd name="T4" fmla="*/ 46 w 188"/>
                <a:gd name="T5" fmla="*/ 126 h 128"/>
                <a:gd name="T6" fmla="*/ 184 w 188"/>
                <a:gd name="T7" fmla="*/ 53 h 128"/>
                <a:gd name="T8" fmla="*/ 179 w 188"/>
                <a:gd name="T9" fmla="*/ 0 h 128"/>
                <a:gd name="T10" fmla="*/ 103 w 188"/>
                <a:gd name="T11" fmla="*/ 9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8" h="128">
                  <a:moveTo>
                    <a:pt x="103" y="9"/>
                  </a:moveTo>
                  <a:cubicBezTo>
                    <a:pt x="83" y="39"/>
                    <a:pt x="73" y="44"/>
                    <a:pt x="50" y="55"/>
                  </a:cubicBezTo>
                  <a:cubicBezTo>
                    <a:pt x="0" y="81"/>
                    <a:pt x="21" y="122"/>
                    <a:pt x="46" y="126"/>
                  </a:cubicBezTo>
                  <a:cubicBezTo>
                    <a:pt x="63" y="128"/>
                    <a:pt x="154" y="99"/>
                    <a:pt x="184" y="53"/>
                  </a:cubicBezTo>
                  <a:cubicBezTo>
                    <a:pt x="188" y="41"/>
                    <a:pt x="179" y="0"/>
                    <a:pt x="179" y="0"/>
                  </a:cubicBezTo>
                  <a:cubicBezTo>
                    <a:pt x="179" y="0"/>
                    <a:pt x="151" y="26"/>
                    <a:pt x="103" y="9"/>
                  </a:cubicBezTo>
                  <a:close/>
                </a:path>
              </a:pathLst>
            </a:custGeom>
            <a:solidFill>
              <a:srgbClr val="3D2E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36" name="iṣľiḋê"/>
            <p:cNvSpPr/>
            <p:nvPr/>
          </p:nvSpPr>
          <p:spPr bwMode="auto">
            <a:xfrm>
              <a:off x="7389746" y="5634544"/>
              <a:ext cx="384329" cy="591182"/>
            </a:xfrm>
            <a:custGeom>
              <a:avLst/>
              <a:gdLst>
                <a:gd name="T0" fmla="*/ 59 w 151"/>
                <a:gd name="T1" fmla="*/ 22 h 233"/>
                <a:gd name="T2" fmla="*/ 35 w 151"/>
                <a:gd name="T3" fmla="*/ 115 h 233"/>
                <a:gd name="T4" fmla="*/ 109 w 151"/>
                <a:gd name="T5" fmla="*/ 175 h 233"/>
                <a:gd name="T6" fmla="*/ 149 w 151"/>
                <a:gd name="T7" fmla="*/ 74 h 233"/>
                <a:gd name="T8" fmla="*/ 132 w 151"/>
                <a:gd name="T9" fmla="*/ 0 h 233"/>
                <a:gd name="T10" fmla="*/ 59 w 151"/>
                <a:gd name="T11" fmla="*/ 22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233">
                  <a:moveTo>
                    <a:pt x="59" y="22"/>
                  </a:moveTo>
                  <a:cubicBezTo>
                    <a:pt x="52" y="62"/>
                    <a:pt x="53" y="88"/>
                    <a:pt x="35" y="115"/>
                  </a:cubicBezTo>
                  <a:cubicBezTo>
                    <a:pt x="0" y="167"/>
                    <a:pt x="52" y="233"/>
                    <a:pt x="109" y="175"/>
                  </a:cubicBezTo>
                  <a:cubicBezTo>
                    <a:pt x="119" y="164"/>
                    <a:pt x="132" y="131"/>
                    <a:pt x="149" y="74"/>
                  </a:cubicBezTo>
                  <a:cubicBezTo>
                    <a:pt x="151" y="60"/>
                    <a:pt x="132" y="0"/>
                    <a:pt x="132" y="0"/>
                  </a:cubicBezTo>
                  <a:cubicBezTo>
                    <a:pt x="132" y="0"/>
                    <a:pt x="116" y="32"/>
                    <a:pt x="59" y="22"/>
                  </a:cubicBezTo>
                  <a:close/>
                </a:path>
              </a:pathLst>
            </a:custGeom>
            <a:solidFill>
              <a:srgbClr val="3D2E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37" name="iṧ1ïdè"/>
            <p:cNvSpPr/>
            <p:nvPr/>
          </p:nvSpPr>
          <p:spPr bwMode="auto">
            <a:xfrm>
              <a:off x="7000521" y="2712905"/>
              <a:ext cx="99142" cy="132190"/>
            </a:xfrm>
            <a:custGeom>
              <a:avLst/>
              <a:gdLst>
                <a:gd name="T0" fmla="*/ 45 w 81"/>
                <a:gd name="T1" fmla="*/ 0 h 108"/>
                <a:gd name="T2" fmla="*/ 0 w 81"/>
                <a:gd name="T3" fmla="*/ 52 h 108"/>
                <a:gd name="T4" fmla="*/ 41 w 81"/>
                <a:gd name="T5" fmla="*/ 108 h 108"/>
                <a:gd name="T6" fmla="*/ 81 w 81"/>
                <a:gd name="T7" fmla="*/ 60 h 108"/>
                <a:gd name="T8" fmla="*/ 45 w 81"/>
                <a:gd name="T9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08">
                  <a:moveTo>
                    <a:pt x="45" y="0"/>
                  </a:moveTo>
                  <a:lnTo>
                    <a:pt x="0" y="52"/>
                  </a:lnTo>
                  <a:lnTo>
                    <a:pt x="41" y="108"/>
                  </a:lnTo>
                  <a:lnTo>
                    <a:pt x="81" y="60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1F1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38" name="ïŝľîḋé"/>
            <p:cNvSpPr/>
            <p:nvPr/>
          </p:nvSpPr>
          <p:spPr bwMode="auto">
            <a:xfrm>
              <a:off x="7231853" y="2670066"/>
              <a:ext cx="124846" cy="198285"/>
            </a:xfrm>
            <a:custGeom>
              <a:avLst/>
              <a:gdLst>
                <a:gd name="T0" fmla="*/ 0 w 102"/>
                <a:gd name="T1" fmla="*/ 102 h 162"/>
                <a:gd name="T2" fmla="*/ 64 w 102"/>
                <a:gd name="T3" fmla="*/ 0 h 162"/>
                <a:gd name="T4" fmla="*/ 102 w 102"/>
                <a:gd name="T5" fmla="*/ 52 h 162"/>
                <a:gd name="T6" fmla="*/ 56 w 102"/>
                <a:gd name="T7" fmla="*/ 162 h 162"/>
                <a:gd name="T8" fmla="*/ 0 w 102"/>
                <a:gd name="T9" fmla="*/ 10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162">
                  <a:moveTo>
                    <a:pt x="0" y="102"/>
                  </a:moveTo>
                  <a:lnTo>
                    <a:pt x="64" y="0"/>
                  </a:lnTo>
                  <a:lnTo>
                    <a:pt x="102" y="52"/>
                  </a:lnTo>
                  <a:lnTo>
                    <a:pt x="56" y="162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F1F1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39" name="íṩľidè"/>
            <p:cNvSpPr/>
            <p:nvPr/>
          </p:nvSpPr>
          <p:spPr bwMode="auto">
            <a:xfrm>
              <a:off x="5934435" y="3393438"/>
              <a:ext cx="132190" cy="122398"/>
            </a:xfrm>
            <a:custGeom>
              <a:avLst/>
              <a:gdLst>
                <a:gd name="T0" fmla="*/ 46 w 52"/>
                <a:gd name="T1" fmla="*/ 18 h 48"/>
                <a:gd name="T2" fmla="*/ 46 w 52"/>
                <a:gd name="T3" fmla="*/ 41 h 48"/>
                <a:gd name="T4" fmla="*/ 46 w 52"/>
                <a:gd name="T5" fmla="*/ 41 h 48"/>
                <a:gd name="T6" fmla="*/ 23 w 52"/>
                <a:gd name="T7" fmla="*/ 41 h 48"/>
                <a:gd name="T8" fmla="*/ 6 w 52"/>
                <a:gd name="T9" fmla="*/ 30 h 48"/>
                <a:gd name="T10" fmla="*/ 6 w 52"/>
                <a:gd name="T11" fmla="*/ 7 h 48"/>
                <a:gd name="T12" fmla="*/ 6 w 52"/>
                <a:gd name="T13" fmla="*/ 7 h 48"/>
                <a:gd name="T14" fmla="*/ 29 w 52"/>
                <a:gd name="T15" fmla="*/ 7 h 48"/>
                <a:gd name="T16" fmla="*/ 46 w 52"/>
                <a:gd name="T17" fmla="*/ 1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8">
                  <a:moveTo>
                    <a:pt x="46" y="18"/>
                  </a:moveTo>
                  <a:cubicBezTo>
                    <a:pt x="52" y="24"/>
                    <a:pt x="52" y="35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0" y="47"/>
                    <a:pt x="30" y="48"/>
                    <a:pt x="23" y="41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0" y="24"/>
                    <a:pt x="0" y="13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12" y="1"/>
                    <a:pt x="22" y="0"/>
                    <a:pt x="29" y="7"/>
                  </a:cubicBezTo>
                  <a:lnTo>
                    <a:pt x="46" y="18"/>
                  </a:lnTo>
                  <a:close/>
                </a:path>
              </a:pathLst>
            </a:custGeom>
            <a:solidFill>
              <a:srgbClr val="FCD5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40" name="íŝ1iḋè"/>
            <p:cNvSpPr/>
            <p:nvPr/>
          </p:nvSpPr>
          <p:spPr bwMode="auto">
            <a:xfrm>
              <a:off x="5934435" y="3643130"/>
              <a:ext cx="80783" cy="118726"/>
            </a:xfrm>
            <a:custGeom>
              <a:avLst/>
              <a:gdLst>
                <a:gd name="T0" fmla="*/ 23 w 32"/>
                <a:gd name="T1" fmla="*/ 36 h 47"/>
                <a:gd name="T2" fmla="*/ 8 w 32"/>
                <a:gd name="T3" fmla="*/ 45 h 47"/>
                <a:gd name="T4" fmla="*/ 8 w 32"/>
                <a:gd name="T5" fmla="*/ 45 h 47"/>
                <a:gd name="T6" fmla="*/ 2 w 32"/>
                <a:gd name="T7" fmla="*/ 29 h 47"/>
                <a:gd name="T8" fmla="*/ 9 w 32"/>
                <a:gd name="T9" fmla="*/ 11 h 47"/>
                <a:gd name="T10" fmla="*/ 24 w 32"/>
                <a:gd name="T11" fmla="*/ 2 h 47"/>
                <a:gd name="T12" fmla="*/ 24 w 32"/>
                <a:gd name="T13" fmla="*/ 2 h 47"/>
                <a:gd name="T14" fmla="*/ 30 w 32"/>
                <a:gd name="T15" fmla="*/ 18 h 47"/>
                <a:gd name="T16" fmla="*/ 23 w 32"/>
                <a:gd name="T17" fmla="*/ 3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47">
                  <a:moveTo>
                    <a:pt x="23" y="36"/>
                  </a:moveTo>
                  <a:cubicBezTo>
                    <a:pt x="20" y="43"/>
                    <a:pt x="14" y="47"/>
                    <a:pt x="8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2" y="43"/>
                    <a:pt x="0" y="36"/>
                    <a:pt x="2" y="29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12" y="4"/>
                    <a:pt x="18" y="0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30" y="4"/>
                    <a:pt x="32" y="11"/>
                    <a:pt x="30" y="18"/>
                  </a:cubicBezTo>
                  <a:lnTo>
                    <a:pt x="23" y="36"/>
                  </a:lnTo>
                  <a:close/>
                </a:path>
              </a:pathLst>
            </a:custGeom>
            <a:solidFill>
              <a:srgbClr val="FCD5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41" name="ïṣľîḓè"/>
            <p:cNvSpPr/>
            <p:nvPr/>
          </p:nvSpPr>
          <p:spPr bwMode="auto">
            <a:xfrm>
              <a:off x="5984618" y="3605186"/>
              <a:ext cx="107710" cy="149325"/>
            </a:xfrm>
            <a:custGeom>
              <a:avLst/>
              <a:gdLst>
                <a:gd name="T0" fmla="*/ 29 w 42"/>
                <a:gd name="T1" fmla="*/ 46 h 59"/>
                <a:gd name="T2" fmla="*/ 11 w 42"/>
                <a:gd name="T3" fmla="*/ 57 h 59"/>
                <a:gd name="T4" fmla="*/ 11 w 42"/>
                <a:gd name="T5" fmla="*/ 57 h 59"/>
                <a:gd name="T6" fmla="*/ 3 w 42"/>
                <a:gd name="T7" fmla="*/ 37 h 59"/>
                <a:gd name="T8" fmla="*/ 12 w 42"/>
                <a:gd name="T9" fmla="*/ 13 h 59"/>
                <a:gd name="T10" fmla="*/ 31 w 42"/>
                <a:gd name="T11" fmla="*/ 3 h 59"/>
                <a:gd name="T12" fmla="*/ 31 w 42"/>
                <a:gd name="T13" fmla="*/ 3 h 59"/>
                <a:gd name="T14" fmla="*/ 39 w 42"/>
                <a:gd name="T15" fmla="*/ 23 h 59"/>
                <a:gd name="T16" fmla="*/ 29 w 42"/>
                <a:gd name="T17" fmla="*/ 4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59">
                  <a:moveTo>
                    <a:pt x="29" y="46"/>
                  </a:moveTo>
                  <a:cubicBezTo>
                    <a:pt x="26" y="55"/>
                    <a:pt x="18" y="59"/>
                    <a:pt x="11" y="57"/>
                  </a:cubicBezTo>
                  <a:cubicBezTo>
                    <a:pt x="11" y="57"/>
                    <a:pt x="11" y="57"/>
                    <a:pt x="11" y="57"/>
                  </a:cubicBezTo>
                  <a:cubicBezTo>
                    <a:pt x="4" y="54"/>
                    <a:pt x="0" y="45"/>
                    <a:pt x="3" y="37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5" y="5"/>
                    <a:pt x="24" y="0"/>
                    <a:pt x="31" y="3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8" y="6"/>
                    <a:pt x="42" y="15"/>
                    <a:pt x="39" y="23"/>
                  </a:cubicBezTo>
                  <a:lnTo>
                    <a:pt x="29" y="46"/>
                  </a:lnTo>
                  <a:close/>
                </a:path>
              </a:pathLst>
            </a:custGeom>
            <a:solidFill>
              <a:srgbClr val="FCD5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42" name="íṩļîḓè"/>
            <p:cNvSpPr/>
            <p:nvPr/>
          </p:nvSpPr>
          <p:spPr bwMode="auto">
            <a:xfrm>
              <a:off x="6059281" y="3569691"/>
              <a:ext cx="111382" cy="177477"/>
            </a:xfrm>
            <a:custGeom>
              <a:avLst/>
              <a:gdLst>
                <a:gd name="T0" fmla="*/ 30 w 44"/>
                <a:gd name="T1" fmla="*/ 54 h 70"/>
                <a:gd name="T2" fmla="*/ 10 w 44"/>
                <a:gd name="T3" fmla="*/ 67 h 70"/>
                <a:gd name="T4" fmla="*/ 10 w 44"/>
                <a:gd name="T5" fmla="*/ 67 h 70"/>
                <a:gd name="T6" fmla="*/ 3 w 44"/>
                <a:gd name="T7" fmla="*/ 44 h 70"/>
                <a:gd name="T8" fmla="*/ 14 w 44"/>
                <a:gd name="T9" fmla="*/ 16 h 70"/>
                <a:gd name="T10" fmla="*/ 34 w 44"/>
                <a:gd name="T11" fmla="*/ 3 h 70"/>
                <a:gd name="T12" fmla="*/ 34 w 44"/>
                <a:gd name="T13" fmla="*/ 3 h 70"/>
                <a:gd name="T14" fmla="*/ 41 w 44"/>
                <a:gd name="T15" fmla="*/ 26 h 70"/>
                <a:gd name="T16" fmla="*/ 30 w 44"/>
                <a:gd name="T17" fmla="*/ 5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70">
                  <a:moveTo>
                    <a:pt x="30" y="54"/>
                  </a:moveTo>
                  <a:cubicBezTo>
                    <a:pt x="26" y="64"/>
                    <a:pt x="17" y="70"/>
                    <a:pt x="10" y="67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4"/>
                    <a:pt x="0" y="54"/>
                    <a:pt x="3" y="44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8" y="6"/>
                    <a:pt x="27" y="0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41" y="5"/>
                    <a:pt x="44" y="16"/>
                    <a:pt x="41" y="26"/>
                  </a:cubicBezTo>
                  <a:lnTo>
                    <a:pt x="30" y="54"/>
                  </a:lnTo>
                  <a:close/>
                </a:path>
              </a:pathLst>
            </a:custGeom>
            <a:solidFill>
              <a:srgbClr val="FCD5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43" name="ïśḷiďê"/>
            <p:cNvSpPr/>
            <p:nvPr/>
          </p:nvSpPr>
          <p:spPr bwMode="auto">
            <a:xfrm>
              <a:off x="6116808" y="3589274"/>
              <a:ext cx="105262" cy="144430"/>
            </a:xfrm>
            <a:custGeom>
              <a:avLst/>
              <a:gdLst>
                <a:gd name="T0" fmla="*/ 29 w 41"/>
                <a:gd name="T1" fmla="*/ 45 h 57"/>
                <a:gd name="T2" fmla="*/ 11 w 41"/>
                <a:gd name="T3" fmla="*/ 55 h 57"/>
                <a:gd name="T4" fmla="*/ 11 w 41"/>
                <a:gd name="T5" fmla="*/ 55 h 57"/>
                <a:gd name="T6" fmla="*/ 3 w 41"/>
                <a:gd name="T7" fmla="*/ 35 h 57"/>
                <a:gd name="T8" fmla="*/ 12 w 41"/>
                <a:gd name="T9" fmla="*/ 13 h 57"/>
                <a:gd name="T10" fmla="*/ 30 w 41"/>
                <a:gd name="T11" fmla="*/ 3 h 57"/>
                <a:gd name="T12" fmla="*/ 30 w 41"/>
                <a:gd name="T13" fmla="*/ 3 h 57"/>
                <a:gd name="T14" fmla="*/ 38 w 41"/>
                <a:gd name="T15" fmla="*/ 22 h 57"/>
                <a:gd name="T16" fmla="*/ 29 w 41"/>
                <a:gd name="T17" fmla="*/ 4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57">
                  <a:moveTo>
                    <a:pt x="29" y="45"/>
                  </a:moveTo>
                  <a:cubicBezTo>
                    <a:pt x="26" y="53"/>
                    <a:pt x="18" y="57"/>
                    <a:pt x="11" y="55"/>
                  </a:cubicBezTo>
                  <a:cubicBezTo>
                    <a:pt x="11" y="55"/>
                    <a:pt x="11" y="55"/>
                    <a:pt x="11" y="55"/>
                  </a:cubicBezTo>
                  <a:cubicBezTo>
                    <a:pt x="3" y="52"/>
                    <a:pt x="0" y="43"/>
                    <a:pt x="3" y="35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5" y="4"/>
                    <a:pt x="23" y="0"/>
                    <a:pt x="3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8" y="5"/>
                    <a:pt x="41" y="14"/>
                    <a:pt x="38" y="22"/>
                  </a:cubicBezTo>
                  <a:lnTo>
                    <a:pt x="29" y="45"/>
                  </a:lnTo>
                  <a:close/>
                </a:path>
              </a:pathLst>
            </a:custGeom>
            <a:solidFill>
              <a:srgbClr val="FCD5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44" name="iŝľîḍé"/>
            <p:cNvSpPr/>
            <p:nvPr/>
          </p:nvSpPr>
          <p:spPr bwMode="auto">
            <a:xfrm>
              <a:off x="4570922" y="2419150"/>
              <a:ext cx="253364" cy="507951"/>
            </a:xfrm>
            <a:custGeom>
              <a:avLst/>
              <a:gdLst>
                <a:gd name="T0" fmla="*/ 0 w 207"/>
                <a:gd name="T1" fmla="*/ 373 h 415"/>
                <a:gd name="T2" fmla="*/ 207 w 207"/>
                <a:gd name="T3" fmla="*/ 415 h 415"/>
                <a:gd name="T4" fmla="*/ 207 w 207"/>
                <a:gd name="T5" fmla="*/ 0 h 415"/>
                <a:gd name="T6" fmla="*/ 0 w 207"/>
                <a:gd name="T7" fmla="*/ 0 h 415"/>
                <a:gd name="T8" fmla="*/ 0 w 207"/>
                <a:gd name="T9" fmla="*/ 373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415">
                  <a:moveTo>
                    <a:pt x="0" y="373"/>
                  </a:moveTo>
                  <a:lnTo>
                    <a:pt x="207" y="415"/>
                  </a:lnTo>
                  <a:lnTo>
                    <a:pt x="207" y="0"/>
                  </a:lnTo>
                  <a:lnTo>
                    <a:pt x="0" y="0"/>
                  </a:lnTo>
                  <a:lnTo>
                    <a:pt x="0" y="373"/>
                  </a:lnTo>
                  <a:close/>
                </a:path>
              </a:pathLst>
            </a:custGeom>
            <a:solidFill>
              <a:srgbClr val="E8C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45" name="íSļiḓé"/>
            <p:cNvSpPr/>
            <p:nvPr/>
          </p:nvSpPr>
          <p:spPr bwMode="auto">
            <a:xfrm>
              <a:off x="4102138" y="4094778"/>
              <a:ext cx="921656" cy="1809041"/>
            </a:xfrm>
            <a:custGeom>
              <a:avLst/>
              <a:gdLst>
                <a:gd name="T0" fmla="*/ 751 w 753"/>
                <a:gd name="T1" fmla="*/ 0 h 1478"/>
                <a:gd name="T2" fmla="*/ 753 w 753"/>
                <a:gd name="T3" fmla="*/ 1444 h 1478"/>
                <a:gd name="T4" fmla="*/ 593 w 753"/>
                <a:gd name="T5" fmla="*/ 1420 h 1478"/>
                <a:gd name="T6" fmla="*/ 580 w 753"/>
                <a:gd name="T7" fmla="*/ 1386 h 1478"/>
                <a:gd name="T8" fmla="*/ 482 w 753"/>
                <a:gd name="T9" fmla="*/ 293 h 1478"/>
                <a:gd name="T10" fmla="*/ 426 w 753"/>
                <a:gd name="T11" fmla="*/ 307 h 1478"/>
                <a:gd name="T12" fmla="*/ 162 w 753"/>
                <a:gd name="T13" fmla="*/ 1420 h 1478"/>
                <a:gd name="T14" fmla="*/ 81 w 753"/>
                <a:gd name="T15" fmla="*/ 1478 h 1478"/>
                <a:gd name="T16" fmla="*/ 0 w 753"/>
                <a:gd name="T17" fmla="*/ 1395 h 1478"/>
                <a:gd name="T18" fmla="*/ 108 w 753"/>
                <a:gd name="T19" fmla="*/ 0 h 1478"/>
                <a:gd name="T20" fmla="*/ 751 w 753"/>
                <a:gd name="T21" fmla="*/ 0 h 1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3" h="1478">
                  <a:moveTo>
                    <a:pt x="751" y="0"/>
                  </a:moveTo>
                  <a:lnTo>
                    <a:pt x="753" y="1444"/>
                  </a:lnTo>
                  <a:lnTo>
                    <a:pt x="593" y="1420"/>
                  </a:lnTo>
                  <a:lnTo>
                    <a:pt x="580" y="1386"/>
                  </a:lnTo>
                  <a:lnTo>
                    <a:pt x="482" y="293"/>
                  </a:lnTo>
                  <a:lnTo>
                    <a:pt x="426" y="307"/>
                  </a:lnTo>
                  <a:lnTo>
                    <a:pt x="162" y="1420"/>
                  </a:lnTo>
                  <a:lnTo>
                    <a:pt x="81" y="1478"/>
                  </a:lnTo>
                  <a:lnTo>
                    <a:pt x="0" y="1395"/>
                  </a:lnTo>
                  <a:lnTo>
                    <a:pt x="108" y="0"/>
                  </a:lnTo>
                  <a:lnTo>
                    <a:pt x="751" y="0"/>
                  </a:lnTo>
                  <a:close/>
                </a:path>
              </a:pathLst>
            </a:custGeom>
            <a:solidFill>
              <a:srgbClr val="7994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46" name="ïşľîḋè"/>
            <p:cNvSpPr/>
            <p:nvPr/>
          </p:nvSpPr>
          <p:spPr bwMode="auto">
            <a:xfrm>
              <a:off x="4102138" y="4094778"/>
              <a:ext cx="921656" cy="1809041"/>
            </a:xfrm>
            <a:custGeom>
              <a:avLst/>
              <a:gdLst>
                <a:gd name="T0" fmla="*/ 751 w 753"/>
                <a:gd name="T1" fmla="*/ 0 h 1478"/>
                <a:gd name="T2" fmla="*/ 753 w 753"/>
                <a:gd name="T3" fmla="*/ 1444 h 1478"/>
                <a:gd name="T4" fmla="*/ 593 w 753"/>
                <a:gd name="T5" fmla="*/ 1420 h 1478"/>
                <a:gd name="T6" fmla="*/ 580 w 753"/>
                <a:gd name="T7" fmla="*/ 1386 h 1478"/>
                <a:gd name="T8" fmla="*/ 482 w 753"/>
                <a:gd name="T9" fmla="*/ 293 h 1478"/>
                <a:gd name="T10" fmla="*/ 426 w 753"/>
                <a:gd name="T11" fmla="*/ 307 h 1478"/>
                <a:gd name="T12" fmla="*/ 162 w 753"/>
                <a:gd name="T13" fmla="*/ 1420 h 1478"/>
                <a:gd name="T14" fmla="*/ 81 w 753"/>
                <a:gd name="T15" fmla="*/ 1478 h 1478"/>
                <a:gd name="T16" fmla="*/ 0 w 753"/>
                <a:gd name="T17" fmla="*/ 1395 h 1478"/>
                <a:gd name="T18" fmla="*/ 108 w 753"/>
                <a:gd name="T19" fmla="*/ 0 h 1478"/>
                <a:gd name="T20" fmla="*/ 751 w 753"/>
                <a:gd name="T21" fmla="*/ 0 h 1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3" h="1478">
                  <a:moveTo>
                    <a:pt x="751" y="0"/>
                  </a:moveTo>
                  <a:lnTo>
                    <a:pt x="753" y="1444"/>
                  </a:lnTo>
                  <a:lnTo>
                    <a:pt x="593" y="1420"/>
                  </a:lnTo>
                  <a:lnTo>
                    <a:pt x="580" y="1386"/>
                  </a:lnTo>
                  <a:lnTo>
                    <a:pt x="482" y="293"/>
                  </a:lnTo>
                  <a:lnTo>
                    <a:pt x="426" y="307"/>
                  </a:lnTo>
                  <a:lnTo>
                    <a:pt x="162" y="1420"/>
                  </a:lnTo>
                  <a:lnTo>
                    <a:pt x="81" y="1478"/>
                  </a:lnTo>
                  <a:lnTo>
                    <a:pt x="0" y="1395"/>
                  </a:lnTo>
                  <a:lnTo>
                    <a:pt x="108" y="0"/>
                  </a:lnTo>
                  <a:lnTo>
                    <a:pt x="7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47" name="ïṡḻiḋê"/>
            <p:cNvSpPr/>
            <p:nvPr/>
          </p:nvSpPr>
          <p:spPr bwMode="auto">
            <a:xfrm>
              <a:off x="4812046" y="5776526"/>
              <a:ext cx="523863" cy="297427"/>
            </a:xfrm>
            <a:custGeom>
              <a:avLst/>
              <a:gdLst>
                <a:gd name="T0" fmla="*/ 83 w 206"/>
                <a:gd name="T1" fmla="*/ 0 h 117"/>
                <a:gd name="T2" fmla="*/ 149 w 206"/>
                <a:gd name="T3" fmla="*/ 37 h 117"/>
                <a:gd name="T4" fmla="*/ 168 w 206"/>
                <a:gd name="T5" fmla="*/ 111 h 117"/>
                <a:gd name="T6" fmla="*/ 7 w 206"/>
                <a:gd name="T7" fmla="*/ 62 h 117"/>
                <a:gd name="T8" fmla="*/ 0 w 206"/>
                <a:gd name="T9" fmla="*/ 6 h 117"/>
                <a:gd name="T10" fmla="*/ 83 w 206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6" h="117">
                  <a:moveTo>
                    <a:pt x="83" y="0"/>
                  </a:moveTo>
                  <a:cubicBezTo>
                    <a:pt x="111" y="27"/>
                    <a:pt x="122" y="30"/>
                    <a:pt x="149" y="37"/>
                  </a:cubicBezTo>
                  <a:cubicBezTo>
                    <a:pt x="206" y="53"/>
                    <a:pt x="193" y="102"/>
                    <a:pt x="168" y="111"/>
                  </a:cubicBezTo>
                  <a:cubicBezTo>
                    <a:pt x="150" y="117"/>
                    <a:pt x="48" y="105"/>
                    <a:pt x="7" y="62"/>
                  </a:cubicBezTo>
                  <a:cubicBezTo>
                    <a:pt x="0" y="51"/>
                    <a:pt x="0" y="6"/>
                    <a:pt x="0" y="6"/>
                  </a:cubicBezTo>
                  <a:cubicBezTo>
                    <a:pt x="0" y="6"/>
                    <a:pt x="36" y="27"/>
                    <a:pt x="83" y="0"/>
                  </a:cubicBezTo>
                </a:path>
              </a:pathLst>
            </a:custGeom>
            <a:solidFill>
              <a:srgbClr val="4F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48" name="ïṣḷiḍê"/>
            <p:cNvSpPr/>
            <p:nvPr/>
          </p:nvSpPr>
          <p:spPr bwMode="auto">
            <a:xfrm>
              <a:off x="5036034" y="578876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49" name="î$ḷiďé"/>
            <p:cNvSpPr/>
            <p:nvPr/>
          </p:nvSpPr>
          <p:spPr bwMode="auto">
            <a:xfrm>
              <a:off x="4812046" y="5788765"/>
              <a:ext cx="0" cy="2448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solidFill>
              <a:srgbClr val="6D85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50" name="ï$lïḋé"/>
            <p:cNvSpPr/>
            <p:nvPr/>
          </p:nvSpPr>
          <p:spPr bwMode="auto">
            <a:xfrm>
              <a:off x="4812046" y="5776526"/>
              <a:ext cx="223988" cy="56303"/>
            </a:xfrm>
            <a:custGeom>
              <a:avLst/>
              <a:gdLst>
                <a:gd name="T0" fmla="*/ 83 w 88"/>
                <a:gd name="T1" fmla="*/ 0 h 22"/>
                <a:gd name="T2" fmla="*/ 35 w 88"/>
                <a:gd name="T3" fmla="*/ 14 h 22"/>
                <a:gd name="T4" fmla="*/ 0 w 88"/>
                <a:gd name="T5" fmla="*/ 6 h 22"/>
                <a:gd name="T6" fmla="*/ 1 w 88"/>
                <a:gd name="T7" fmla="*/ 16 h 22"/>
                <a:gd name="T8" fmla="*/ 35 w 88"/>
                <a:gd name="T9" fmla="*/ 22 h 22"/>
                <a:gd name="T10" fmla="*/ 44 w 88"/>
                <a:gd name="T11" fmla="*/ 21 h 22"/>
                <a:gd name="T12" fmla="*/ 57 w 88"/>
                <a:gd name="T13" fmla="*/ 19 h 22"/>
                <a:gd name="T14" fmla="*/ 54 w 88"/>
                <a:gd name="T15" fmla="*/ 13 h 22"/>
                <a:gd name="T16" fmla="*/ 58 w 88"/>
                <a:gd name="T17" fmla="*/ 19 h 22"/>
                <a:gd name="T18" fmla="*/ 88 w 88"/>
                <a:gd name="T19" fmla="*/ 5 h 22"/>
                <a:gd name="T20" fmla="*/ 88 w 88"/>
                <a:gd name="T21" fmla="*/ 5 h 22"/>
                <a:gd name="T22" fmla="*/ 83 w 88"/>
                <a:gd name="T23" fmla="*/ 0 h 22"/>
                <a:gd name="T24" fmla="*/ 83 w 88"/>
                <a:gd name="T2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22">
                  <a:moveTo>
                    <a:pt x="83" y="0"/>
                  </a:moveTo>
                  <a:cubicBezTo>
                    <a:pt x="65" y="11"/>
                    <a:pt x="48" y="14"/>
                    <a:pt x="35" y="14"/>
                  </a:cubicBezTo>
                  <a:cubicBezTo>
                    <a:pt x="14" y="14"/>
                    <a:pt x="1" y="6"/>
                    <a:pt x="0" y="6"/>
                  </a:cubicBezTo>
                  <a:cubicBezTo>
                    <a:pt x="1" y="6"/>
                    <a:pt x="1" y="8"/>
                    <a:pt x="1" y="16"/>
                  </a:cubicBezTo>
                  <a:cubicBezTo>
                    <a:pt x="8" y="19"/>
                    <a:pt x="22" y="22"/>
                    <a:pt x="35" y="22"/>
                  </a:cubicBezTo>
                  <a:cubicBezTo>
                    <a:pt x="38" y="22"/>
                    <a:pt x="41" y="22"/>
                    <a:pt x="44" y="21"/>
                  </a:cubicBezTo>
                  <a:cubicBezTo>
                    <a:pt x="47" y="21"/>
                    <a:pt x="52" y="20"/>
                    <a:pt x="57" y="19"/>
                  </a:cubicBezTo>
                  <a:cubicBezTo>
                    <a:pt x="55" y="15"/>
                    <a:pt x="54" y="13"/>
                    <a:pt x="54" y="13"/>
                  </a:cubicBezTo>
                  <a:cubicBezTo>
                    <a:pt x="54" y="13"/>
                    <a:pt x="55" y="15"/>
                    <a:pt x="58" y="19"/>
                  </a:cubicBezTo>
                  <a:cubicBezTo>
                    <a:pt x="68" y="16"/>
                    <a:pt x="80" y="12"/>
                    <a:pt x="88" y="5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86" y="3"/>
                    <a:pt x="86" y="3"/>
                    <a:pt x="83" y="0"/>
                  </a:cubicBezTo>
                  <a:cubicBezTo>
                    <a:pt x="83" y="0"/>
                    <a:pt x="83" y="0"/>
                    <a:pt x="83" y="0"/>
                  </a:cubicBezTo>
                </a:path>
              </a:pathLst>
            </a:custGeom>
            <a:solidFill>
              <a:srgbClr val="473D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51" name="ïśḷiḓê"/>
            <p:cNvSpPr/>
            <p:nvPr/>
          </p:nvSpPr>
          <p:spPr bwMode="auto">
            <a:xfrm>
              <a:off x="4468108" y="2698218"/>
              <a:ext cx="384329" cy="1394112"/>
            </a:xfrm>
            <a:custGeom>
              <a:avLst/>
              <a:gdLst>
                <a:gd name="T0" fmla="*/ 0 w 314"/>
                <a:gd name="T1" fmla="*/ 790 h 1139"/>
                <a:gd name="T2" fmla="*/ 25 w 314"/>
                <a:gd name="T3" fmla="*/ 1139 h 1139"/>
                <a:gd name="T4" fmla="*/ 306 w 314"/>
                <a:gd name="T5" fmla="*/ 1137 h 1139"/>
                <a:gd name="T6" fmla="*/ 314 w 314"/>
                <a:gd name="T7" fmla="*/ 135 h 1139"/>
                <a:gd name="T8" fmla="*/ 267 w 314"/>
                <a:gd name="T9" fmla="*/ 0 h 1139"/>
                <a:gd name="T10" fmla="*/ 181 w 314"/>
                <a:gd name="T11" fmla="*/ 137 h 1139"/>
                <a:gd name="T12" fmla="*/ 117 w 314"/>
                <a:gd name="T13" fmla="*/ 10 h 1139"/>
                <a:gd name="T14" fmla="*/ 0 w 314"/>
                <a:gd name="T15" fmla="*/ 124 h 1139"/>
                <a:gd name="T16" fmla="*/ 0 w 314"/>
                <a:gd name="T17" fmla="*/ 790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4" h="1139">
                  <a:moveTo>
                    <a:pt x="0" y="790"/>
                  </a:moveTo>
                  <a:lnTo>
                    <a:pt x="25" y="1139"/>
                  </a:lnTo>
                  <a:lnTo>
                    <a:pt x="306" y="1137"/>
                  </a:lnTo>
                  <a:lnTo>
                    <a:pt x="314" y="135"/>
                  </a:lnTo>
                  <a:lnTo>
                    <a:pt x="267" y="0"/>
                  </a:lnTo>
                  <a:lnTo>
                    <a:pt x="181" y="137"/>
                  </a:lnTo>
                  <a:lnTo>
                    <a:pt x="117" y="10"/>
                  </a:lnTo>
                  <a:lnTo>
                    <a:pt x="0" y="124"/>
                  </a:lnTo>
                  <a:lnTo>
                    <a:pt x="0" y="790"/>
                  </a:lnTo>
                  <a:close/>
                </a:path>
              </a:pathLst>
            </a:custGeom>
            <a:solidFill>
              <a:srgbClr val="F1F1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52" name="ï$1iḋé"/>
            <p:cNvSpPr/>
            <p:nvPr/>
          </p:nvSpPr>
          <p:spPr bwMode="auto">
            <a:xfrm>
              <a:off x="4468108" y="2698218"/>
              <a:ext cx="384329" cy="1394112"/>
            </a:xfrm>
            <a:custGeom>
              <a:avLst/>
              <a:gdLst>
                <a:gd name="T0" fmla="*/ 0 w 314"/>
                <a:gd name="T1" fmla="*/ 790 h 1139"/>
                <a:gd name="T2" fmla="*/ 25 w 314"/>
                <a:gd name="T3" fmla="*/ 1139 h 1139"/>
                <a:gd name="T4" fmla="*/ 306 w 314"/>
                <a:gd name="T5" fmla="*/ 1137 h 1139"/>
                <a:gd name="T6" fmla="*/ 314 w 314"/>
                <a:gd name="T7" fmla="*/ 135 h 1139"/>
                <a:gd name="T8" fmla="*/ 267 w 314"/>
                <a:gd name="T9" fmla="*/ 0 h 1139"/>
                <a:gd name="T10" fmla="*/ 181 w 314"/>
                <a:gd name="T11" fmla="*/ 137 h 1139"/>
                <a:gd name="T12" fmla="*/ 117 w 314"/>
                <a:gd name="T13" fmla="*/ 10 h 1139"/>
                <a:gd name="T14" fmla="*/ 0 w 314"/>
                <a:gd name="T15" fmla="*/ 124 h 1139"/>
                <a:gd name="T16" fmla="*/ 0 w 314"/>
                <a:gd name="T17" fmla="*/ 790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4" h="1139">
                  <a:moveTo>
                    <a:pt x="0" y="790"/>
                  </a:moveTo>
                  <a:lnTo>
                    <a:pt x="25" y="1139"/>
                  </a:lnTo>
                  <a:lnTo>
                    <a:pt x="306" y="1137"/>
                  </a:lnTo>
                  <a:lnTo>
                    <a:pt x="314" y="135"/>
                  </a:lnTo>
                  <a:lnTo>
                    <a:pt x="267" y="0"/>
                  </a:lnTo>
                  <a:lnTo>
                    <a:pt x="181" y="137"/>
                  </a:lnTo>
                  <a:lnTo>
                    <a:pt x="117" y="10"/>
                  </a:lnTo>
                  <a:lnTo>
                    <a:pt x="0" y="124"/>
                  </a:lnTo>
                  <a:lnTo>
                    <a:pt x="0" y="79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53" name="ïsľîḑê"/>
            <p:cNvSpPr/>
            <p:nvPr/>
          </p:nvSpPr>
          <p:spPr bwMode="auto">
            <a:xfrm>
              <a:off x="4641913" y="2779000"/>
              <a:ext cx="111382" cy="1135853"/>
            </a:xfrm>
            <a:custGeom>
              <a:avLst/>
              <a:gdLst>
                <a:gd name="T0" fmla="*/ 38 w 44"/>
                <a:gd name="T1" fmla="*/ 12 h 447"/>
                <a:gd name="T2" fmla="*/ 22 w 44"/>
                <a:gd name="T3" fmla="*/ 1 h 447"/>
                <a:gd name="T4" fmla="*/ 3 w 44"/>
                <a:gd name="T5" fmla="*/ 19 h 447"/>
                <a:gd name="T6" fmla="*/ 19 w 44"/>
                <a:gd name="T7" fmla="*/ 48 h 447"/>
                <a:gd name="T8" fmla="*/ 1 w 44"/>
                <a:gd name="T9" fmla="*/ 394 h 447"/>
                <a:gd name="T10" fmla="*/ 20 w 44"/>
                <a:gd name="T11" fmla="*/ 447 h 447"/>
                <a:gd name="T12" fmla="*/ 38 w 44"/>
                <a:gd name="T13" fmla="*/ 394 h 447"/>
                <a:gd name="T14" fmla="*/ 26 w 44"/>
                <a:gd name="T15" fmla="*/ 47 h 447"/>
                <a:gd name="T16" fmla="*/ 38 w 44"/>
                <a:gd name="T17" fmla="*/ 12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447">
                  <a:moveTo>
                    <a:pt x="38" y="12"/>
                  </a:moveTo>
                  <a:cubicBezTo>
                    <a:pt x="35" y="5"/>
                    <a:pt x="29" y="2"/>
                    <a:pt x="22" y="1"/>
                  </a:cubicBezTo>
                  <a:cubicBezTo>
                    <a:pt x="15" y="0"/>
                    <a:pt x="0" y="3"/>
                    <a:pt x="3" y="19"/>
                  </a:cubicBezTo>
                  <a:cubicBezTo>
                    <a:pt x="5" y="35"/>
                    <a:pt x="19" y="48"/>
                    <a:pt x="19" y="48"/>
                  </a:cubicBezTo>
                  <a:cubicBezTo>
                    <a:pt x="1" y="394"/>
                    <a:pt x="1" y="394"/>
                    <a:pt x="1" y="394"/>
                  </a:cubicBezTo>
                  <a:cubicBezTo>
                    <a:pt x="20" y="447"/>
                    <a:pt x="20" y="447"/>
                    <a:pt x="20" y="447"/>
                  </a:cubicBezTo>
                  <a:cubicBezTo>
                    <a:pt x="38" y="394"/>
                    <a:pt x="38" y="394"/>
                    <a:pt x="38" y="394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6" y="47"/>
                    <a:pt x="44" y="24"/>
                    <a:pt x="38" y="12"/>
                  </a:cubicBezTo>
                </a:path>
              </a:pathLst>
            </a:custGeom>
            <a:solidFill>
              <a:srgbClr val="384B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54" name="ï$ļîḑé"/>
            <p:cNvSpPr/>
            <p:nvPr/>
          </p:nvSpPr>
          <p:spPr bwMode="auto">
            <a:xfrm>
              <a:off x="4731263" y="3541539"/>
              <a:ext cx="2448" cy="55079"/>
            </a:xfrm>
            <a:custGeom>
              <a:avLst/>
              <a:gdLst>
                <a:gd name="T0" fmla="*/ 0 w 2"/>
                <a:gd name="T1" fmla="*/ 0 h 45"/>
                <a:gd name="T2" fmla="*/ 2 w 2"/>
                <a:gd name="T3" fmla="*/ 45 h 45"/>
                <a:gd name="T4" fmla="*/ 2 w 2"/>
                <a:gd name="T5" fmla="*/ 45 h 45"/>
                <a:gd name="T6" fmla="*/ 0 w 2"/>
                <a:gd name="T7" fmla="*/ 0 h 45"/>
                <a:gd name="T8" fmla="*/ 0 w 2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5">
                  <a:moveTo>
                    <a:pt x="0" y="0"/>
                  </a:moveTo>
                  <a:lnTo>
                    <a:pt x="2" y="45"/>
                  </a:lnTo>
                  <a:lnTo>
                    <a:pt x="2" y="4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55" name="ïṧḻïḑê"/>
            <p:cNvSpPr/>
            <p:nvPr/>
          </p:nvSpPr>
          <p:spPr bwMode="auto">
            <a:xfrm>
              <a:off x="4731263" y="3541539"/>
              <a:ext cx="2448" cy="55079"/>
            </a:xfrm>
            <a:custGeom>
              <a:avLst/>
              <a:gdLst>
                <a:gd name="T0" fmla="*/ 0 w 2"/>
                <a:gd name="T1" fmla="*/ 0 h 45"/>
                <a:gd name="T2" fmla="*/ 2 w 2"/>
                <a:gd name="T3" fmla="*/ 45 h 45"/>
                <a:gd name="T4" fmla="*/ 2 w 2"/>
                <a:gd name="T5" fmla="*/ 45 h 45"/>
                <a:gd name="T6" fmla="*/ 0 w 2"/>
                <a:gd name="T7" fmla="*/ 0 h 45"/>
                <a:gd name="T8" fmla="*/ 0 w 2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5">
                  <a:moveTo>
                    <a:pt x="0" y="0"/>
                  </a:moveTo>
                  <a:lnTo>
                    <a:pt x="2" y="45"/>
                  </a:lnTo>
                  <a:lnTo>
                    <a:pt x="2" y="45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56" name="íS1íde"/>
            <p:cNvSpPr/>
            <p:nvPr/>
          </p:nvSpPr>
          <p:spPr bwMode="auto">
            <a:xfrm>
              <a:off x="4659048" y="3317551"/>
              <a:ext cx="74663" cy="406361"/>
            </a:xfrm>
            <a:custGeom>
              <a:avLst/>
              <a:gdLst>
                <a:gd name="T0" fmla="*/ 3 w 29"/>
                <a:gd name="T1" fmla="*/ 0 h 160"/>
                <a:gd name="T2" fmla="*/ 0 w 29"/>
                <a:gd name="T3" fmla="*/ 62 h 160"/>
                <a:gd name="T4" fmla="*/ 12 w 29"/>
                <a:gd name="T5" fmla="*/ 160 h 160"/>
                <a:gd name="T6" fmla="*/ 25 w 29"/>
                <a:gd name="T7" fmla="*/ 158 h 160"/>
                <a:gd name="T8" fmla="*/ 29 w 29"/>
                <a:gd name="T9" fmla="*/ 110 h 160"/>
                <a:gd name="T10" fmla="*/ 28 w 29"/>
                <a:gd name="T11" fmla="*/ 88 h 160"/>
                <a:gd name="T12" fmla="*/ 27 w 29"/>
                <a:gd name="T13" fmla="*/ 87 h 160"/>
                <a:gd name="T14" fmla="*/ 4 w 29"/>
                <a:gd name="T15" fmla="*/ 1 h 160"/>
                <a:gd name="T16" fmla="*/ 3 w 29"/>
                <a:gd name="T17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60">
                  <a:moveTo>
                    <a:pt x="3" y="0"/>
                  </a:moveTo>
                  <a:cubicBezTo>
                    <a:pt x="0" y="62"/>
                    <a:pt x="0" y="62"/>
                    <a:pt x="0" y="62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25" y="158"/>
                    <a:pt x="25" y="158"/>
                    <a:pt x="25" y="158"/>
                  </a:cubicBezTo>
                  <a:cubicBezTo>
                    <a:pt x="29" y="110"/>
                    <a:pt x="29" y="110"/>
                    <a:pt x="29" y="110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13" y="62"/>
                    <a:pt x="11" y="29"/>
                    <a:pt x="4" y="1"/>
                  </a:cubicBezTo>
                  <a:cubicBezTo>
                    <a:pt x="4" y="1"/>
                    <a:pt x="3" y="0"/>
                    <a:pt x="3" y="0"/>
                  </a:cubicBezTo>
                </a:path>
              </a:pathLst>
            </a:custGeom>
            <a:solidFill>
              <a:srgbClr val="3243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57" name="iṧḻïḋe"/>
            <p:cNvSpPr/>
            <p:nvPr/>
          </p:nvSpPr>
          <p:spPr bwMode="auto">
            <a:xfrm>
              <a:off x="4214744" y="2794912"/>
              <a:ext cx="505503" cy="1587501"/>
            </a:xfrm>
            <a:custGeom>
              <a:avLst/>
              <a:gdLst>
                <a:gd name="T0" fmla="*/ 286 w 413"/>
                <a:gd name="T1" fmla="*/ 29 h 1297"/>
                <a:gd name="T2" fmla="*/ 95 w 413"/>
                <a:gd name="T3" fmla="*/ 0 h 1297"/>
                <a:gd name="T4" fmla="*/ 0 w 413"/>
                <a:gd name="T5" fmla="*/ 1274 h 1297"/>
                <a:gd name="T6" fmla="*/ 413 w 413"/>
                <a:gd name="T7" fmla="*/ 1297 h 1297"/>
                <a:gd name="T8" fmla="*/ 307 w 413"/>
                <a:gd name="T9" fmla="*/ 824 h 1297"/>
                <a:gd name="T10" fmla="*/ 286 w 413"/>
                <a:gd name="T11" fmla="*/ 29 h 1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3" h="1297">
                  <a:moveTo>
                    <a:pt x="286" y="29"/>
                  </a:moveTo>
                  <a:lnTo>
                    <a:pt x="95" y="0"/>
                  </a:lnTo>
                  <a:lnTo>
                    <a:pt x="0" y="1274"/>
                  </a:lnTo>
                  <a:lnTo>
                    <a:pt x="413" y="1297"/>
                  </a:lnTo>
                  <a:lnTo>
                    <a:pt x="307" y="824"/>
                  </a:lnTo>
                  <a:lnTo>
                    <a:pt x="286" y="29"/>
                  </a:lnTo>
                  <a:close/>
                </a:path>
              </a:pathLst>
            </a:custGeom>
            <a:solidFill>
              <a:srgbClr val="4F6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58" name="ïṡḻídê"/>
            <p:cNvSpPr/>
            <p:nvPr/>
          </p:nvSpPr>
          <p:spPr bwMode="auto">
            <a:xfrm>
              <a:off x="4214744" y="2794912"/>
              <a:ext cx="505503" cy="1587501"/>
            </a:xfrm>
            <a:custGeom>
              <a:avLst/>
              <a:gdLst>
                <a:gd name="T0" fmla="*/ 286 w 413"/>
                <a:gd name="T1" fmla="*/ 29 h 1297"/>
                <a:gd name="T2" fmla="*/ 95 w 413"/>
                <a:gd name="T3" fmla="*/ 0 h 1297"/>
                <a:gd name="T4" fmla="*/ 0 w 413"/>
                <a:gd name="T5" fmla="*/ 1274 h 1297"/>
                <a:gd name="T6" fmla="*/ 413 w 413"/>
                <a:gd name="T7" fmla="*/ 1297 h 1297"/>
                <a:gd name="T8" fmla="*/ 307 w 413"/>
                <a:gd name="T9" fmla="*/ 824 h 1297"/>
                <a:gd name="T10" fmla="*/ 286 w 413"/>
                <a:gd name="T11" fmla="*/ 29 h 1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3" h="1297">
                  <a:moveTo>
                    <a:pt x="286" y="29"/>
                  </a:moveTo>
                  <a:lnTo>
                    <a:pt x="95" y="0"/>
                  </a:lnTo>
                  <a:lnTo>
                    <a:pt x="0" y="1274"/>
                  </a:lnTo>
                  <a:lnTo>
                    <a:pt x="413" y="1297"/>
                  </a:lnTo>
                  <a:lnTo>
                    <a:pt x="307" y="824"/>
                  </a:lnTo>
                  <a:lnTo>
                    <a:pt x="286" y="2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59" name="iśļíde"/>
            <p:cNvSpPr/>
            <p:nvPr/>
          </p:nvSpPr>
          <p:spPr bwMode="auto">
            <a:xfrm>
              <a:off x="4672512" y="2842647"/>
              <a:ext cx="340266" cy="1566694"/>
            </a:xfrm>
            <a:custGeom>
              <a:avLst/>
              <a:gdLst>
                <a:gd name="T0" fmla="*/ 0 w 278"/>
                <a:gd name="T1" fmla="*/ 1280 h 1280"/>
                <a:gd name="T2" fmla="*/ 278 w 278"/>
                <a:gd name="T3" fmla="*/ 1210 h 1280"/>
                <a:gd name="T4" fmla="*/ 235 w 278"/>
                <a:gd name="T5" fmla="*/ 442 h 1280"/>
                <a:gd name="T6" fmla="*/ 183 w 278"/>
                <a:gd name="T7" fmla="*/ 19 h 1280"/>
                <a:gd name="T8" fmla="*/ 120 w 278"/>
                <a:gd name="T9" fmla="*/ 0 h 1280"/>
                <a:gd name="T10" fmla="*/ 75 w 278"/>
                <a:gd name="T11" fmla="*/ 822 h 1280"/>
                <a:gd name="T12" fmla="*/ 0 w 278"/>
                <a:gd name="T13" fmla="*/ 1280 h 1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8" h="1280">
                  <a:moveTo>
                    <a:pt x="0" y="1280"/>
                  </a:moveTo>
                  <a:lnTo>
                    <a:pt x="278" y="1210"/>
                  </a:lnTo>
                  <a:lnTo>
                    <a:pt x="235" y="442"/>
                  </a:lnTo>
                  <a:lnTo>
                    <a:pt x="183" y="19"/>
                  </a:lnTo>
                  <a:lnTo>
                    <a:pt x="120" y="0"/>
                  </a:lnTo>
                  <a:lnTo>
                    <a:pt x="75" y="822"/>
                  </a:lnTo>
                  <a:lnTo>
                    <a:pt x="0" y="1280"/>
                  </a:lnTo>
                  <a:close/>
                </a:path>
              </a:pathLst>
            </a:custGeom>
            <a:solidFill>
              <a:srgbClr val="4F6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60" name="i$ḷiḋê"/>
            <p:cNvSpPr/>
            <p:nvPr/>
          </p:nvSpPr>
          <p:spPr bwMode="auto">
            <a:xfrm>
              <a:off x="4672512" y="2842647"/>
              <a:ext cx="340266" cy="1566694"/>
            </a:xfrm>
            <a:custGeom>
              <a:avLst/>
              <a:gdLst>
                <a:gd name="T0" fmla="*/ 0 w 278"/>
                <a:gd name="T1" fmla="*/ 1280 h 1280"/>
                <a:gd name="T2" fmla="*/ 278 w 278"/>
                <a:gd name="T3" fmla="*/ 1210 h 1280"/>
                <a:gd name="T4" fmla="*/ 235 w 278"/>
                <a:gd name="T5" fmla="*/ 442 h 1280"/>
                <a:gd name="T6" fmla="*/ 183 w 278"/>
                <a:gd name="T7" fmla="*/ 19 h 1280"/>
                <a:gd name="T8" fmla="*/ 120 w 278"/>
                <a:gd name="T9" fmla="*/ 0 h 1280"/>
                <a:gd name="T10" fmla="*/ 75 w 278"/>
                <a:gd name="T11" fmla="*/ 822 h 1280"/>
                <a:gd name="T12" fmla="*/ 0 w 278"/>
                <a:gd name="T13" fmla="*/ 1280 h 1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8" h="1280">
                  <a:moveTo>
                    <a:pt x="0" y="1280"/>
                  </a:moveTo>
                  <a:lnTo>
                    <a:pt x="278" y="1210"/>
                  </a:lnTo>
                  <a:lnTo>
                    <a:pt x="235" y="442"/>
                  </a:lnTo>
                  <a:lnTo>
                    <a:pt x="183" y="19"/>
                  </a:lnTo>
                  <a:lnTo>
                    <a:pt x="120" y="0"/>
                  </a:lnTo>
                  <a:lnTo>
                    <a:pt x="75" y="822"/>
                  </a:lnTo>
                  <a:lnTo>
                    <a:pt x="0" y="128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61" name="ïsḷiďe"/>
            <p:cNvSpPr/>
            <p:nvPr/>
          </p:nvSpPr>
          <p:spPr bwMode="auto">
            <a:xfrm>
              <a:off x="4196384" y="2627227"/>
              <a:ext cx="598526" cy="1696435"/>
            </a:xfrm>
            <a:custGeom>
              <a:avLst/>
              <a:gdLst>
                <a:gd name="T0" fmla="*/ 295 w 489"/>
                <a:gd name="T1" fmla="*/ 0 h 1386"/>
                <a:gd name="T2" fmla="*/ 179 w 489"/>
                <a:gd name="T3" fmla="*/ 56 h 1386"/>
                <a:gd name="T4" fmla="*/ 87 w 489"/>
                <a:gd name="T5" fmla="*/ 365 h 1386"/>
                <a:gd name="T6" fmla="*/ 50 w 489"/>
                <a:gd name="T7" fmla="*/ 861 h 1386"/>
                <a:gd name="T8" fmla="*/ 44 w 489"/>
                <a:gd name="T9" fmla="*/ 927 h 1386"/>
                <a:gd name="T10" fmla="*/ 0 w 489"/>
                <a:gd name="T11" fmla="*/ 1386 h 1386"/>
                <a:gd name="T12" fmla="*/ 457 w 489"/>
                <a:gd name="T13" fmla="*/ 1382 h 1386"/>
                <a:gd name="T14" fmla="*/ 489 w 489"/>
                <a:gd name="T15" fmla="*/ 884 h 1386"/>
                <a:gd name="T16" fmla="*/ 403 w 489"/>
                <a:gd name="T17" fmla="*/ 896 h 1386"/>
                <a:gd name="T18" fmla="*/ 295 w 489"/>
                <a:gd name="T19" fmla="*/ 0 h 1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1386">
                  <a:moveTo>
                    <a:pt x="295" y="0"/>
                  </a:moveTo>
                  <a:lnTo>
                    <a:pt x="179" y="56"/>
                  </a:lnTo>
                  <a:lnTo>
                    <a:pt x="87" y="365"/>
                  </a:lnTo>
                  <a:lnTo>
                    <a:pt x="50" y="861"/>
                  </a:lnTo>
                  <a:lnTo>
                    <a:pt x="44" y="927"/>
                  </a:lnTo>
                  <a:lnTo>
                    <a:pt x="0" y="1386"/>
                  </a:lnTo>
                  <a:lnTo>
                    <a:pt x="457" y="1382"/>
                  </a:lnTo>
                  <a:lnTo>
                    <a:pt x="489" y="884"/>
                  </a:lnTo>
                  <a:lnTo>
                    <a:pt x="403" y="89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7994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62" name="îŝḻíḑê"/>
            <p:cNvSpPr/>
            <p:nvPr/>
          </p:nvSpPr>
          <p:spPr bwMode="auto">
            <a:xfrm>
              <a:off x="4196384" y="2627227"/>
              <a:ext cx="598526" cy="1696435"/>
            </a:xfrm>
            <a:custGeom>
              <a:avLst/>
              <a:gdLst>
                <a:gd name="T0" fmla="*/ 295 w 489"/>
                <a:gd name="T1" fmla="*/ 0 h 1386"/>
                <a:gd name="T2" fmla="*/ 179 w 489"/>
                <a:gd name="T3" fmla="*/ 56 h 1386"/>
                <a:gd name="T4" fmla="*/ 87 w 489"/>
                <a:gd name="T5" fmla="*/ 365 h 1386"/>
                <a:gd name="T6" fmla="*/ 50 w 489"/>
                <a:gd name="T7" fmla="*/ 861 h 1386"/>
                <a:gd name="T8" fmla="*/ 44 w 489"/>
                <a:gd name="T9" fmla="*/ 927 h 1386"/>
                <a:gd name="T10" fmla="*/ 0 w 489"/>
                <a:gd name="T11" fmla="*/ 1386 h 1386"/>
                <a:gd name="T12" fmla="*/ 457 w 489"/>
                <a:gd name="T13" fmla="*/ 1382 h 1386"/>
                <a:gd name="T14" fmla="*/ 489 w 489"/>
                <a:gd name="T15" fmla="*/ 884 h 1386"/>
                <a:gd name="T16" fmla="*/ 403 w 489"/>
                <a:gd name="T17" fmla="*/ 896 h 1386"/>
                <a:gd name="T18" fmla="*/ 295 w 489"/>
                <a:gd name="T19" fmla="*/ 0 h 1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1386">
                  <a:moveTo>
                    <a:pt x="295" y="0"/>
                  </a:moveTo>
                  <a:lnTo>
                    <a:pt x="179" y="56"/>
                  </a:lnTo>
                  <a:lnTo>
                    <a:pt x="87" y="365"/>
                  </a:lnTo>
                  <a:lnTo>
                    <a:pt x="50" y="861"/>
                  </a:lnTo>
                  <a:lnTo>
                    <a:pt x="44" y="927"/>
                  </a:lnTo>
                  <a:lnTo>
                    <a:pt x="0" y="1386"/>
                  </a:lnTo>
                  <a:lnTo>
                    <a:pt x="457" y="1382"/>
                  </a:lnTo>
                  <a:lnTo>
                    <a:pt x="489" y="884"/>
                  </a:lnTo>
                  <a:lnTo>
                    <a:pt x="403" y="896"/>
                  </a:lnTo>
                  <a:lnTo>
                    <a:pt x="29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63" name="ïṧ1íďe"/>
            <p:cNvSpPr/>
            <p:nvPr/>
          </p:nvSpPr>
          <p:spPr bwMode="auto">
            <a:xfrm>
              <a:off x="4679856" y="2705561"/>
              <a:ext cx="376986" cy="1676852"/>
            </a:xfrm>
            <a:custGeom>
              <a:avLst/>
              <a:gdLst>
                <a:gd name="T0" fmla="*/ 245 w 308"/>
                <a:gd name="T1" fmla="*/ 554 h 1370"/>
                <a:gd name="T2" fmla="*/ 308 w 308"/>
                <a:gd name="T3" fmla="*/ 1287 h 1370"/>
                <a:gd name="T4" fmla="*/ 0 w 308"/>
                <a:gd name="T5" fmla="*/ 1370 h 1370"/>
                <a:gd name="T6" fmla="*/ 44 w 308"/>
                <a:gd name="T7" fmla="*/ 716 h 1370"/>
                <a:gd name="T8" fmla="*/ 110 w 308"/>
                <a:gd name="T9" fmla="*/ 0 h 1370"/>
                <a:gd name="T10" fmla="*/ 200 w 308"/>
                <a:gd name="T11" fmla="*/ 42 h 1370"/>
                <a:gd name="T12" fmla="*/ 245 w 308"/>
                <a:gd name="T13" fmla="*/ 554 h 1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8" h="1370">
                  <a:moveTo>
                    <a:pt x="245" y="554"/>
                  </a:moveTo>
                  <a:lnTo>
                    <a:pt x="308" y="1287"/>
                  </a:lnTo>
                  <a:lnTo>
                    <a:pt x="0" y="1370"/>
                  </a:lnTo>
                  <a:lnTo>
                    <a:pt x="44" y="716"/>
                  </a:lnTo>
                  <a:lnTo>
                    <a:pt x="110" y="0"/>
                  </a:lnTo>
                  <a:lnTo>
                    <a:pt x="200" y="42"/>
                  </a:lnTo>
                  <a:lnTo>
                    <a:pt x="245" y="554"/>
                  </a:lnTo>
                  <a:close/>
                </a:path>
              </a:pathLst>
            </a:custGeom>
            <a:solidFill>
              <a:srgbClr val="7994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64" name="îṩḷiḑè"/>
            <p:cNvSpPr/>
            <p:nvPr/>
          </p:nvSpPr>
          <p:spPr bwMode="auto">
            <a:xfrm>
              <a:off x="4679856" y="2705561"/>
              <a:ext cx="376986" cy="1676852"/>
            </a:xfrm>
            <a:custGeom>
              <a:avLst/>
              <a:gdLst>
                <a:gd name="T0" fmla="*/ 245 w 308"/>
                <a:gd name="T1" fmla="*/ 554 h 1370"/>
                <a:gd name="T2" fmla="*/ 308 w 308"/>
                <a:gd name="T3" fmla="*/ 1287 h 1370"/>
                <a:gd name="T4" fmla="*/ 0 w 308"/>
                <a:gd name="T5" fmla="*/ 1370 h 1370"/>
                <a:gd name="T6" fmla="*/ 44 w 308"/>
                <a:gd name="T7" fmla="*/ 716 h 1370"/>
                <a:gd name="T8" fmla="*/ 110 w 308"/>
                <a:gd name="T9" fmla="*/ 0 h 1370"/>
                <a:gd name="T10" fmla="*/ 200 w 308"/>
                <a:gd name="T11" fmla="*/ 42 h 1370"/>
                <a:gd name="T12" fmla="*/ 245 w 308"/>
                <a:gd name="T13" fmla="*/ 554 h 1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8" h="1370">
                  <a:moveTo>
                    <a:pt x="245" y="554"/>
                  </a:moveTo>
                  <a:lnTo>
                    <a:pt x="308" y="1287"/>
                  </a:lnTo>
                  <a:lnTo>
                    <a:pt x="0" y="1370"/>
                  </a:lnTo>
                  <a:lnTo>
                    <a:pt x="44" y="716"/>
                  </a:lnTo>
                  <a:lnTo>
                    <a:pt x="110" y="0"/>
                  </a:lnTo>
                  <a:lnTo>
                    <a:pt x="200" y="42"/>
                  </a:lnTo>
                  <a:lnTo>
                    <a:pt x="245" y="55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65" name="íşḻïdê"/>
            <p:cNvSpPr/>
            <p:nvPr/>
          </p:nvSpPr>
          <p:spPr bwMode="auto">
            <a:xfrm>
              <a:off x="4674960" y="3785111"/>
              <a:ext cx="47735" cy="47735"/>
            </a:xfrm>
            <a:prstGeom prst="ellipse">
              <a:avLst/>
            </a:prstGeom>
            <a:solidFill>
              <a:srgbClr val="384B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66" name="íşļïḋe"/>
            <p:cNvSpPr/>
            <p:nvPr/>
          </p:nvSpPr>
          <p:spPr bwMode="auto">
            <a:xfrm>
              <a:off x="4674960" y="4069074"/>
              <a:ext cx="47735" cy="48959"/>
            </a:xfrm>
            <a:prstGeom prst="ellipse">
              <a:avLst/>
            </a:prstGeom>
            <a:solidFill>
              <a:srgbClr val="384B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67" name="íŝľîḓè"/>
            <p:cNvSpPr/>
            <p:nvPr/>
          </p:nvSpPr>
          <p:spPr bwMode="auto">
            <a:xfrm>
              <a:off x="4679856" y="4356710"/>
              <a:ext cx="1224" cy="7344"/>
            </a:xfrm>
            <a:prstGeom prst="rect">
              <a:avLst/>
            </a:prstGeom>
            <a:solidFill>
              <a:srgbClr val="3F4E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68" name="ïṧḷïḍè"/>
            <p:cNvSpPr/>
            <p:nvPr/>
          </p:nvSpPr>
          <p:spPr bwMode="auto">
            <a:xfrm>
              <a:off x="4679856" y="4356710"/>
              <a:ext cx="0" cy="7344"/>
            </a:xfrm>
            <a:custGeom>
              <a:avLst/>
              <a:gdLst>
                <a:gd name="T0" fmla="*/ 0 h 6"/>
                <a:gd name="T1" fmla="*/ 6 h 6"/>
                <a:gd name="T2" fmla="*/ 6 h 6"/>
                <a:gd name="T3" fmla="*/ 0 h 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6">
                  <a:moveTo>
                    <a:pt x="0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69" name="iṣľîḍê"/>
            <p:cNvSpPr/>
            <p:nvPr/>
          </p:nvSpPr>
          <p:spPr bwMode="auto">
            <a:xfrm>
              <a:off x="4679856" y="4356710"/>
              <a:ext cx="2448" cy="7344"/>
            </a:xfrm>
            <a:custGeom>
              <a:avLst/>
              <a:gdLst>
                <a:gd name="T0" fmla="*/ 2 w 2"/>
                <a:gd name="T1" fmla="*/ 0 h 6"/>
                <a:gd name="T2" fmla="*/ 0 w 2"/>
                <a:gd name="T3" fmla="*/ 0 h 6"/>
                <a:gd name="T4" fmla="*/ 0 w 2"/>
                <a:gd name="T5" fmla="*/ 6 h 6"/>
                <a:gd name="T6" fmla="*/ 0 w 2"/>
                <a:gd name="T7" fmla="*/ 6 h 6"/>
                <a:gd name="T8" fmla="*/ 2 w 2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6">
                  <a:moveTo>
                    <a:pt x="2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3F4E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70" name="iŝļíḓê"/>
            <p:cNvSpPr/>
            <p:nvPr/>
          </p:nvSpPr>
          <p:spPr bwMode="auto">
            <a:xfrm>
              <a:off x="4679856" y="4356710"/>
              <a:ext cx="2448" cy="7344"/>
            </a:xfrm>
            <a:custGeom>
              <a:avLst/>
              <a:gdLst>
                <a:gd name="T0" fmla="*/ 2 w 2"/>
                <a:gd name="T1" fmla="*/ 0 h 6"/>
                <a:gd name="T2" fmla="*/ 0 w 2"/>
                <a:gd name="T3" fmla="*/ 0 h 6"/>
                <a:gd name="T4" fmla="*/ 0 w 2"/>
                <a:gd name="T5" fmla="*/ 6 h 6"/>
                <a:gd name="T6" fmla="*/ 0 w 2"/>
                <a:gd name="T7" fmla="*/ 6 h 6"/>
                <a:gd name="T8" fmla="*/ 2 w 2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6">
                  <a:moveTo>
                    <a:pt x="2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71" name="iṣļidé"/>
            <p:cNvSpPr/>
            <p:nvPr/>
          </p:nvSpPr>
          <p:spPr bwMode="auto">
            <a:xfrm>
              <a:off x="4679856" y="3665161"/>
              <a:ext cx="134638" cy="698892"/>
            </a:xfrm>
            <a:custGeom>
              <a:avLst/>
              <a:gdLst>
                <a:gd name="T0" fmla="*/ 48 w 110"/>
                <a:gd name="T1" fmla="*/ 0 h 571"/>
                <a:gd name="T2" fmla="*/ 69 w 110"/>
                <a:gd name="T3" fmla="*/ 538 h 571"/>
                <a:gd name="T4" fmla="*/ 6 w 110"/>
                <a:gd name="T5" fmla="*/ 544 h 571"/>
                <a:gd name="T6" fmla="*/ 2 w 110"/>
                <a:gd name="T7" fmla="*/ 565 h 571"/>
                <a:gd name="T8" fmla="*/ 0 w 110"/>
                <a:gd name="T9" fmla="*/ 571 h 571"/>
                <a:gd name="T10" fmla="*/ 110 w 110"/>
                <a:gd name="T11" fmla="*/ 555 h 571"/>
                <a:gd name="T12" fmla="*/ 48 w 110"/>
                <a:gd name="T13" fmla="*/ 0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0" h="571">
                  <a:moveTo>
                    <a:pt x="48" y="0"/>
                  </a:moveTo>
                  <a:lnTo>
                    <a:pt x="69" y="538"/>
                  </a:lnTo>
                  <a:lnTo>
                    <a:pt x="6" y="544"/>
                  </a:lnTo>
                  <a:lnTo>
                    <a:pt x="2" y="565"/>
                  </a:lnTo>
                  <a:lnTo>
                    <a:pt x="0" y="571"/>
                  </a:lnTo>
                  <a:lnTo>
                    <a:pt x="110" y="555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6176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72" name="íşļïde"/>
            <p:cNvSpPr/>
            <p:nvPr/>
          </p:nvSpPr>
          <p:spPr bwMode="auto">
            <a:xfrm>
              <a:off x="4679856" y="3665161"/>
              <a:ext cx="134638" cy="698892"/>
            </a:xfrm>
            <a:custGeom>
              <a:avLst/>
              <a:gdLst>
                <a:gd name="T0" fmla="*/ 48 w 110"/>
                <a:gd name="T1" fmla="*/ 0 h 571"/>
                <a:gd name="T2" fmla="*/ 69 w 110"/>
                <a:gd name="T3" fmla="*/ 538 h 571"/>
                <a:gd name="T4" fmla="*/ 6 w 110"/>
                <a:gd name="T5" fmla="*/ 544 h 571"/>
                <a:gd name="T6" fmla="*/ 2 w 110"/>
                <a:gd name="T7" fmla="*/ 565 h 571"/>
                <a:gd name="T8" fmla="*/ 0 w 110"/>
                <a:gd name="T9" fmla="*/ 571 h 571"/>
                <a:gd name="T10" fmla="*/ 110 w 110"/>
                <a:gd name="T11" fmla="*/ 555 h 571"/>
                <a:gd name="T12" fmla="*/ 48 w 110"/>
                <a:gd name="T13" fmla="*/ 0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0" h="571">
                  <a:moveTo>
                    <a:pt x="48" y="0"/>
                  </a:moveTo>
                  <a:lnTo>
                    <a:pt x="69" y="538"/>
                  </a:lnTo>
                  <a:lnTo>
                    <a:pt x="6" y="544"/>
                  </a:lnTo>
                  <a:lnTo>
                    <a:pt x="2" y="565"/>
                  </a:lnTo>
                  <a:lnTo>
                    <a:pt x="0" y="571"/>
                  </a:lnTo>
                  <a:lnTo>
                    <a:pt x="110" y="555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73" name="îşḷídê"/>
            <p:cNvSpPr/>
            <p:nvPr/>
          </p:nvSpPr>
          <p:spPr bwMode="auto">
            <a:xfrm>
              <a:off x="4155993" y="1171915"/>
              <a:ext cx="1132181" cy="1462655"/>
            </a:xfrm>
            <a:custGeom>
              <a:avLst/>
              <a:gdLst>
                <a:gd name="T0" fmla="*/ 54 w 445"/>
                <a:gd name="T1" fmla="*/ 376 h 576"/>
                <a:gd name="T2" fmla="*/ 352 w 445"/>
                <a:gd name="T3" fmla="*/ 540 h 576"/>
                <a:gd name="T4" fmla="*/ 413 w 445"/>
                <a:gd name="T5" fmla="*/ 255 h 576"/>
                <a:gd name="T6" fmla="*/ 155 w 445"/>
                <a:gd name="T7" fmla="*/ 65 h 576"/>
                <a:gd name="T8" fmla="*/ 54 w 445"/>
                <a:gd name="T9" fmla="*/ 3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576">
                  <a:moveTo>
                    <a:pt x="54" y="376"/>
                  </a:moveTo>
                  <a:cubicBezTo>
                    <a:pt x="127" y="541"/>
                    <a:pt x="242" y="576"/>
                    <a:pt x="352" y="540"/>
                  </a:cubicBezTo>
                  <a:cubicBezTo>
                    <a:pt x="421" y="507"/>
                    <a:pt x="445" y="398"/>
                    <a:pt x="413" y="255"/>
                  </a:cubicBezTo>
                  <a:cubicBezTo>
                    <a:pt x="371" y="0"/>
                    <a:pt x="266" y="28"/>
                    <a:pt x="155" y="65"/>
                  </a:cubicBezTo>
                  <a:cubicBezTo>
                    <a:pt x="45" y="102"/>
                    <a:pt x="0" y="239"/>
                    <a:pt x="54" y="376"/>
                  </a:cubicBezTo>
                  <a:close/>
                </a:path>
              </a:pathLst>
            </a:custGeom>
            <a:solidFill>
              <a:srgbClr val="FCD5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74" name="îṥļîḓé"/>
            <p:cNvSpPr/>
            <p:nvPr/>
          </p:nvSpPr>
          <p:spPr bwMode="auto">
            <a:xfrm>
              <a:off x="4883037" y="1979742"/>
              <a:ext cx="247244" cy="238676"/>
            </a:xfrm>
            <a:custGeom>
              <a:avLst/>
              <a:gdLst>
                <a:gd name="T0" fmla="*/ 3 w 97"/>
                <a:gd name="T1" fmla="*/ 0 h 94"/>
                <a:gd name="T2" fmla="*/ 39 w 97"/>
                <a:gd name="T3" fmla="*/ 23 h 94"/>
                <a:gd name="T4" fmla="*/ 89 w 97"/>
                <a:gd name="T5" fmla="*/ 20 h 94"/>
                <a:gd name="T6" fmla="*/ 54 w 97"/>
                <a:gd name="T7" fmla="*/ 75 h 94"/>
                <a:gd name="T8" fmla="*/ 5 w 97"/>
                <a:gd name="T9" fmla="*/ 60 h 94"/>
                <a:gd name="T10" fmla="*/ 36 w 97"/>
                <a:gd name="T11" fmla="*/ 71 h 94"/>
                <a:gd name="T12" fmla="*/ 78 w 97"/>
                <a:gd name="T13" fmla="*/ 24 h 94"/>
                <a:gd name="T14" fmla="*/ 36 w 97"/>
                <a:gd name="T15" fmla="*/ 34 h 94"/>
                <a:gd name="T16" fmla="*/ 3 w 97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94">
                  <a:moveTo>
                    <a:pt x="3" y="0"/>
                  </a:moveTo>
                  <a:cubicBezTo>
                    <a:pt x="3" y="0"/>
                    <a:pt x="21" y="33"/>
                    <a:pt x="39" y="23"/>
                  </a:cubicBezTo>
                  <a:cubicBezTo>
                    <a:pt x="57" y="12"/>
                    <a:pt x="80" y="5"/>
                    <a:pt x="89" y="20"/>
                  </a:cubicBezTo>
                  <a:cubicBezTo>
                    <a:pt x="97" y="35"/>
                    <a:pt x="92" y="56"/>
                    <a:pt x="54" y="75"/>
                  </a:cubicBezTo>
                  <a:cubicBezTo>
                    <a:pt x="16" y="94"/>
                    <a:pt x="2" y="73"/>
                    <a:pt x="5" y="60"/>
                  </a:cubicBezTo>
                  <a:cubicBezTo>
                    <a:pt x="5" y="60"/>
                    <a:pt x="13" y="77"/>
                    <a:pt x="36" y="71"/>
                  </a:cubicBezTo>
                  <a:cubicBezTo>
                    <a:pt x="59" y="64"/>
                    <a:pt x="93" y="46"/>
                    <a:pt x="78" y="24"/>
                  </a:cubicBezTo>
                  <a:cubicBezTo>
                    <a:pt x="69" y="11"/>
                    <a:pt x="35" y="30"/>
                    <a:pt x="36" y="34"/>
                  </a:cubicBezTo>
                  <a:cubicBezTo>
                    <a:pt x="36" y="34"/>
                    <a:pt x="0" y="26"/>
                    <a:pt x="3" y="0"/>
                  </a:cubicBezTo>
                  <a:close/>
                </a:path>
              </a:pathLst>
            </a:custGeom>
            <a:solidFill>
              <a:srgbClr val="5209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75" name="îṧļîḓé"/>
            <p:cNvSpPr/>
            <p:nvPr/>
          </p:nvSpPr>
          <p:spPr bwMode="auto">
            <a:xfrm>
              <a:off x="4127841" y="1872031"/>
              <a:ext cx="254588" cy="389225"/>
            </a:xfrm>
            <a:custGeom>
              <a:avLst/>
              <a:gdLst>
                <a:gd name="T0" fmla="*/ 71 w 100"/>
                <a:gd name="T1" fmla="*/ 18 h 153"/>
                <a:gd name="T2" fmla="*/ 10 w 100"/>
                <a:gd name="T3" fmla="*/ 60 h 153"/>
                <a:gd name="T4" fmla="*/ 100 w 100"/>
                <a:gd name="T5" fmla="*/ 133 h 153"/>
                <a:gd name="T6" fmla="*/ 71 w 100"/>
                <a:gd name="T7" fmla="*/ 18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153">
                  <a:moveTo>
                    <a:pt x="71" y="18"/>
                  </a:moveTo>
                  <a:cubicBezTo>
                    <a:pt x="71" y="18"/>
                    <a:pt x="0" y="0"/>
                    <a:pt x="10" y="60"/>
                  </a:cubicBezTo>
                  <a:cubicBezTo>
                    <a:pt x="20" y="120"/>
                    <a:pt x="52" y="153"/>
                    <a:pt x="100" y="133"/>
                  </a:cubicBezTo>
                  <a:lnTo>
                    <a:pt x="71" y="18"/>
                  </a:lnTo>
                  <a:close/>
                </a:path>
              </a:pathLst>
            </a:custGeom>
            <a:solidFill>
              <a:srgbClr val="FCD5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76" name="îSḻíḍe"/>
            <p:cNvSpPr/>
            <p:nvPr/>
          </p:nvSpPr>
          <p:spPr bwMode="auto">
            <a:xfrm>
              <a:off x="5033586" y="1387336"/>
              <a:ext cx="157893" cy="246020"/>
            </a:xfrm>
            <a:custGeom>
              <a:avLst/>
              <a:gdLst>
                <a:gd name="T0" fmla="*/ 20 w 62"/>
                <a:gd name="T1" fmla="*/ 76 h 97"/>
                <a:gd name="T2" fmla="*/ 56 w 62"/>
                <a:gd name="T3" fmla="*/ 91 h 97"/>
                <a:gd name="T4" fmla="*/ 30 w 62"/>
                <a:gd name="T5" fmla="*/ 14 h 97"/>
                <a:gd name="T6" fmla="*/ 6 w 62"/>
                <a:gd name="T7" fmla="*/ 40 h 97"/>
                <a:gd name="T8" fmla="*/ 20 w 62"/>
                <a:gd name="T9" fmla="*/ 76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97">
                  <a:moveTo>
                    <a:pt x="20" y="76"/>
                  </a:moveTo>
                  <a:cubicBezTo>
                    <a:pt x="34" y="90"/>
                    <a:pt x="50" y="97"/>
                    <a:pt x="56" y="91"/>
                  </a:cubicBezTo>
                  <a:cubicBezTo>
                    <a:pt x="62" y="85"/>
                    <a:pt x="43" y="28"/>
                    <a:pt x="30" y="14"/>
                  </a:cubicBezTo>
                  <a:cubicBezTo>
                    <a:pt x="16" y="0"/>
                    <a:pt x="12" y="34"/>
                    <a:pt x="6" y="40"/>
                  </a:cubicBezTo>
                  <a:cubicBezTo>
                    <a:pt x="0" y="45"/>
                    <a:pt x="6" y="62"/>
                    <a:pt x="20" y="76"/>
                  </a:cubicBez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77" name="ïšḷiḑè"/>
            <p:cNvSpPr/>
            <p:nvPr/>
          </p:nvSpPr>
          <p:spPr bwMode="auto">
            <a:xfrm>
              <a:off x="4918532" y="1441191"/>
              <a:ext cx="162789" cy="215420"/>
            </a:xfrm>
            <a:custGeom>
              <a:avLst/>
              <a:gdLst>
                <a:gd name="T0" fmla="*/ 10 w 64"/>
                <a:gd name="T1" fmla="*/ 53 h 85"/>
                <a:gd name="T2" fmla="*/ 50 w 64"/>
                <a:gd name="T3" fmla="*/ 79 h 85"/>
                <a:gd name="T4" fmla="*/ 54 w 64"/>
                <a:gd name="T5" fmla="*/ 31 h 85"/>
                <a:gd name="T6" fmla="*/ 14 w 64"/>
                <a:gd name="T7" fmla="*/ 6 h 85"/>
                <a:gd name="T8" fmla="*/ 10 w 64"/>
                <a:gd name="T9" fmla="*/ 5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85">
                  <a:moveTo>
                    <a:pt x="10" y="53"/>
                  </a:moveTo>
                  <a:cubicBezTo>
                    <a:pt x="20" y="73"/>
                    <a:pt x="38" y="85"/>
                    <a:pt x="50" y="79"/>
                  </a:cubicBezTo>
                  <a:cubicBezTo>
                    <a:pt x="62" y="73"/>
                    <a:pt x="64" y="51"/>
                    <a:pt x="54" y="31"/>
                  </a:cubicBezTo>
                  <a:cubicBezTo>
                    <a:pt x="44" y="11"/>
                    <a:pt x="26" y="0"/>
                    <a:pt x="14" y="6"/>
                  </a:cubicBezTo>
                  <a:cubicBezTo>
                    <a:pt x="2" y="12"/>
                    <a:pt x="0" y="33"/>
                    <a:pt x="10" y="53"/>
                  </a:cubicBez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78" name="î$ļiḓé"/>
            <p:cNvSpPr/>
            <p:nvPr/>
          </p:nvSpPr>
          <p:spPr bwMode="auto">
            <a:xfrm>
              <a:off x="4160889" y="1651715"/>
              <a:ext cx="129742" cy="210524"/>
            </a:xfrm>
            <a:custGeom>
              <a:avLst/>
              <a:gdLst>
                <a:gd name="T0" fmla="*/ 1 w 51"/>
                <a:gd name="T1" fmla="*/ 40 h 83"/>
                <a:gd name="T2" fmla="*/ 24 w 51"/>
                <a:gd name="T3" fmla="*/ 82 h 83"/>
                <a:gd name="T4" fmla="*/ 50 w 51"/>
                <a:gd name="T5" fmla="*/ 43 h 83"/>
                <a:gd name="T6" fmla="*/ 28 w 51"/>
                <a:gd name="T7" fmla="*/ 1 h 83"/>
                <a:gd name="T8" fmla="*/ 1 w 51"/>
                <a:gd name="T9" fmla="*/ 4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83">
                  <a:moveTo>
                    <a:pt x="1" y="40"/>
                  </a:moveTo>
                  <a:cubicBezTo>
                    <a:pt x="0" y="63"/>
                    <a:pt x="10" y="82"/>
                    <a:pt x="24" y="82"/>
                  </a:cubicBezTo>
                  <a:cubicBezTo>
                    <a:pt x="37" y="83"/>
                    <a:pt x="49" y="65"/>
                    <a:pt x="50" y="43"/>
                  </a:cubicBezTo>
                  <a:cubicBezTo>
                    <a:pt x="51" y="20"/>
                    <a:pt x="41" y="1"/>
                    <a:pt x="28" y="1"/>
                  </a:cubicBezTo>
                  <a:cubicBezTo>
                    <a:pt x="14" y="0"/>
                    <a:pt x="3" y="18"/>
                    <a:pt x="1" y="40"/>
                  </a:cubicBez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79" name="işļîḓe"/>
            <p:cNvSpPr/>
            <p:nvPr/>
          </p:nvSpPr>
          <p:spPr bwMode="auto">
            <a:xfrm>
              <a:off x="4788790" y="1450983"/>
              <a:ext cx="160341" cy="217868"/>
            </a:xfrm>
            <a:custGeom>
              <a:avLst/>
              <a:gdLst>
                <a:gd name="T0" fmla="*/ 5 w 63"/>
                <a:gd name="T1" fmla="*/ 49 h 86"/>
                <a:gd name="T2" fmla="*/ 41 w 63"/>
                <a:gd name="T3" fmla="*/ 83 h 86"/>
                <a:gd name="T4" fmla="*/ 58 w 63"/>
                <a:gd name="T5" fmla="*/ 37 h 86"/>
                <a:gd name="T6" fmla="*/ 22 w 63"/>
                <a:gd name="T7" fmla="*/ 3 h 86"/>
                <a:gd name="T8" fmla="*/ 5 w 63"/>
                <a:gd name="T9" fmla="*/ 49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86">
                  <a:moveTo>
                    <a:pt x="5" y="49"/>
                  </a:moveTo>
                  <a:cubicBezTo>
                    <a:pt x="11" y="71"/>
                    <a:pt x="27" y="86"/>
                    <a:pt x="41" y="83"/>
                  </a:cubicBezTo>
                  <a:cubicBezTo>
                    <a:pt x="56" y="79"/>
                    <a:pt x="63" y="59"/>
                    <a:pt x="58" y="37"/>
                  </a:cubicBezTo>
                  <a:cubicBezTo>
                    <a:pt x="53" y="15"/>
                    <a:pt x="37" y="0"/>
                    <a:pt x="22" y="3"/>
                  </a:cubicBezTo>
                  <a:cubicBezTo>
                    <a:pt x="8" y="7"/>
                    <a:pt x="0" y="28"/>
                    <a:pt x="5" y="49"/>
                  </a:cubicBez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80" name="íṥḷiḑè"/>
            <p:cNvSpPr/>
            <p:nvPr/>
          </p:nvSpPr>
          <p:spPr bwMode="auto">
            <a:xfrm>
              <a:off x="4486467" y="1547677"/>
              <a:ext cx="148101" cy="212972"/>
            </a:xfrm>
            <a:custGeom>
              <a:avLst/>
              <a:gdLst>
                <a:gd name="T0" fmla="*/ 2 w 58"/>
                <a:gd name="T1" fmla="*/ 44 h 84"/>
                <a:gd name="T2" fmla="*/ 32 w 58"/>
                <a:gd name="T3" fmla="*/ 83 h 84"/>
                <a:gd name="T4" fmla="*/ 56 w 58"/>
                <a:gd name="T5" fmla="*/ 40 h 84"/>
                <a:gd name="T6" fmla="*/ 25 w 58"/>
                <a:gd name="T7" fmla="*/ 1 h 84"/>
                <a:gd name="T8" fmla="*/ 2 w 58"/>
                <a:gd name="T9" fmla="*/ 4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84">
                  <a:moveTo>
                    <a:pt x="2" y="44"/>
                  </a:moveTo>
                  <a:cubicBezTo>
                    <a:pt x="3" y="67"/>
                    <a:pt x="17" y="84"/>
                    <a:pt x="32" y="83"/>
                  </a:cubicBezTo>
                  <a:cubicBezTo>
                    <a:pt x="47" y="81"/>
                    <a:pt x="58" y="62"/>
                    <a:pt x="56" y="40"/>
                  </a:cubicBezTo>
                  <a:cubicBezTo>
                    <a:pt x="54" y="17"/>
                    <a:pt x="40" y="0"/>
                    <a:pt x="25" y="1"/>
                  </a:cubicBezTo>
                  <a:cubicBezTo>
                    <a:pt x="10" y="3"/>
                    <a:pt x="0" y="22"/>
                    <a:pt x="2" y="44"/>
                  </a:cubicBez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81" name="iṥliḋê"/>
            <p:cNvSpPr/>
            <p:nvPr/>
          </p:nvSpPr>
          <p:spPr bwMode="auto">
            <a:xfrm>
              <a:off x="4601521" y="1481582"/>
              <a:ext cx="231332" cy="241124"/>
            </a:xfrm>
            <a:custGeom>
              <a:avLst/>
              <a:gdLst>
                <a:gd name="T0" fmla="*/ 16 w 91"/>
                <a:gd name="T1" fmla="*/ 63 h 95"/>
                <a:gd name="T2" fmla="*/ 74 w 91"/>
                <a:gd name="T3" fmla="*/ 88 h 95"/>
                <a:gd name="T4" fmla="*/ 79 w 91"/>
                <a:gd name="T5" fmla="*/ 36 h 95"/>
                <a:gd name="T6" fmla="*/ 30 w 91"/>
                <a:gd name="T7" fmla="*/ 7 h 95"/>
                <a:gd name="T8" fmla="*/ 16 w 91"/>
                <a:gd name="T9" fmla="*/ 6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95">
                  <a:moveTo>
                    <a:pt x="16" y="63"/>
                  </a:moveTo>
                  <a:cubicBezTo>
                    <a:pt x="35" y="86"/>
                    <a:pt x="56" y="95"/>
                    <a:pt x="74" y="88"/>
                  </a:cubicBezTo>
                  <a:cubicBezTo>
                    <a:pt x="91" y="80"/>
                    <a:pt x="89" y="60"/>
                    <a:pt x="79" y="36"/>
                  </a:cubicBezTo>
                  <a:cubicBezTo>
                    <a:pt x="69" y="13"/>
                    <a:pt x="47" y="0"/>
                    <a:pt x="30" y="7"/>
                  </a:cubicBezTo>
                  <a:cubicBezTo>
                    <a:pt x="12" y="14"/>
                    <a:pt x="0" y="43"/>
                    <a:pt x="16" y="63"/>
                  </a:cubicBez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82" name="íśľîḍè"/>
            <p:cNvSpPr/>
            <p:nvPr/>
          </p:nvSpPr>
          <p:spPr bwMode="auto">
            <a:xfrm>
              <a:off x="3995652" y="1130300"/>
              <a:ext cx="1170124" cy="960824"/>
            </a:xfrm>
            <a:custGeom>
              <a:avLst/>
              <a:gdLst>
                <a:gd name="T0" fmla="*/ 444 w 460"/>
                <a:gd name="T1" fmla="*/ 156 h 378"/>
                <a:gd name="T2" fmla="*/ 255 w 460"/>
                <a:gd name="T3" fmla="*/ 201 h 378"/>
                <a:gd name="T4" fmla="*/ 120 w 460"/>
                <a:gd name="T5" fmla="*/ 378 h 378"/>
                <a:gd name="T6" fmla="*/ 116 w 460"/>
                <a:gd name="T7" fmla="*/ 139 h 378"/>
                <a:gd name="T8" fmla="*/ 226 w 460"/>
                <a:gd name="T9" fmla="*/ 41 h 378"/>
                <a:gd name="T10" fmla="*/ 449 w 460"/>
                <a:gd name="T11" fmla="*/ 152 h 378"/>
                <a:gd name="T12" fmla="*/ 444 w 460"/>
                <a:gd name="T13" fmla="*/ 15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0" h="378">
                  <a:moveTo>
                    <a:pt x="444" y="156"/>
                  </a:moveTo>
                  <a:cubicBezTo>
                    <a:pt x="444" y="156"/>
                    <a:pt x="304" y="197"/>
                    <a:pt x="255" y="201"/>
                  </a:cubicBezTo>
                  <a:cubicBezTo>
                    <a:pt x="107" y="210"/>
                    <a:pt x="120" y="378"/>
                    <a:pt x="120" y="378"/>
                  </a:cubicBezTo>
                  <a:cubicBezTo>
                    <a:pt x="100" y="354"/>
                    <a:pt x="0" y="194"/>
                    <a:pt x="116" y="139"/>
                  </a:cubicBezTo>
                  <a:cubicBezTo>
                    <a:pt x="121" y="75"/>
                    <a:pt x="179" y="53"/>
                    <a:pt x="226" y="41"/>
                  </a:cubicBezTo>
                  <a:cubicBezTo>
                    <a:pt x="393" y="0"/>
                    <a:pt x="460" y="139"/>
                    <a:pt x="449" y="152"/>
                  </a:cubicBezTo>
                  <a:cubicBezTo>
                    <a:pt x="447" y="153"/>
                    <a:pt x="445" y="154"/>
                    <a:pt x="444" y="156"/>
                  </a:cubicBez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83" name="iṥḻiďé"/>
            <p:cNvSpPr/>
            <p:nvPr/>
          </p:nvSpPr>
          <p:spPr bwMode="auto">
            <a:xfrm>
              <a:off x="4201280" y="1306553"/>
              <a:ext cx="173805" cy="217868"/>
            </a:xfrm>
            <a:custGeom>
              <a:avLst/>
              <a:gdLst>
                <a:gd name="T0" fmla="*/ 42 w 68"/>
                <a:gd name="T1" fmla="*/ 45 h 86"/>
                <a:gd name="T2" fmla="*/ 39 w 68"/>
                <a:gd name="T3" fmla="*/ 18 h 86"/>
                <a:gd name="T4" fmla="*/ 18 w 68"/>
                <a:gd name="T5" fmla="*/ 48 h 86"/>
                <a:gd name="T6" fmla="*/ 68 w 68"/>
                <a:gd name="T7" fmla="*/ 86 h 86"/>
                <a:gd name="T8" fmla="*/ 42 w 68"/>
                <a:gd name="T9" fmla="*/ 45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86">
                  <a:moveTo>
                    <a:pt x="42" y="45"/>
                  </a:moveTo>
                  <a:cubicBezTo>
                    <a:pt x="42" y="45"/>
                    <a:pt x="29" y="37"/>
                    <a:pt x="39" y="18"/>
                  </a:cubicBezTo>
                  <a:cubicBezTo>
                    <a:pt x="49" y="0"/>
                    <a:pt x="0" y="10"/>
                    <a:pt x="18" y="48"/>
                  </a:cubicBezTo>
                  <a:cubicBezTo>
                    <a:pt x="35" y="85"/>
                    <a:pt x="68" y="86"/>
                    <a:pt x="68" y="86"/>
                  </a:cubicBezTo>
                  <a:lnTo>
                    <a:pt x="42" y="45"/>
                  </a:ln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84" name="ïś1ïḓê"/>
            <p:cNvSpPr/>
            <p:nvPr/>
          </p:nvSpPr>
          <p:spPr bwMode="auto">
            <a:xfrm>
              <a:off x="4140081" y="1397127"/>
              <a:ext cx="198285" cy="112606"/>
            </a:xfrm>
            <a:custGeom>
              <a:avLst/>
              <a:gdLst>
                <a:gd name="T0" fmla="*/ 78 w 78"/>
                <a:gd name="T1" fmla="*/ 27 h 44"/>
                <a:gd name="T2" fmla="*/ 17 w 78"/>
                <a:gd name="T3" fmla="*/ 14 h 44"/>
                <a:gd name="T4" fmla="*/ 19 w 78"/>
                <a:gd name="T5" fmla="*/ 37 h 44"/>
                <a:gd name="T6" fmla="*/ 48 w 78"/>
                <a:gd name="T7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44">
                  <a:moveTo>
                    <a:pt x="78" y="27"/>
                  </a:moveTo>
                  <a:cubicBezTo>
                    <a:pt x="78" y="27"/>
                    <a:pt x="34" y="0"/>
                    <a:pt x="17" y="14"/>
                  </a:cubicBezTo>
                  <a:cubicBezTo>
                    <a:pt x="0" y="27"/>
                    <a:pt x="12" y="40"/>
                    <a:pt x="19" y="37"/>
                  </a:cubicBezTo>
                  <a:cubicBezTo>
                    <a:pt x="25" y="35"/>
                    <a:pt x="46" y="21"/>
                    <a:pt x="48" y="44"/>
                  </a:cubicBezTo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85" name="išlîdê"/>
            <p:cNvSpPr/>
            <p:nvPr/>
          </p:nvSpPr>
          <p:spPr bwMode="auto">
            <a:xfrm>
              <a:off x="5017674" y="1722706"/>
              <a:ext cx="129742" cy="42839"/>
            </a:xfrm>
            <a:custGeom>
              <a:avLst/>
              <a:gdLst>
                <a:gd name="T0" fmla="*/ 51 w 51"/>
                <a:gd name="T1" fmla="*/ 17 h 17"/>
                <a:gd name="T2" fmla="*/ 44 w 51"/>
                <a:gd name="T3" fmla="*/ 13 h 17"/>
                <a:gd name="T4" fmla="*/ 36 w 51"/>
                <a:gd name="T5" fmla="*/ 8 h 17"/>
                <a:gd name="T6" fmla="*/ 32 w 51"/>
                <a:gd name="T7" fmla="*/ 6 h 17"/>
                <a:gd name="T8" fmla="*/ 27 w 51"/>
                <a:gd name="T9" fmla="*/ 5 h 17"/>
                <a:gd name="T10" fmla="*/ 22 w 51"/>
                <a:gd name="T11" fmla="*/ 4 h 17"/>
                <a:gd name="T12" fmla="*/ 20 w 51"/>
                <a:gd name="T13" fmla="*/ 3 h 17"/>
                <a:gd name="T14" fmla="*/ 17 w 51"/>
                <a:gd name="T15" fmla="*/ 3 h 17"/>
                <a:gd name="T16" fmla="*/ 13 w 51"/>
                <a:gd name="T17" fmla="*/ 3 h 17"/>
                <a:gd name="T18" fmla="*/ 9 w 51"/>
                <a:gd name="T19" fmla="*/ 3 h 17"/>
                <a:gd name="T20" fmla="*/ 5 w 51"/>
                <a:gd name="T21" fmla="*/ 3 h 17"/>
                <a:gd name="T22" fmla="*/ 3 w 51"/>
                <a:gd name="T23" fmla="*/ 4 h 17"/>
                <a:gd name="T24" fmla="*/ 0 w 51"/>
                <a:gd name="T25" fmla="*/ 5 h 17"/>
                <a:gd name="T26" fmla="*/ 2 w 51"/>
                <a:gd name="T27" fmla="*/ 4 h 17"/>
                <a:gd name="T28" fmla="*/ 5 w 51"/>
                <a:gd name="T29" fmla="*/ 2 h 17"/>
                <a:gd name="T30" fmla="*/ 8 w 51"/>
                <a:gd name="T31" fmla="*/ 1 h 17"/>
                <a:gd name="T32" fmla="*/ 13 w 51"/>
                <a:gd name="T33" fmla="*/ 1 h 17"/>
                <a:gd name="T34" fmla="*/ 17 w 51"/>
                <a:gd name="T35" fmla="*/ 0 h 17"/>
                <a:gd name="T36" fmla="*/ 23 w 51"/>
                <a:gd name="T37" fmla="*/ 1 h 17"/>
                <a:gd name="T38" fmla="*/ 28 w 51"/>
                <a:gd name="T39" fmla="*/ 2 h 17"/>
                <a:gd name="T40" fmla="*/ 33 w 51"/>
                <a:gd name="T41" fmla="*/ 4 h 17"/>
                <a:gd name="T42" fmla="*/ 37 w 51"/>
                <a:gd name="T43" fmla="*/ 6 h 17"/>
                <a:gd name="T44" fmla="*/ 45 w 51"/>
                <a:gd name="T45" fmla="*/ 11 h 17"/>
                <a:gd name="T46" fmla="*/ 51 w 51"/>
                <a:gd name="T4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1" h="17">
                  <a:moveTo>
                    <a:pt x="51" y="17"/>
                  </a:moveTo>
                  <a:cubicBezTo>
                    <a:pt x="51" y="17"/>
                    <a:pt x="48" y="15"/>
                    <a:pt x="44" y="13"/>
                  </a:cubicBezTo>
                  <a:cubicBezTo>
                    <a:pt x="42" y="11"/>
                    <a:pt x="39" y="10"/>
                    <a:pt x="36" y="8"/>
                  </a:cubicBezTo>
                  <a:cubicBezTo>
                    <a:pt x="35" y="8"/>
                    <a:pt x="33" y="7"/>
                    <a:pt x="32" y="6"/>
                  </a:cubicBezTo>
                  <a:cubicBezTo>
                    <a:pt x="30" y="6"/>
                    <a:pt x="29" y="5"/>
                    <a:pt x="27" y="5"/>
                  </a:cubicBezTo>
                  <a:cubicBezTo>
                    <a:pt x="25" y="4"/>
                    <a:pt x="24" y="4"/>
                    <a:pt x="22" y="4"/>
                  </a:cubicBezTo>
                  <a:cubicBezTo>
                    <a:pt x="21" y="3"/>
                    <a:pt x="20" y="3"/>
                    <a:pt x="20" y="3"/>
                  </a:cubicBezTo>
                  <a:cubicBezTo>
                    <a:pt x="19" y="3"/>
                    <a:pt x="18" y="3"/>
                    <a:pt x="17" y="3"/>
                  </a:cubicBezTo>
                  <a:cubicBezTo>
                    <a:pt x="16" y="3"/>
                    <a:pt x="14" y="3"/>
                    <a:pt x="13" y="3"/>
                  </a:cubicBezTo>
                  <a:cubicBezTo>
                    <a:pt x="11" y="3"/>
                    <a:pt x="10" y="3"/>
                    <a:pt x="9" y="3"/>
                  </a:cubicBezTo>
                  <a:cubicBezTo>
                    <a:pt x="7" y="3"/>
                    <a:pt x="6" y="3"/>
                    <a:pt x="5" y="3"/>
                  </a:cubicBezTo>
                  <a:cubicBezTo>
                    <a:pt x="4" y="4"/>
                    <a:pt x="3" y="4"/>
                    <a:pt x="3" y="4"/>
                  </a:cubicBezTo>
                  <a:cubicBezTo>
                    <a:pt x="1" y="4"/>
                    <a:pt x="0" y="5"/>
                    <a:pt x="0" y="5"/>
                  </a:cubicBezTo>
                  <a:cubicBezTo>
                    <a:pt x="0" y="5"/>
                    <a:pt x="1" y="4"/>
                    <a:pt x="2" y="4"/>
                  </a:cubicBezTo>
                  <a:cubicBezTo>
                    <a:pt x="3" y="3"/>
                    <a:pt x="4" y="3"/>
                    <a:pt x="5" y="2"/>
                  </a:cubicBezTo>
                  <a:cubicBezTo>
                    <a:pt x="6" y="2"/>
                    <a:pt x="7" y="2"/>
                    <a:pt x="8" y="1"/>
                  </a:cubicBezTo>
                  <a:cubicBezTo>
                    <a:pt x="10" y="1"/>
                    <a:pt x="11" y="1"/>
                    <a:pt x="13" y="1"/>
                  </a:cubicBezTo>
                  <a:cubicBezTo>
                    <a:pt x="14" y="1"/>
                    <a:pt x="16" y="0"/>
                    <a:pt x="17" y="0"/>
                  </a:cubicBezTo>
                  <a:cubicBezTo>
                    <a:pt x="19" y="0"/>
                    <a:pt x="21" y="1"/>
                    <a:pt x="23" y="1"/>
                  </a:cubicBezTo>
                  <a:cubicBezTo>
                    <a:pt x="24" y="1"/>
                    <a:pt x="26" y="2"/>
                    <a:pt x="28" y="2"/>
                  </a:cubicBezTo>
                  <a:cubicBezTo>
                    <a:pt x="29" y="2"/>
                    <a:pt x="31" y="3"/>
                    <a:pt x="33" y="4"/>
                  </a:cubicBezTo>
                  <a:cubicBezTo>
                    <a:pt x="34" y="5"/>
                    <a:pt x="36" y="5"/>
                    <a:pt x="37" y="6"/>
                  </a:cubicBezTo>
                  <a:cubicBezTo>
                    <a:pt x="40" y="8"/>
                    <a:pt x="43" y="9"/>
                    <a:pt x="45" y="11"/>
                  </a:cubicBezTo>
                  <a:cubicBezTo>
                    <a:pt x="49" y="15"/>
                    <a:pt x="51" y="17"/>
                    <a:pt x="51" y="17"/>
                  </a:cubicBez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86" name="íṧľíďe"/>
            <p:cNvSpPr/>
            <p:nvPr/>
          </p:nvSpPr>
          <p:spPr bwMode="auto">
            <a:xfrm>
              <a:off x="4509723" y="1819400"/>
              <a:ext cx="101590" cy="85679"/>
            </a:xfrm>
            <a:custGeom>
              <a:avLst/>
              <a:gdLst>
                <a:gd name="T0" fmla="*/ 0 w 40"/>
                <a:gd name="T1" fmla="*/ 34 h 34"/>
                <a:gd name="T2" fmla="*/ 3 w 40"/>
                <a:gd name="T3" fmla="*/ 25 h 34"/>
                <a:gd name="T4" fmla="*/ 8 w 40"/>
                <a:gd name="T5" fmla="*/ 18 h 34"/>
                <a:gd name="T6" fmla="*/ 11 w 40"/>
                <a:gd name="T7" fmla="*/ 14 h 34"/>
                <a:gd name="T8" fmla="*/ 14 w 40"/>
                <a:gd name="T9" fmla="*/ 10 h 34"/>
                <a:gd name="T10" fmla="*/ 19 w 40"/>
                <a:gd name="T11" fmla="*/ 7 h 34"/>
                <a:gd name="T12" fmla="*/ 23 w 40"/>
                <a:gd name="T13" fmla="*/ 4 h 34"/>
                <a:gd name="T14" fmla="*/ 27 w 40"/>
                <a:gd name="T15" fmla="*/ 2 h 34"/>
                <a:gd name="T16" fmla="*/ 32 w 40"/>
                <a:gd name="T17" fmla="*/ 1 h 34"/>
                <a:gd name="T18" fmla="*/ 35 w 40"/>
                <a:gd name="T19" fmla="*/ 0 h 34"/>
                <a:gd name="T20" fmla="*/ 38 w 40"/>
                <a:gd name="T21" fmla="*/ 0 h 34"/>
                <a:gd name="T22" fmla="*/ 40 w 40"/>
                <a:gd name="T23" fmla="*/ 0 h 34"/>
                <a:gd name="T24" fmla="*/ 38 w 40"/>
                <a:gd name="T25" fmla="*/ 1 h 34"/>
                <a:gd name="T26" fmla="*/ 35 w 40"/>
                <a:gd name="T27" fmla="*/ 1 h 34"/>
                <a:gd name="T28" fmla="*/ 32 w 40"/>
                <a:gd name="T29" fmla="*/ 3 h 34"/>
                <a:gd name="T30" fmla="*/ 28 w 40"/>
                <a:gd name="T31" fmla="*/ 4 h 34"/>
                <a:gd name="T32" fmla="*/ 24 w 40"/>
                <a:gd name="T33" fmla="*/ 6 h 34"/>
                <a:gd name="T34" fmla="*/ 22 w 40"/>
                <a:gd name="T35" fmla="*/ 7 h 34"/>
                <a:gd name="T36" fmla="*/ 20 w 40"/>
                <a:gd name="T37" fmla="*/ 9 h 34"/>
                <a:gd name="T38" fmla="*/ 16 w 40"/>
                <a:gd name="T39" fmla="*/ 12 h 34"/>
                <a:gd name="T40" fmla="*/ 13 w 40"/>
                <a:gd name="T41" fmla="*/ 15 h 34"/>
                <a:gd name="T42" fmla="*/ 10 w 40"/>
                <a:gd name="T43" fmla="*/ 19 h 34"/>
                <a:gd name="T44" fmla="*/ 5 w 40"/>
                <a:gd name="T45" fmla="*/ 26 h 34"/>
                <a:gd name="T46" fmla="*/ 0 w 40"/>
                <a:gd name="T4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34">
                  <a:moveTo>
                    <a:pt x="0" y="34"/>
                  </a:moveTo>
                  <a:cubicBezTo>
                    <a:pt x="0" y="34"/>
                    <a:pt x="1" y="30"/>
                    <a:pt x="3" y="25"/>
                  </a:cubicBezTo>
                  <a:cubicBezTo>
                    <a:pt x="4" y="23"/>
                    <a:pt x="6" y="20"/>
                    <a:pt x="8" y="18"/>
                  </a:cubicBezTo>
                  <a:cubicBezTo>
                    <a:pt x="8" y="16"/>
                    <a:pt x="10" y="15"/>
                    <a:pt x="11" y="14"/>
                  </a:cubicBezTo>
                  <a:cubicBezTo>
                    <a:pt x="12" y="12"/>
                    <a:pt x="13" y="11"/>
                    <a:pt x="14" y="10"/>
                  </a:cubicBezTo>
                  <a:cubicBezTo>
                    <a:pt x="16" y="9"/>
                    <a:pt x="17" y="8"/>
                    <a:pt x="19" y="7"/>
                  </a:cubicBezTo>
                  <a:cubicBezTo>
                    <a:pt x="20" y="6"/>
                    <a:pt x="22" y="5"/>
                    <a:pt x="23" y="4"/>
                  </a:cubicBezTo>
                  <a:cubicBezTo>
                    <a:pt x="25" y="3"/>
                    <a:pt x="26" y="3"/>
                    <a:pt x="27" y="2"/>
                  </a:cubicBezTo>
                  <a:cubicBezTo>
                    <a:pt x="29" y="2"/>
                    <a:pt x="30" y="1"/>
                    <a:pt x="32" y="1"/>
                  </a:cubicBezTo>
                  <a:cubicBezTo>
                    <a:pt x="33" y="1"/>
                    <a:pt x="34" y="0"/>
                    <a:pt x="35" y="0"/>
                  </a:cubicBezTo>
                  <a:cubicBezTo>
                    <a:pt x="36" y="0"/>
                    <a:pt x="37" y="0"/>
                    <a:pt x="38" y="0"/>
                  </a:cubicBezTo>
                  <a:cubicBezTo>
                    <a:pt x="39" y="0"/>
                    <a:pt x="40" y="0"/>
                    <a:pt x="40" y="0"/>
                  </a:cubicBezTo>
                  <a:cubicBezTo>
                    <a:pt x="40" y="0"/>
                    <a:pt x="39" y="0"/>
                    <a:pt x="38" y="1"/>
                  </a:cubicBezTo>
                  <a:cubicBezTo>
                    <a:pt x="37" y="1"/>
                    <a:pt x="36" y="1"/>
                    <a:pt x="35" y="1"/>
                  </a:cubicBezTo>
                  <a:cubicBezTo>
                    <a:pt x="34" y="2"/>
                    <a:pt x="33" y="2"/>
                    <a:pt x="32" y="3"/>
                  </a:cubicBezTo>
                  <a:cubicBezTo>
                    <a:pt x="31" y="3"/>
                    <a:pt x="30" y="3"/>
                    <a:pt x="28" y="4"/>
                  </a:cubicBezTo>
                  <a:cubicBezTo>
                    <a:pt x="27" y="5"/>
                    <a:pt x="26" y="5"/>
                    <a:pt x="24" y="6"/>
                  </a:cubicBezTo>
                  <a:cubicBezTo>
                    <a:pt x="24" y="7"/>
                    <a:pt x="23" y="7"/>
                    <a:pt x="22" y="7"/>
                  </a:cubicBezTo>
                  <a:cubicBezTo>
                    <a:pt x="22" y="8"/>
                    <a:pt x="21" y="8"/>
                    <a:pt x="20" y="9"/>
                  </a:cubicBezTo>
                  <a:cubicBezTo>
                    <a:pt x="19" y="10"/>
                    <a:pt x="18" y="11"/>
                    <a:pt x="16" y="12"/>
                  </a:cubicBezTo>
                  <a:cubicBezTo>
                    <a:pt x="15" y="13"/>
                    <a:pt x="14" y="14"/>
                    <a:pt x="13" y="15"/>
                  </a:cubicBezTo>
                  <a:cubicBezTo>
                    <a:pt x="12" y="17"/>
                    <a:pt x="11" y="18"/>
                    <a:pt x="10" y="19"/>
                  </a:cubicBezTo>
                  <a:cubicBezTo>
                    <a:pt x="8" y="22"/>
                    <a:pt x="6" y="24"/>
                    <a:pt x="5" y="26"/>
                  </a:cubicBezTo>
                  <a:cubicBezTo>
                    <a:pt x="2" y="31"/>
                    <a:pt x="0" y="34"/>
                    <a:pt x="0" y="34"/>
                  </a:cubicBez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87" name="iŝḻîďè"/>
            <p:cNvSpPr/>
            <p:nvPr/>
          </p:nvSpPr>
          <p:spPr bwMode="auto">
            <a:xfrm>
              <a:off x="4649257" y="2159667"/>
              <a:ext cx="485920" cy="319459"/>
            </a:xfrm>
            <a:custGeom>
              <a:avLst/>
              <a:gdLst>
                <a:gd name="T0" fmla="*/ 181 w 191"/>
                <a:gd name="T1" fmla="*/ 0 h 126"/>
                <a:gd name="T2" fmla="*/ 102 w 191"/>
                <a:gd name="T3" fmla="*/ 51 h 126"/>
                <a:gd name="T4" fmla="*/ 0 w 191"/>
                <a:gd name="T5" fmla="*/ 24 h 126"/>
                <a:gd name="T6" fmla="*/ 131 w 191"/>
                <a:gd name="T7" fmla="*/ 101 h 126"/>
                <a:gd name="T8" fmla="*/ 181 w 191"/>
                <a:gd name="T9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126">
                  <a:moveTo>
                    <a:pt x="181" y="0"/>
                  </a:moveTo>
                  <a:cubicBezTo>
                    <a:pt x="181" y="0"/>
                    <a:pt x="160" y="49"/>
                    <a:pt x="102" y="51"/>
                  </a:cubicBezTo>
                  <a:cubicBezTo>
                    <a:pt x="55" y="53"/>
                    <a:pt x="22" y="40"/>
                    <a:pt x="0" y="24"/>
                  </a:cubicBezTo>
                  <a:cubicBezTo>
                    <a:pt x="0" y="24"/>
                    <a:pt x="48" y="126"/>
                    <a:pt x="131" y="101"/>
                  </a:cubicBezTo>
                  <a:cubicBezTo>
                    <a:pt x="169" y="90"/>
                    <a:pt x="191" y="36"/>
                    <a:pt x="181" y="0"/>
                  </a:cubicBezTo>
                  <a:close/>
                </a:path>
              </a:pathLst>
            </a:custGeom>
            <a:solidFill>
              <a:srgbClr val="C471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88" name="iṥļíḓè"/>
            <p:cNvSpPr/>
            <p:nvPr/>
          </p:nvSpPr>
          <p:spPr bwMode="auto">
            <a:xfrm>
              <a:off x="4585610" y="1883047"/>
              <a:ext cx="75887" cy="132190"/>
            </a:xfrm>
            <a:custGeom>
              <a:avLst/>
              <a:gdLst>
                <a:gd name="T0" fmla="*/ 22 w 30"/>
                <a:gd name="T1" fmla="*/ 46 h 52"/>
                <a:gd name="T2" fmla="*/ 28 w 30"/>
                <a:gd name="T3" fmla="*/ 47 h 52"/>
                <a:gd name="T4" fmla="*/ 30 w 30"/>
                <a:gd name="T5" fmla="*/ 32 h 52"/>
                <a:gd name="T6" fmla="*/ 15 w 30"/>
                <a:gd name="T7" fmla="*/ 0 h 52"/>
                <a:gd name="T8" fmla="*/ 0 w 30"/>
                <a:gd name="T9" fmla="*/ 32 h 52"/>
                <a:gd name="T10" fmla="*/ 3 w 30"/>
                <a:gd name="T11" fmla="*/ 52 h 52"/>
                <a:gd name="T12" fmla="*/ 22 w 30"/>
                <a:gd name="T13" fmla="*/ 4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52">
                  <a:moveTo>
                    <a:pt x="22" y="46"/>
                  </a:moveTo>
                  <a:cubicBezTo>
                    <a:pt x="24" y="46"/>
                    <a:pt x="27" y="46"/>
                    <a:pt x="28" y="47"/>
                  </a:cubicBezTo>
                  <a:cubicBezTo>
                    <a:pt x="30" y="42"/>
                    <a:pt x="30" y="37"/>
                    <a:pt x="30" y="32"/>
                  </a:cubicBezTo>
                  <a:cubicBezTo>
                    <a:pt x="30" y="14"/>
                    <a:pt x="23" y="0"/>
                    <a:pt x="15" y="0"/>
                  </a:cubicBezTo>
                  <a:cubicBezTo>
                    <a:pt x="6" y="0"/>
                    <a:pt x="0" y="14"/>
                    <a:pt x="0" y="32"/>
                  </a:cubicBezTo>
                  <a:cubicBezTo>
                    <a:pt x="0" y="40"/>
                    <a:pt x="1" y="47"/>
                    <a:pt x="3" y="52"/>
                  </a:cubicBezTo>
                  <a:cubicBezTo>
                    <a:pt x="8" y="49"/>
                    <a:pt x="15" y="46"/>
                    <a:pt x="22" y="46"/>
                  </a:cubicBez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89" name="iśļide"/>
            <p:cNvSpPr/>
            <p:nvPr/>
          </p:nvSpPr>
          <p:spPr bwMode="auto">
            <a:xfrm>
              <a:off x="5043378" y="1836536"/>
              <a:ext cx="61199" cy="99142"/>
            </a:xfrm>
            <a:custGeom>
              <a:avLst/>
              <a:gdLst>
                <a:gd name="T0" fmla="*/ 16 w 24"/>
                <a:gd name="T1" fmla="*/ 36 h 39"/>
                <a:gd name="T2" fmla="*/ 22 w 24"/>
                <a:gd name="T3" fmla="*/ 36 h 39"/>
                <a:gd name="T4" fmla="*/ 24 w 24"/>
                <a:gd name="T5" fmla="*/ 25 h 39"/>
                <a:gd name="T6" fmla="*/ 12 w 24"/>
                <a:gd name="T7" fmla="*/ 0 h 39"/>
                <a:gd name="T8" fmla="*/ 0 w 24"/>
                <a:gd name="T9" fmla="*/ 25 h 39"/>
                <a:gd name="T10" fmla="*/ 2 w 24"/>
                <a:gd name="T11" fmla="*/ 39 h 39"/>
                <a:gd name="T12" fmla="*/ 16 w 24"/>
                <a:gd name="T13" fmla="*/ 3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39">
                  <a:moveTo>
                    <a:pt x="16" y="36"/>
                  </a:moveTo>
                  <a:cubicBezTo>
                    <a:pt x="18" y="36"/>
                    <a:pt x="20" y="36"/>
                    <a:pt x="22" y="36"/>
                  </a:cubicBezTo>
                  <a:cubicBezTo>
                    <a:pt x="23" y="33"/>
                    <a:pt x="24" y="29"/>
                    <a:pt x="24" y="25"/>
                  </a:cubicBezTo>
                  <a:cubicBezTo>
                    <a:pt x="24" y="11"/>
                    <a:pt x="18" y="0"/>
                    <a:pt x="12" y="0"/>
                  </a:cubicBezTo>
                  <a:cubicBezTo>
                    <a:pt x="5" y="0"/>
                    <a:pt x="0" y="11"/>
                    <a:pt x="0" y="25"/>
                  </a:cubicBezTo>
                  <a:cubicBezTo>
                    <a:pt x="0" y="30"/>
                    <a:pt x="0" y="35"/>
                    <a:pt x="2" y="39"/>
                  </a:cubicBezTo>
                  <a:cubicBezTo>
                    <a:pt x="6" y="37"/>
                    <a:pt x="10" y="36"/>
                    <a:pt x="16" y="36"/>
                  </a:cubicBezTo>
                  <a:close/>
                </a:path>
              </a:pathLst>
            </a:custGeom>
            <a:solidFill>
              <a:srgbClr val="783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90" name="ísḻídè"/>
            <p:cNvSpPr/>
            <p:nvPr/>
          </p:nvSpPr>
          <p:spPr bwMode="auto">
            <a:xfrm>
              <a:off x="3794919" y="5781421"/>
              <a:ext cx="523863" cy="403913"/>
            </a:xfrm>
            <a:custGeom>
              <a:avLst/>
              <a:gdLst>
                <a:gd name="T0" fmla="*/ 121 w 206"/>
                <a:gd name="T1" fmla="*/ 1 h 159"/>
                <a:gd name="T2" fmla="*/ 64 w 206"/>
                <a:gd name="T3" fmla="*/ 57 h 159"/>
                <a:gd name="T4" fmla="*/ 52 w 206"/>
                <a:gd name="T5" fmla="*/ 144 h 159"/>
                <a:gd name="T6" fmla="*/ 141 w 206"/>
                <a:gd name="T7" fmla="*/ 115 h 159"/>
                <a:gd name="T8" fmla="*/ 201 w 206"/>
                <a:gd name="T9" fmla="*/ 49 h 159"/>
                <a:gd name="T10" fmla="*/ 199 w 206"/>
                <a:gd name="T11" fmla="*/ 0 h 159"/>
                <a:gd name="T12" fmla="*/ 121 w 206"/>
                <a:gd name="T13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" h="159">
                  <a:moveTo>
                    <a:pt x="121" y="1"/>
                  </a:moveTo>
                  <a:cubicBezTo>
                    <a:pt x="107" y="20"/>
                    <a:pt x="77" y="42"/>
                    <a:pt x="64" y="57"/>
                  </a:cubicBezTo>
                  <a:cubicBezTo>
                    <a:pt x="50" y="75"/>
                    <a:pt x="0" y="115"/>
                    <a:pt x="52" y="144"/>
                  </a:cubicBezTo>
                  <a:cubicBezTo>
                    <a:pt x="80" y="159"/>
                    <a:pt x="113" y="135"/>
                    <a:pt x="141" y="115"/>
                  </a:cubicBezTo>
                  <a:cubicBezTo>
                    <a:pt x="176" y="89"/>
                    <a:pt x="188" y="68"/>
                    <a:pt x="201" y="49"/>
                  </a:cubicBezTo>
                  <a:cubicBezTo>
                    <a:pt x="206" y="35"/>
                    <a:pt x="199" y="0"/>
                    <a:pt x="199" y="0"/>
                  </a:cubicBezTo>
                  <a:cubicBezTo>
                    <a:pt x="199" y="0"/>
                    <a:pt x="172" y="20"/>
                    <a:pt x="121" y="1"/>
                  </a:cubicBezTo>
                </a:path>
              </a:pathLst>
            </a:custGeom>
            <a:solidFill>
              <a:srgbClr val="4F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91" name="îṣlîdé"/>
            <p:cNvSpPr/>
            <p:nvPr/>
          </p:nvSpPr>
          <p:spPr bwMode="auto">
            <a:xfrm>
              <a:off x="3988308" y="5826709"/>
              <a:ext cx="208076" cy="139534"/>
            </a:xfrm>
            <a:custGeom>
              <a:avLst/>
              <a:gdLst>
                <a:gd name="T0" fmla="*/ 78 w 82"/>
                <a:gd name="T1" fmla="*/ 0 h 55"/>
                <a:gd name="T2" fmla="*/ 30 w 82"/>
                <a:gd name="T3" fmla="*/ 45 h 55"/>
                <a:gd name="T4" fmla="*/ 27 w 82"/>
                <a:gd name="T5" fmla="*/ 46 h 55"/>
                <a:gd name="T6" fmla="*/ 12 w 82"/>
                <a:gd name="T7" fmla="*/ 29 h 55"/>
                <a:gd name="T8" fmla="*/ 21 w 82"/>
                <a:gd name="T9" fmla="*/ 11 h 55"/>
                <a:gd name="T10" fmla="*/ 22 w 82"/>
                <a:gd name="T11" fmla="*/ 8 h 55"/>
                <a:gd name="T12" fmla="*/ 10 w 82"/>
                <a:gd name="T13" fmla="*/ 20 h 55"/>
                <a:gd name="T14" fmla="*/ 0 w 82"/>
                <a:gd name="T15" fmla="*/ 31 h 55"/>
                <a:gd name="T16" fmla="*/ 26 w 82"/>
                <a:gd name="T17" fmla="*/ 55 h 55"/>
                <a:gd name="T18" fmla="*/ 41 w 82"/>
                <a:gd name="T19" fmla="*/ 49 h 55"/>
                <a:gd name="T20" fmla="*/ 82 w 82"/>
                <a:gd name="T21" fmla="*/ 0 h 55"/>
                <a:gd name="T22" fmla="*/ 78 w 82"/>
                <a:gd name="T2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2" h="55">
                  <a:moveTo>
                    <a:pt x="78" y="0"/>
                  </a:moveTo>
                  <a:cubicBezTo>
                    <a:pt x="61" y="17"/>
                    <a:pt x="46" y="39"/>
                    <a:pt x="30" y="45"/>
                  </a:cubicBezTo>
                  <a:cubicBezTo>
                    <a:pt x="29" y="46"/>
                    <a:pt x="28" y="46"/>
                    <a:pt x="27" y="46"/>
                  </a:cubicBezTo>
                  <a:cubicBezTo>
                    <a:pt x="19" y="46"/>
                    <a:pt x="13" y="36"/>
                    <a:pt x="12" y="29"/>
                  </a:cubicBezTo>
                  <a:cubicBezTo>
                    <a:pt x="12" y="21"/>
                    <a:pt x="21" y="11"/>
                    <a:pt x="21" y="11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8" y="50"/>
                    <a:pt x="18" y="55"/>
                    <a:pt x="26" y="55"/>
                  </a:cubicBezTo>
                  <a:cubicBezTo>
                    <a:pt x="35" y="55"/>
                    <a:pt x="41" y="49"/>
                    <a:pt x="41" y="49"/>
                  </a:cubicBezTo>
                  <a:cubicBezTo>
                    <a:pt x="52" y="45"/>
                    <a:pt x="72" y="15"/>
                    <a:pt x="82" y="0"/>
                  </a:cubicBezTo>
                  <a:cubicBezTo>
                    <a:pt x="80" y="0"/>
                    <a:pt x="79" y="0"/>
                    <a:pt x="78" y="0"/>
                  </a:cubicBezTo>
                </a:path>
              </a:pathLst>
            </a:custGeom>
            <a:solidFill>
              <a:srgbClr val="37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92" name="ïṥļïďe"/>
            <p:cNvSpPr/>
            <p:nvPr/>
          </p:nvSpPr>
          <p:spPr bwMode="auto">
            <a:xfrm>
              <a:off x="4300422" y="5778974"/>
              <a:ext cx="2448" cy="12240"/>
            </a:xfrm>
            <a:custGeom>
              <a:avLst/>
              <a:gdLst>
                <a:gd name="T0" fmla="*/ 1 w 1"/>
                <a:gd name="T1" fmla="*/ 0 h 5"/>
                <a:gd name="T2" fmla="*/ 0 w 1"/>
                <a:gd name="T3" fmla="*/ 1 h 5"/>
                <a:gd name="T4" fmla="*/ 0 w 1"/>
                <a:gd name="T5" fmla="*/ 1 h 5"/>
                <a:gd name="T6" fmla="*/ 0 w 1"/>
                <a:gd name="T7" fmla="*/ 1 h 5"/>
                <a:gd name="T8" fmla="*/ 1 w 1"/>
                <a:gd name="T9" fmla="*/ 5 h 5"/>
                <a:gd name="T10" fmla="*/ 1 w 1"/>
                <a:gd name="T11" fmla="*/ 5 h 5"/>
                <a:gd name="T12" fmla="*/ 1 w 1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5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2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1"/>
                    <a:pt x="1" y="0"/>
                    <a:pt x="1" y="0"/>
                  </a:cubicBezTo>
                </a:path>
              </a:pathLst>
            </a:custGeom>
            <a:solidFill>
              <a:srgbClr val="6D85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93" name="î$ľîďe"/>
            <p:cNvSpPr/>
            <p:nvPr/>
          </p:nvSpPr>
          <p:spPr bwMode="auto">
            <a:xfrm>
              <a:off x="4092346" y="5783869"/>
              <a:ext cx="12240" cy="12240"/>
            </a:xfrm>
            <a:custGeom>
              <a:avLst/>
              <a:gdLst>
                <a:gd name="T0" fmla="*/ 4 w 5"/>
                <a:gd name="T1" fmla="*/ 0 h 5"/>
                <a:gd name="T2" fmla="*/ 0 w 5"/>
                <a:gd name="T3" fmla="*/ 5 h 5"/>
                <a:gd name="T4" fmla="*/ 0 w 5"/>
                <a:gd name="T5" fmla="*/ 5 h 5"/>
                <a:gd name="T6" fmla="*/ 4 w 5"/>
                <a:gd name="T7" fmla="*/ 0 h 5"/>
                <a:gd name="T8" fmla="*/ 5 w 5"/>
                <a:gd name="T9" fmla="*/ 0 h 5"/>
                <a:gd name="T10" fmla="*/ 5 w 5"/>
                <a:gd name="T11" fmla="*/ 0 h 5"/>
                <a:gd name="T12" fmla="*/ 4 w 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cubicBezTo>
                    <a:pt x="3" y="2"/>
                    <a:pt x="1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4"/>
                    <a:pt x="3" y="2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94" name="íṧ1ïḍé"/>
            <p:cNvSpPr/>
            <p:nvPr/>
          </p:nvSpPr>
          <p:spPr bwMode="auto">
            <a:xfrm>
              <a:off x="4104586" y="5783869"/>
              <a:ext cx="101590" cy="20808"/>
            </a:xfrm>
            <a:custGeom>
              <a:avLst/>
              <a:gdLst>
                <a:gd name="T0" fmla="*/ 40 w 40"/>
                <a:gd name="T1" fmla="*/ 8 h 8"/>
                <a:gd name="T2" fmla="*/ 40 w 40"/>
                <a:gd name="T3" fmla="*/ 8 h 8"/>
                <a:gd name="T4" fmla="*/ 40 w 40"/>
                <a:gd name="T5" fmla="*/ 8 h 8"/>
                <a:gd name="T6" fmla="*/ 40 w 40"/>
                <a:gd name="T7" fmla="*/ 8 h 8"/>
                <a:gd name="T8" fmla="*/ 0 w 40"/>
                <a:gd name="T9" fmla="*/ 0 h 8"/>
                <a:gd name="T10" fmla="*/ 0 w 40"/>
                <a:gd name="T11" fmla="*/ 0 h 8"/>
                <a:gd name="T12" fmla="*/ 40 w 40"/>
                <a:gd name="T13" fmla="*/ 8 h 8"/>
                <a:gd name="T14" fmla="*/ 0 w 40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8">
                  <a:moveTo>
                    <a:pt x="40" y="8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6" y="6"/>
                    <a:pt x="29" y="8"/>
                    <a:pt x="40" y="8"/>
                  </a:cubicBezTo>
                  <a:cubicBezTo>
                    <a:pt x="29" y="8"/>
                    <a:pt x="16" y="6"/>
                    <a:pt x="0" y="0"/>
                  </a:cubicBezTo>
                </a:path>
              </a:pathLst>
            </a:custGeom>
            <a:solidFill>
              <a:srgbClr val="6D85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95" name="í$ḷiḋê"/>
            <p:cNvSpPr/>
            <p:nvPr/>
          </p:nvSpPr>
          <p:spPr bwMode="auto">
            <a:xfrm>
              <a:off x="4092346" y="5781421"/>
              <a:ext cx="210524" cy="45287"/>
            </a:xfrm>
            <a:custGeom>
              <a:avLst/>
              <a:gdLst>
                <a:gd name="T0" fmla="*/ 82 w 83"/>
                <a:gd name="T1" fmla="*/ 0 h 18"/>
                <a:gd name="T2" fmla="*/ 82 w 83"/>
                <a:gd name="T3" fmla="*/ 0 h 18"/>
                <a:gd name="T4" fmla="*/ 45 w 83"/>
                <a:gd name="T5" fmla="*/ 9 h 18"/>
                <a:gd name="T6" fmla="*/ 45 w 83"/>
                <a:gd name="T7" fmla="*/ 9 h 18"/>
                <a:gd name="T8" fmla="*/ 45 w 83"/>
                <a:gd name="T9" fmla="*/ 9 h 18"/>
                <a:gd name="T10" fmla="*/ 45 w 83"/>
                <a:gd name="T11" fmla="*/ 9 h 18"/>
                <a:gd name="T12" fmla="*/ 45 w 83"/>
                <a:gd name="T13" fmla="*/ 9 h 18"/>
                <a:gd name="T14" fmla="*/ 5 w 83"/>
                <a:gd name="T15" fmla="*/ 1 h 18"/>
                <a:gd name="T16" fmla="*/ 4 w 83"/>
                <a:gd name="T17" fmla="*/ 1 h 18"/>
                <a:gd name="T18" fmla="*/ 0 w 83"/>
                <a:gd name="T19" fmla="*/ 6 h 18"/>
                <a:gd name="T20" fmla="*/ 23 w 83"/>
                <a:gd name="T21" fmla="*/ 15 h 18"/>
                <a:gd name="T22" fmla="*/ 37 w 83"/>
                <a:gd name="T23" fmla="*/ 18 h 18"/>
                <a:gd name="T24" fmla="*/ 46 w 83"/>
                <a:gd name="T25" fmla="*/ 9 h 18"/>
                <a:gd name="T26" fmla="*/ 41 w 83"/>
                <a:gd name="T27" fmla="*/ 18 h 18"/>
                <a:gd name="T28" fmla="*/ 45 w 83"/>
                <a:gd name="T29" fmla="*/ 18 h 18"/>
                <a:gd name="T30" fmla="*/ 83 w 83"/>
                <a:gd name="T31" fmla="*/ 4 h 18"/>
                <a:gd name="T32" fmla="*/ 82 w 83"/>
                <a:gd name="T3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3" h="18">
                  <a:moveTo>
                    <a:pt x="82" y="0"/>
                  </a:moveTo>
                  <a:cubicBezTo>
                    <a:pt x="82" y="0"/>
                    <a:pt x="82" y="0"/>
                    <a:pt x="82" y="0"/>
                  </a:cubicBezTo>
                  <a:cubicBezTo>
                    <a:pt x="82" y="0"/>
                    <a:pt x="70" y="9"/>
                    <a:pt x="45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34" y="9"/>
                    <a:pt x="21" y="7"/>
                    <a:pt x="5" y="1"/>
                  </a:cubicBezTo>
                  <a:cubicBezTo>
                    <a:pt x="5" y="1"/>
                    <a:pt x="4" y="1"/>
                    <a:pt x="4" y="1"/>
                  </a:cubicBezTo>
                  <a:cubicBezTo>
                    <a:pt x="3" y="3"/>
                    <a:pt x="1" y="5"/>
                    <a:pt x="0" y="6"/>
                  </a:cubicBezTo>
                  <a:cubicBezTo>
                    <a:pt x="5" y="11"/>
                    <a:pt x="16" y="13"/>
                    <a:pt x="23" y="15"/>
                  </a:cubicBezTo>
                  <a:cubicBezTo>
                    <a:pt x="28" y="16"/>
                    <a:pt x="32" y="17"/>
                    <a:pt x="37" y="18"/>
                  </a:cubicBezTo>
                  <a:cubicBezTo>
                    <a:pt x="40" y="15"/>
                    <a:pt x="43" y="12"/>
                    <a:pt x="46" y="9"/>
                  </a:cubicBezTo>
                  <a:cubicBezTo>
                    <a:pt x="46" y="9"/>
                    <a:pt x="44" y="13"/>
                    <a:pt x="41" y="18"/>
                  </a:cubicBezTo>
                  <a:cubicBezTo>
                    <a:pt x="42" y="18"/>
                    <a:pt x="44" y="18"/>
                    <a:pt x="45" y="18"/>
                  </a:cubicBezTo>
                  <a:cubicBezTo>
                    <a:pt x="60" y="18"/>
                    <a:pt x="71" y="13"/>
                    <a:pt x="83" y="4"/>
                  </a:cubicBezTo>
                  <a:cubicBezTo>
                    <a:pt x="83" y="1"/>
                    <a:pt x="82" y="0"/>
                    <a:pt x="82" y="0"/>
                  </a:cubicBezTo>
                </a:path>
              </a:pathLst>
            </a:custGeom>
            <a:solidFill>
              <a:srgbClr val="473D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96" name="iŝḷíďè"/>
            <p:cNvSpPr/>
            <p:nvPr/>
          </p:nvSpPr>
          <p:spPr bwMode="auto">
            <a:xfrm>
              <a:off x="4186592" y="5804677"/>
              <a:ext cx="22032" cy="22032"/>
            </a:xfrm>
            <a:custGeom>
              <a:avLst/>
              <a:gdLst>
                <a:gd name="T0" fmla="*/ 9 w 9"/>
                <a:gd name="T1" fmla="*/ 0 h 9"/>
                <a:gd name="T2" fmla="*/ 0 w 9"/>
                <a:gd name="T3" fmla="*/ 9 h 9"/>
                <a:gd name="T4" fmla="*/ 4 w 9"/>
                <a:gd name="T5" fmla="*/ 9 h 9"/>
                <a:gd name="T6" fmla="*/ 9 w 9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9">
                  <a:moveTo>
                    <a:pt x="9" y="0"/>
                  </a:moveTo>
                  <a:cubicBezTo>
                    <a:pt x="6" y="3"/>
                    <a:pt x="3" y="6"/>
                    <a:pt x="0" y="9"/>
                  </a:cubicBezTo>
                  <a:cubicBezTo>
                    <a:pt x="1" y="9"/>
                    <a:pt x="2" y="9"/>
                    <a:pt x="4" y="9"/>
                  </a:cubicBezTo>
                  <a:cubicBezTo>
                    <a:pt x="7" y="4"/>
                    <a:pt x="9" y="0"/>
                    <a:pt x="9" y="0"/>
                  </a:cubicBezTo>
                </a:path>
              </a:pathLst>
            </a:custGeom>
            <a:solidFill>
              <a:srgbClr val="312A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97" name="iṥľïḍe"/>
            <p:cNvSpPr/>
            <p:nvPr/>
          </p:nvSpPr>
          <p:spPr bwMode="auto">
            <a:xfrm>
              <a:off x="4720247" y="2674962"/>
              <a:ext cx="216644" cy="1041606"/>
            </a:xfrm>
            <a:custGeom>
              <a:avLst/>
              <a:gdLst>
                <a:gd name="T0" fmla="*/ 81 w 177"/>
                <a:gd name="T1" fmla="*/ 0 h 851"/>
                <a:gd name="T2" fmla="*/ 177 w 177"/>
                <a:gd name="T3" fmla="*/ 268 h 851"/>
                <a:gd name="T4" fmla="*/ 110 w 177"/>
                <a:gd name="T5" fmla="*/ 237 h 851"/>
                <a:gd name="T6" fmla="*/ 164 w 177"/>
                <a:gd name="T7" fmla="*/ 390 h 851"/>
                <a:gd name="T8" fmla="*/ 2 w 177"/>
                <a:gd name="T9" fmla="*/ 851 h 851"/>
                <a:gd name="T10" fmla="*/ 0 w 177"/>
                <a:gd name="T11" fmla="*/ 699 h 851"/>
                <a:gd name="T12" fmla="*/ 81 w 177"/>
                <a:gd name="T13" fmla="*/ 0 h 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" h="851">
                  <a:moveTo>
                    <a:pt x="81" y="0"/>
                  </a:moveTo>
                  <a:lnTo>
                    <a:pt x="177" y="268"/>
                  </a:lnTo>
                  <a:lnTo>
                    <a:pt x="110" y="237"/>
                  </a:lnTo>
                  <a:lnTo>
                    <a:pt x="164" y="390"/>
                  </a:lnTo>
                  <a:lnTo>
                    <a:pt x="2" y="851"/>
                  </a:lnTo>
                  <a:lnTo>
                    <a:pt x="0" y="69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4F6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98" name="î$ľíḑê"/>
            <p:cNvSpPr/>
            <p:nvPr/>
          </p:nvSpPr>
          <p:spPr bwMode="auto">
            <a:xfrm>
              <a:off x="4415476" y="2627227"/>
              <a:ext cx="307219" cy="1096685"/>
            </a:xfrm>
            <a:custGeom>
              <a:avLst/>
              <a:gdLst>
                <a:gd name="T0" fmla="*/ 116 w 251"/>
                <a:gd name="T1" fmla="*/ 0 h 896"/>
                <a:gd name="T2" fmla="*/ 0 w 251"/>
                <a:gd name="T3" fmla="*/ 301 h 896"/>
                <a:gd name="T4" fmla="*/ 87 w 251"/>
                <a:gd name="T5" fmla="*/ 286 h 896"/>
                <a:gd name="T6" fmla="*/ 14 w 251"/>
                <a:gd name="T7" fmla="*/ 440 h 896"/>
                <a:gd name="T8" fmla="*/ 224 w 251"/>
                <a:gd name="T9" fmla="*/ 896 h 896"/>
                <a:gd name="T10" fmla="*/ 251 w 251"/>
                <a:gd name="T11" fmla="*/ 890 h 896"/>
                <a:gd name="T12" fmla="*/ 168 w 251"/>
                <a:gd name="T13" fmla="*/ 409 h 896"/>
                <a:gd name="T14" fmla="*/ 116 w 251"/>
                <a:gd name="T15" fmla="*/ 0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896">
                  <a:moveTo>
                    <a:pt x="116" y="0"/>
                  </a:moveTo>
                  <a:lnTo>
                    <a:pt x="0" y="301"/>
                  </a:lnTo>
                  <a:lnTo>
                    <a:pt x="87" y="286"/>
                  </a:lnTo>
                  <a:lnTo>
                    <a:pt x="14" y="440"/>
                  </a:lnTo>
                  <a:lnTo>
                    <a:pt x="224" y="896"/>
                  </a:lnTo>
                  <a:lnTo>
                    <a:pt x="251" y="890"/>
                  </a:lnTo>
                  <a:lnTo>
                    <a:pt x="168" y="409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4F6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99" name="ïŝlîde"/>
            <p:cNvSpPr/>
            <p:nvPr/>
          </p:nvSpPr>
          <p:spPr bwMode="auto">
            <a:xfrm>
              <a:off x="4957699" y="5824261"/>
              <a:ext cx="187269" cy="91798"/>
            </a:xfrm>
            <a:custGeom>
              <a:avLst/>
              <a:gdLst>
                <a:gd name="T0" fmla="*/ 1 w 74"/>
                <a:gd name="T1" fmla="*/ 0 h 36"/>
                <a:gd name="T2" fmla="*/ 0 w 74"/>
                <a:gd name="T3" fmla="*/ 0 h 36"/>
                <a:gd name="T4" fmla="*/ 20 w 74"/>
                <a:gd name="T5" fmla="*/ 27 h 36"/>
                <a:gd name="T6" fmla="*/ 49 w 74"/>
                <a:gd name="T7" fmla="*/ 36 h 36"/>
                <a:gd name="T8" fmla="*/ 50 w 74"/>
                <a:gd name="T9" fmla="*/ 36 h 36"/>
                <a:gd name="T10" fmla="*/ 74 w 74"/>
                <a:gd name="T11" fmla="*/ 14 h 36"/>
                <a:gd name="T12" fmla="*/ 58 w 74"/>
                <a:gd name="T13" fmla="*/ 9 h 36"/>
                <a:gd name="T14" fmla="*/ 61 w 74"/>
                <a:gd name="T15" fmla="*/ 12 h 36"/>
                <a:gd name="T16" fmla="*/ 45 w 74"/>
                <a:gd name="T17" fmla="*/ 24 h 36"/>
                <a:gd name="T18" fmla="*/ 41 w 74"/>
                <a:gd name="T19" fmla="*/ 24 h 36"/>
                <a:gd name="T20" fmla="*/ 1 w 74"/>
                <a:gd name="T2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36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8"/>
                    <a:pt x="10" y="20"/>
                    <a:pt x="20" y="27"/>
                  </a:cubicBezTo>
                  <a:cubicBezTo>
                    <a:pt x="32" y="36"/>
                    <a:pt x="46" y="36"/>
                    <a:pt x="49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4" y="24"/>
                    <a:pt x="43" y="24"/>
                    <a:pt x="41" y="24"/>
                  </a:cubicBezTo>
                  <a:cubicBezTo>
                    <a:pt x="21" y="24"/>
                    <a:pt x="7" y="9"/>
                    <a:pt x="1" y="0"/>
                  </a:cubicBezTo>
                </a:path>
              </a:pathLst>
            </a:custGeom>
            <a:solidFill>
              <a:srgbClr val="37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00" name="íŝlîḋê"/>
            <p:cNvSpPr/>
            <p:nvPr/>
          </p:nvSpPr>
          <p:spPr bwMode="auto">
            <a:xfrm>
              <a:off x="4949131" y="5809573"/>
              <a:ext cx="11016" cy="14688"/>
            </a:xfrm>
            <a:custGeom>
              <a:avLst/>
              <a:gdLst>
                <a:gd name="T0" fmla="*/ 0 w 4"/>
                <a:gd name="T1" fmla="*/ 0 h 6"/>
                <a:gd name="T2" fmla="*/ 3 w 4"/>
                <a:gd name="T3" fmla="*/ 6 h 6"/>
                <a:gd name="T4" fmla="*/ 4 w 4"/>
                <a:gd name="T5" fmla="*/ 6 h 6"/>
                <a:gd name="T6" fmla="*/ 0 w 4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cubicBezTo>
                    <a:pt x="0" y="0"/>
                    <a:pt x="1" y="2"/>
                    <a:pt x="3" y="6"/>
                  </a:cubicBezTo>
                  <a:cubicBezTo>
                    <a:pt x="3" y="6"/>
                    <a:pt x="3" y="6"/>
                    <a:pt x="4" y="6"/>
                  </a:cubicBezTo>
                  <a:cubicBezTo>
                    <a:pt x="1" y="2"/>
                    <a:pt x="0" y="0"/>
                    <a:pt x="0" y="0"/>
                  </a:cubicBezTo>
                </a:path>
              </a:pathLst>
            </a:custGeom>
            <a:solidFill>
              <a:srgbClr val="32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01" name="ïṣlïďe"/>
            <p:cNvSpPr/>
            <p:nvPr/>
          </p:nvSpPr>
          <p:spPr bwMode="auto">
            <a:xfrm>
              <a:off x="4776550" y="2627227"/>
              <a:ext cx="104038" cy="222764"/>
            </a:xfrm>
            <a:custGeom>
              <a:avLst/>
              <a:gdLst>
                <a:gd name="T0" fmla="*/ 37 w 85"/>
                <a:gd name="T1" fmla="*/ 0 h 182"/>
                <a:gd name="T2" fmla="*/ 85 w 85"/>
                <a:gd name="T3" fmla="*/ 56 h 182"/>
                <a:gd name="T4" fmla="*/ 50 w 85"/>
                <a:gd name="T5" fmla="*/ 182 h 182"/>
                <a:gd name="T6" fmla="*/ 0 w 85"/>
                <a:gd name="T7" fmla="*/ 91 h 182"/>
                <a:gd name="T8" fmla="*/ 37 w 85"/>
                <a:gd name="T9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82">
                  <a:moveTo>
                    <a:pt x="37" y="0"/>
                  </a:moveTo>
                  <a:lnTo>
                    <a:pt x="85" y="56"/>
                  </a:lnTo>
                  <a:lnTo>
                    <a:pt x="50" y="182"/>
                  </a:lnTo>
                  <a:lnTo>
                    <a:pt x="0" y="9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1F1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02" name="í$liḍè"/>
            <p:cNvSpPr/>
            <p:nvPr/>
          </p:nvSpPr>
          <p:spPr bwMode="auto">
            <a:xfrm>
              <a:off x="3918541" y="2608867"/>
              <a:ext cx="1641356" cy="1176244"/>
            </a:xfrm>
            <a:custGeom>
              <a:avLst/>
              <a:gdLst>
                <a:gd name="T0" fmla="*/ 231 w 645"/>
                <a:gd name="T1" fmla="*/ 12 h 463"/>
                <a:gd name="T2" fmla="*/ 104 w 645"/>
                <a:gd name="T3" fmla="*/ 85 h 463"/>
                <a:gd name="T4" fmla="*/ 394 w 645"/>
                <a:gd name="T5" fmla="*/ 439 h 463"/>
                <a:gd name="T6" fmla="*/ 645 w 645"/>
                <a:gd name="T7" fmla="*/ 446 h 463"/>
                <a:gd name="T8" fmla="*/ 601 w 645"/>
                <a:gd name="T9" fmla="*/ 337 h 463"/>
                <a:gd name="T10" fmla="*/ 202 w 645"/>
                <a:gd name="T11" fmla="*/ 219 h 463"/>
                <a:gd name="T12" fmla="*/ 195 w 645"/>
                <a:gd name="T13" fmla="*/ 101 h 463"/>
                <a:gd name="T14" fmla="*/ 231 w 645"/>
                <a:gd name="T15" fmla="*/ 12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5" h="463">
                  <a:moveTo>
                    <a:pt x="231" y="12"/>
                  </a:moveTo>
                  <a:cubicBezTo>
                    <a:pt x="231" y="12"/>
                    <a:pt x="154" y="0"/>
                    <a:pt x="104" y="85"/>
                  </a:cubicBezTo>
                  <a:cubicBezTo>
                    <a:pt x="72" y="139"/>
                    <a:pt x="0" y="401"/>
                    <a:pt x="394" y="439"/>
                  </a:cubicBezTo>
                  <a:cubicBezTo>
                    <a:pt x="645" y="463"/>
                    <a:pt x="645" y="446"/>
                    <a:pt x="645" y="446"/>
                  </a:cubicBezTo>
                  <a:cubicBezTo>
                    <a:pt x="601" y="337"/>
                    <a:pt x="601" y="337"/>
                    <a:pt x="601" y="337"/>
                  </a:cubicBezTo>
                  <a:cubicBezTo>
                    <a:pt x="601" y="337"/>
                    <a:pt x="307" y="383"/>
                    <a:pt x="202" y="219"/>
                  </a:cubicBezTo>
                  <a:cubicBezTo>
                    <a:pt x="159" y="152"/>
                    <a:pt x="195" y="101"/>
                    <a:pt x="195" y="101"/>
                  </a:cubicBezTo>
                  <a:lnTo>
                    <a:pt x="231" y="12"/>
                  </a:lnTo>
                  <a:close/>
                </a:path>
              </a:pathLst>
            </a:custGeom>
            <a:solidFill>
              <a:srgbClr val="7994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03" name="îṡľïḋe"/>
            <p:cNvSpPr/>
            <p:nvPr/>
          </p:nvSpPr>
          <p:spPr bwMode="auto">
            <a:xfrm>
              <a:off x="4479123" y="2570924"/>
              <a:ext cx="144430" cy="223988"/>
            </a:xfrm>
            <a:custGeom>
              <a:avLst/>
              <a:gdLst>
                <a:gd name="T0" fmla="*/ 118 w 118"/>
                <a:gd name="T1" fmla="*/ 143 h 183"/>
                <a:gd name="T2" fmla="*/ 66 w 118"/>
                <a:gd name="T3" fmla="*/ 0 h 183"/>
                <a:gd name="T4" fmla="*/ 0 w 118"/>
                <a:gd name="T5" fmla="*/ 48 h 183"/>
                <a:gd name="T6" fmla="*/ 66 w 118"/>
                <a:gd name="T7" fmla="*/ 183 h 183"/>
                <a:gd name="T8" fmla="*/ 118 w 118"/>
                <a:gd name="T9" fmla="*/ 14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83">
                  <a:moveTo>
                    <a:pt x="118" y="143"/>
                  </a:moveTo>
                  <a:lnTo>
                    <a:pt x="66" y="0"/>
                  </a:lnTo>
                  <a:lnTo>
                    <a:pt x="0" y="48"/>
                  </a:lnTo>
                  <a:lnTo>
                    <a:pt x="66" y="183"/>
                  </a:lnTo>
                  <a:lnTo>
                    <a:pt x="118" y="143"/>
                  </a:lnTo>
                  <a:close/>
                </a:path>
              </a:pathLst>
            </a:custGeom>
            <a:solidFill>
              <a:srgbClr val="F1F1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</p:grpSp>
      <p:sp>
        <p:nvSpPr>
          <p:cNvPr id="504" name="文本框 372"/>
          <p:cNvSpPr txBox="1"/>
          <p:nvPr/>
        </p:nvSpPr>
        <p:spPr>
          <a:xfrm>
            <a:off x="560604" y="4217682"/>
            <a:ext cx="1967575" cy="1476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Análisis de POE, órdenes, guías de acondicionado, normativa ANSI/ASQ Z1.4-2003 y registros de inspección. Resultado técnico: identificación de ausencia documental previa y estandarización posterior.</a:t>
            </a:r>
            <a:endParaRPr lang="en-US" altLang="zh-CN" sz="1200" dirty="0"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505" name="文本框 373"/>
          <p:cNvSpPr txBox="1"/>
          <p:nvPr/>
        </p:nvSpPr>
        <p:spPr>
          <a:xfrm>
            <a:off x="2826364" y="4217682"/>
            <a:ext cx="1967575" cy="1353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</a:pPr>
            <a:r>
              <a:rPr lang="en-US" altLang="zh-CN" sz="1200" dirty="0">
                <a:latin typeface="Century Gothic" panose="020B0502020202020204" pitchFamily="34" charset="0"/>
                <a:ea typeface="+mj-ea"/>
              </a:rPr>
              <a:t>Th</a:t>
            </a:r>
            <a:r>
              <a:rPr lang="en-US" sz="12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Reconstrucción de comportamiento previo: muestreo no probabilístico, decisiones subjetivas y resistencia al cambio. Valor para evaluar riesgo humano.</a:t>
            </a:r>
            <a:endParaRPr lang="en-US" altLang="zh-CN" sz="1200" dirty="0"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506" name="文本框 374"/>
          <p:cNvSpPr txBox="1"/>
          <p:nvPr/>
        </p:nvSpPr>
        <p:spPr>
          <a:xfrm>
            <a:off x="5112306" y="4217682"/>
            <a:ext cx="1967575" cy="1476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Análisis del flujo operativo (recepción, formación de lotes, muestreo, inspección y decisión). Resultado: coherencia entre documentación y ejecución — alto nivel de madurez.</a:t>
            </a:r>
            <a:endParaRPr lang="en-US" altLang="zh-CN" sz="1200" dirty="0"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507" name="文本框 375"/>
          <p:cNvSpPr txBox="1"/>
          <p:nvPr/>
        </p:nvSpPr>
        <p:spPr>
          <a:xfrm>
            <a:off x="7392489" y="4217682"/>
            <a:ext cx="1967575" cy="956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Evaluación de defectos por lote, clasificación por tipo y comparación con niveles de aceptación; validación del muestreo de aceptación.</a:t>
            </a:r>
            <a:endParaRPr lang="en-US" altLang="zh-CN" sz="1200" dirty="0"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508" name="文本框 376"/>
          <p:cNvSpPr txBox="1"/>
          <p:nvPr/>
        </p:nvSpPr>
        <p:spPr>
          <a:xfrm>
            <a:off x="9672674" y="4217682"/>
            <a:ext cx="1967575" cy="7835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Homogeneizan criterios, permiten comparar estados y detectar debilidades estructurales.</a:t>
            </a:r>
            <a:endParaRPr lang="en-US" altLang="zh-CN" sz="1200" dirty="0"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511" name="文本框 379"/>
          <p:cNvSpPr txBox="1"/>
          <p:nvPr/>
        </p:nvSpPr>
        <p:spPr>
          <a:xfrm>
            <a:off x="1488112" y="198396"/>
            <a:ext cx="6188050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lnSpc>
                <a:spcPct val="120000"/>
              </a:lnSpc>
              <a:defRPr sz="3200" b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en-US" altLang="zh-CN" dirty="0"/>
              <a:t>Marketing execution plan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526540" y="181610"/>
            <a:ext cx="10183495" cy="68199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ES" altLang="en-US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Matriz de evidencia por componente</a:t>
            </a:r>
          </a:p>
        </p:txBody>
      </p:sp>
      <p:sp>
        <p:nvSpPr>
          <p:cNvPr id="2" name="Cuadro de texto 1"/>
          <p:cNvSpPr txBox="1"/>
          <p:nvPr/>
        </p:nvSpPr>
        <p:spPr>
          <a:xfrm>
            <a:off x="409575" y="461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altLang="en-US"/>
          </a:p>
        </p:txBody>
      </p:sp>
      <p:sp>
        <p:nvSpPr>
          <p:cNvPr id="11" name="Cuadro de texto 10"/>
          <p:cNvSpPr txBox="1"/>
          <p:nvPr/>
        </p:nvSpPr>
        <p:spPr>
          <a:xfrm>
            <a:off x="481965" y="1468120"/>
            <a:ext cx="11228070" cy="780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Resumen de la evidencia principal asociada a cada componente crítico del sistema de inventarios.</a:t>
            </a:r>
            <a:endParaRPr lang="es-ES" altLang="en-US" sz="2000" dirty="0">
              <a:solidFill>
                <a:srgbClr val="464646"/>
              </a:solidFill>
              <a:latin typeface="Inter Medium" panose="02000503000000020004" pitchFamily="34" charset="0"/>
              <a:ea typeface="Inter Medium" panose="02000503000000020004" pitchFamily="34" charset="-122"/>
              <a:cs typeface="Inter Medium" panose="02000503000000020004" pitchFamily="34" charset="-120"/>
              <a:sym typeface="+mn-ea"/>
            </a:endParaRPr>
          </a:p>
        </p:txBody>
      </p:sp>
      <p:graphicFrame>
        <p:nvGraphicFramePr>
          <p:cNvPr id="4" name="Tabla 3"/>
          <p:cNvGraphicFramePr/>
          <p:nvPr/>
        </p:nvGraphicFramePr>
        <p:xfrm>
          <a:off x="1303655" y="2360930"/>
          <a:ext cx="949071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3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3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Componente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Evidencia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Resultado técnico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Recepción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Órdenes de ingreso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Control formal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Almacenamiento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Registros fisicos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Control parcial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Muestreo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Tablas ANSI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Control estadistico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Inspección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Reportes de calidad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Control validado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Despacho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Guias de salida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Tranzabilidad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526540" y="181610"/>
            <a:ext cx="10183495" cy="68199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ES" altLang="en-US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Evaluación de la calidad de la evidencia</a:t>
            </a:r>
          </a:p>
        </p:txBody>
      </p:sp>
      <p:sp>
        <p:nvSpPr>
          <p:cNvPr id="2" name="Cuadro de texto 1"/>
          <p:cNvSpPr txBox="1"/>
          <p:nvPr/>
        </p:nvSpPr>
        <p:spPr>
          <a:xfrm>
            <a:off x="409575" y="461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altLang="en-US"/>
          </a:p>
        </p:txBody>
      </p:sp>
      <p:graphicFrame>
        <p:nvGraphicFramePr>
          <p:cNvPr id="3" name="Tabla 2"/>
          <p:cNvGraphicFramePr/>
          <p:nvPr/>
        </p:nvGraphicFramePr>
        <p:xfrm>
          <a:off x="1358900" y="1651000"/>
          <a:ext cx="9060180" cy="4472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0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Criterio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Nivel alcanzado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Justificación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0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Suficiencia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Diversidad de fuentes (triangulación)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0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Competencia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 sz="1800">
                          <a:sym typeface="+mn-ea"/>
                        </a:rPr>
                        <a:t>Alto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Basada en registros reales y normas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0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Relevancia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 sz="1800">
                          <a:sym typeface="+mn-ea"/>
                        </a:rPr>
                        <a:t>Alto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Directamente vinculada al sistema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1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Fiabilidad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Muy 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Uso de normas internacionales(ANSI,BPM)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8"/>
          <p:cNvSpPr/>
          <p:nvPr/>
        </p:nvSpPr>
        <p:spPr>
          <a:xfrm>
            <a:off x="1453515" y="181610"/>
            <a:ext cx="9001125" cy="68199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ES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Análisis de riesgos en la recopilación</a:t>
            </a:r>
          </a:p>
        </p:txBody>
      </p:sp>
      <p:graphicFrame>
        <p:nvGraphicFramePr>
          <p:cNvPr id="2" name="Tabla 1"/>
          <p:cNvGraphicFramePr/>
          <p:nvPr/>
        </p:nvGraphicFramePr>
        <p:xfrm>
          <a:off x="1181100" y="1654810"/>
          <a:ext cx="9829800" cy="3357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Riesgos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Impacto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Mitigación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6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Sesgo documental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Validación cruzada(documentos vs. observación)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6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Falta de datos historicos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Uso de evidencia indirecta y recontrucció por entrevistas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Subjetividad en entrevistas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Triangulación con registros y observación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2466340" y="5328285"/>
            <a:ext cx="7988300" cy="878205"/>
          </a:xfrm>
          <a:prstGeom prst="roundRect">
            <a:avLst>
              <a:gd name="adj" fmla="val 2717"/>
            </a:avLst>
          </a:prstGeom>
          <a:solidFill>
            <a:srgbClr val="B6D6FC"/>
          </a:solidFill>
        </p:spPr>
        <p:txBody>
          <a:bodyPr/>
          <a:lstStyle/>
          <a:p>
            <a:endParaRPr lang="es-ES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536" y="5709821"/>
            <a:ext cx="160586" cy="12843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133725" y="5497195"/>
            <a:ext cx="6653530" cy="5530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Se aplicó triangulación para minimizar los riesgos principales y asegurar la robustez de las conclusiones</a:t>
            </a:r>
            <a:r>
              <a:rPr lang="en-US" sz="1000" dirty="0">
                <a:solidFill>
                  <a:srgbClr val="000000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8"/>
          <p:cNvSpPr/>
          <p:nvPr/>
        </p:nvSpPr>
        <p:spPr>
          <a:xfrm>
            <a:off x="1453515" y="181610"/>
            <a:ext cx="10145395" cy="68199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ES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Hallazgos y diagnóstico estructural</a:t>
            </a:r>
          </a:p>
        </p:txBody>
      </p:sp>
      <p:sp>
        <p:nvSpPr>
          <p:cNvPr id="51" name="Shape 1"/>
          <p:cNvSpPr/>
          <p:nvPr/>
        </p:nvSpPr>
        <p:spPr>
          <a:xfrm>
            <a:off x="900430" y="1684020"/>
            <a:ext cx="4004945" cy="1745615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ES" altLang="en-US"/>
          </a:p>
        </p:txBody>
      </p:sp>
      <p:sp>
        <p:nvSpPr>
          <p:cNvPr id="52" name="Shape 1"/>
          <p:cNvSpPr/>
          <p:nvPr/>
        </p:nvSpPr>
        <p:spPr>
          <a:xfrm>
            <a:off x="6793865" y="3940175"/>
            <a:ext cx="4004945" cy="177165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rgbClr val="464646"/>
              </a:solidFill>
              <a:latin typeface="DM Sans Semi Bold" pitchFamily="34" charset="0"/>
              <a:ea typeface="DM Sans Semi Bold" pitchFamily="34" charset="-122"/>
              <a:cs typeface="DM Sans Semi Bold" pitchFamily="34" charset="-120"/>
              <a:sym typeface="+mn-ea"/>
            </a:endParaRPr>
          </a:p>
          <a:p>
            <a:r>
              <a:rPr lang="es-ES" altLang="en-US">
                <a:latin typeface="Arial" panose="020B0604020202020204" pitchFamily="34" charset="0"/>
                <a:cs typeface="Arial" panose="020B0604020202020204" pitchFamily="34" charset="0"/>
              </a:rPr>
              <a:t>Fortaleza: implementación ANSI</a:t>
            </a:r>
          </a:p>
        </p:txBody>
      </p:sp>
      <p:sp>
        <p:nvSpPr>
          <p:cNvPr id="53" name="Shape 1"/>
          <p:cNvSpPr/>
          <p:nvPr/>
        </p:nvSpPr>
        <p:spPr>
          <a:xfrm>
            <a:off x="996950" y="3804285"/>
            <a:ext cx="4004945" cy="18008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rgbClr val="464646"/>
              </a:solidFill>
              <a:latin typeface="DM Sans Semi Bold" pitchFamily="34" charset="0"/>
              <a:ea typeface="DM Sans Semi Bold" pitchFamily="34" charset="-122"/>
              <a:cs typeface="DM Sans Semi Bold" pitchFamily="34" charset="-120"/>
              <a:sym typeface="+mn-ea"/>
            </a:endParaRPr>
          </a:p>
          <a:p>
            <a:r>
              <a:rPr lang="en-US" dirty="0">
                <a:solidFill>
                  <a:srgbClr val="464646"/>
                </a:solidFill>
                <a:latin typeface="Arial" panose="020B0604020202020204" pitchFamily="34" charset="0"/>
                <a:ea typeface="DM Sans Semi Bold" pitchFamily="34" charset="-122"/>
                <a:cs typeface="Arial" panose="020B0604020202020204" pitchFamily="34" charset="0"/>
                <a:sym typeface="+mn-ea"/>
              </a:rPr>
              <a:t>Hallazgo: </a:t>
            </a:r>
            <a:r>
              <a:rPr lang="es-ES" altLang="en-US" dirty="0">
                <a:solidFill>
                  <a:srgbClr val="464646"/>
                </a:solidFill>
                <a:latin typeface="Arial" panose="020B0604020202020204" pitchFamily="34" charset="0"/>
                <a:ea typeface="DM Sans Semi Bold" pitchFamily="34" charset="-122"/>
                <a:cs typeface="Arial" panose="020B0604020202020204" pitchFamily="34" charset="0"/>
                <a:sym typeface="+mn-ea"/>
              </a:rPr>
              <a:t>Personal no calificado</a:t>
            </a:r>
          </a:p>
        </p:txBody>
      </p:sp>
      <p:sp>
        <p:nvSpPr>
          <p:cNvPr id="54" name="Shape 1"/>
          <p:cNvSpPr/>
          <p:nvPr/>
        </p:nvSpPr>
        <p:spPr>
          <a:xfrm>
            <a:off x="6917055" y="1684655"/>
            <a:ext cx="4004945" cy="1675765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rgbClr val="464646"/>
              </a:solidFill>
              <a:latin typeface="DM Sans Semi Bold" pitchFamily="34" charset="0"/>
              <a:ea typeface="DM Sans Semi Bold" pitchFamily="34" charset="-122"/>
              <a:cs typeface="DM Sans Semi Bold" pitchFamily="34" charset="-120"/>
              <a:sym typeface="+mn-ea"/>
            </a:endParaRPr>
          </a:p>
          <a:p>
            <a:r>
              <a:rPr lang="en-US" dirty="0">
                <a:solidFill>
                  <a:srgbClr val="464646"/>
                </a:solidFill>
                <a:latin typeface="Arial" panose="020B0604020202020204" pitchFamily="34" charset="0"/>
                <a:ea typeface="DM Sans Semi Bold" pitchFamily="34" charset="-122"/>
                <a:cs typeface="Arial" panose="020B0604020202020204" pitchFamily="34" charset="0"/>
                <a:sym typeface="+mn-ea"/>
              </a:rPr>
              <a:t>Hallazgo: </a:t>
            </a:r>
            <a:r>
              <a:rPr lang="es-ES" altLang="en-US" dirty="0">
                <a:solidFill>
                  <a:srgbClr val="464646"/>
                </a:solidFill>
                <a:latin typeface="Arial" panose="020B0604020202020204" pitchFamily="34" charset="0"/>
                <a:ea typeface="DM Sans Semi Bold" pitchFamily="34" charset="-122"/>
                <a:cs typeface="Arial" panose="020B0604020202020204" pitchFamily="34" charset="0"/>
                <a:sym typeface="+mn-ea"/>
              </a:rPr>
              <a:t>Defectos no clasificados</a:t>
            </a:r>
          </a:p>
        </p:txBody>
      </p:sp>
      <p:sp>
        <p:nvSpPr>
          <p:cNvPr id="55" name="Shape 2"/>
          <p:cNvSpPr/>
          <p:nvPr/>
        </p:nvSpPr>
        <p:spPr>
          <a:xfrm>
            <a:off x="900614" y="1666007"/>
            <a:ext cx="4004965" cy="76200"/>
          </a:xfrm>
          <a:prstGeom prst="roundRect">
            <a:avLst>
              <a:gd name="adj" fmla="val 27907"/>
            </a:avLst>
          </a:prstGeom>
          <a:solidFill>
            <a:srgbClr val="1C9770"/>
          </a:solidFill>
        </p:spPr>
      </p:sp>
      <p:sp>
        <p:nvSpPr>
          <p:cNvPr id="56" name="Shape 2"/>
          <p:cNvSpPr/>
          <p:nvPr/>
        </p:nvSpPr>
        <p:spPr>
          <a:xfrm>
            <a:off x="6794049" y="3939942"/>
            <a:ext cx="4004965" cy="76200"/>
          </a:xfrm>
          <a:prstGeom prst="roundRect">
            <a:avLst>
              <a:gd name="adj" fmla="val 27907"/>
            </a:avLst>
          </a:prstGeom>
          <a:solidFill>
            <a:srgbClr val="1C9770"/>
          </a:solidFill>
        </p:spPr>
      </p:sp>
      <p:sp>
        <p:nvSpPr>
          <p:cNvPr id="57" name="Shape 2"/>
          <p:cNvSpPr/>
          <p:nvPr/>
        </p:nvSpPr>
        <p:spPr>
          <a:xfrm>
            <a:off x="6917239" y="1666007"/>
            <a:ext cx="4004965" cy="76200"/>
          </a:xfrm>
          <a:prstGeom prst="roundRect">
            <a:avLst>
              <a:gd name="adj" fmla="val 27907"/>
            </a:avLst>
          </a:prstGeom>
          <a:solidFill>
            <a:srgbClr val="1C9770"/>
          </a:solidFill>
        </p:spPr>
      </p:sp>
      <p:sp>
        <p:nvSpPr>
          <p:cNvPr id="58" name="Shape 2"/>
          <p:cNvSpPr/>
          <p:nvPr/>
        </p:nvSpPr>
        <p:spPr>
          <a:xfrm>
            <a:off x="900614" y="3728487"/>
            <a:ext cx="4004965" cy="76200"/>
          </a:xfrm>
          <a:prstGeom prst="roundRect">
            <a:avLst>
              <a:gd name="adj" fmla="val 27907"/>
            </a:avLst>
          </a:prstGeom>
          <a:solidFill>
            <a:srgbClr val="1C9770"/>
          </a:solidFill>
        </p:spPr>
      </p:sp>
      <p:sp>
        <p:nvSpPr>
          <p:cNvPr id="59" name="Shape 3"/>
          <p:cNvSpPr/>
          <p:nvPr/>
        </p:nvSpPr>
        <p:spPr>
          <a:xfrm>
            <a:off x="2583143" y="1471186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1C9770"/>
          </a:solidFill>
        </p:spPr>
      </p:sp>
      <p:sp>
        <p:nvSpPr>
          <p:cNvPr id="60" name="Text 4"/>
          <p:cNvSpPr/>
          <p:nvPr/>
        </p:nvSpPr>
        <p:spPr>
          <a:xfrm>
            <a:off x="2710688" y="1538154"/>
            <a:ext cx="170111" cy="21260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altLang="en-US" sz="1300" dirty="0"/>
              <a:t>1</a:t>
            </a:r>
          </a:p>
        </p:txBody>
      </p:sp>
      <p:sp>
        <p:nvSpPr>
          <p:cNvPr id="61" name="Shape 3"/>
          <p:cNvSpPr/>
          <p:nvPr/>
        </p:nvSpPr>
        <p:spPr>
          <a:xfrm>
            <a:off x="8706448" y="1537861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1C9770"/>
          </a:solidFill>
        </p:spPr>
      </p:sp>
      <p:sp>
        <p:nvSpPr>
          <p:cNvPr id="62" name="Text 4"/>
          <p:cNvSpPr/>
          <p:nvPr/>
        </p:nvSpPr>
        <p:spPr>
          <a:xfrm>
            <a:off x="8833993" y="1644199"/>
            <a:ext cx="170111" cy="21260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altLang="en-US" sz="1300" dirty="0"/>
              <a:t>2</a:t>
            </a:r>
          </a:p>
        </p:txBody>
      </p:sp>
      <p:sp>
        <p:nvSpPr>
          <p:cNvPr id="63" name="Shape 3"/>
          <p:cNvSpPr/>
          <p:nvPr/>
        </p:nvSpPr>
        <p:spPr>
          <a:xfrm>
            <a:off x="2710778" y="3621296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1C9770"/>
          </a:solidFill>
        </p:spPr>
      </p:sp>
      <p:sp>
        <p:nvSpPr>
          <p:cNvPr id="64" name="Text 4"/>
          <p:cNvSpPr/>
          <p:nvPr/>
        </p:nvSpPr>
        <p:spPr>
          <a:xfrm>
            <a:off x="2838323" y="3727634"/>
            <a:ext cx="170111" cy="21260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altLang="en-US" sz="1300" dirty="0"/>
              <a:t>3</a:t>
            </a:r>
          </a:p>
        </p:txBody>
      </p:sp>
      <p:sp>
        <p:nvSpPr>
          <p:cNvPr id="65" name="Shape 3"/>
          <p:cNvSpPr/>
          <p:nvPr/>
        </p:nvSpPr>
        <p:spPr>
          <a:xfrm>
            <a:off x="8578813" y="3727976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1C9770"/>
          </a:solidFill>
        </p:spPr>
      </p:sp>
      <p:sp>
        <p:nvSpPr>
          <p:cNvPr id="66" name="Text 4"/>
          <p:cNvSpPr/>
          <p:nvPr/>
        </p:nvSpPr>
        <p:spPr>
          <a:xfrm>
            <a:off x="8706358" y="3834314"/>
            <a:ext cx="170111" cy="21260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altLang="en-US" sz="1300" dirty="0"/>
              <a:t>4</a:t>
            </a:r>
          </a:p>
        </p:txBody>
      </p:sp>
      <p:sp>
        <p:nvSpPr>
          <p:cNvPr id="67" name="Cuadro de texto 66"/>
          <p:cNvSpPr txBox="1"/>
          <p:nvPr/>
        </p:nvSpPr>
        <p:spPr>
          <a:xfrm>
            <a:off x="900430" y="2475230"/>
            <a:ext cx="4064000" cy="1143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No representatividad; incumplimiento de principios probabilísticos. Impacto: decisiones incorrectas y riesgo sanitario elevado.</a:t>
            </a:r>
            <a:endParaRPr lang="es-ES" altLang="en-US"/>
          </a:p>
        </p:txBody>
      </p:sp>
      <p:sp>
        <p:nvSpPr>
          <p:cNvPr id="68" name="Cuadro de texto 67"/>
          <p:cNvSpPr txBox="1"/>
          <p:nvPr/>
        </p:nvSpPr>
        <p:spPr>
          <a:xfrm>
            <a:off x="6917055" y="2409825"/>
            <a:ext cx="4064000" cy="764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Ausencia de clasificación sistemática. Impacto: falta de priorización de riesgos e ineficiencia operativa.</a:t>
            </a:r>
            <a:endParaRPr lang="es-ES" altLang="en-US"/>
          </a:p>
        </p:txBody>
      </p:sp>
      <p:sp>
        <p:nvSpPr>
          <p:cNvPr id="69" name="Cuadro de texto 68"/>
          <p:cNvSpPr txBox="1"/>
          <p:nvPr/>
        </p:nvSpPr>
        <p:spPr>
          <a:xfrm>
            <a:off x="900430" y="4780915"/>
            <a:ext cx="4064000" cy="764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Déficit en BPM, estadística y muestreo. Impacto: dependiencia de juicios subjetivos.</a:t>
            </a:r>
            <a:endParaRPr lang="es-ES" altLang="en-US"/>
          </a:p>
        </p:txBody>
      </p:sp>
      <p:sp>
        <p:nvSpPr>
          <p:cNvPr id="70" name="Cuadro de texto 69"/>
          <p:cNvSpPr txBox="1"/>
          <p:nvPr/>
        </p:nvSpPr>
        <p:spPr>
          <a:xfrm>
            <a:off x="6858000" y="459613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Adopción de tablas y procedimientos estadísticos que alinean el sistema con estándares internacionales.</a:t>
            </a:r>
            <a:endParaRPr lang="en-US" dirty="0"/>
          </a:p>
          <a:p>
            <a:endParaRPr lang="es-ES" altLang="en-US"/>
          </a:p>
        </p:txBody>
      </p:sp>
      <p:sp>
        <p:nvSpPr>
          <p:cNvPr id="71" name="Cuadro de texto 70"/>
          <p:cNvSpPr txBox="1"/>
          <p:nvPr/>
        </p:nvSpPr>
        <p:spPr>
          <a:xfrm>
            <a:off x="900430" y="1856740"/>
            <a:ext cx="4197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64646"/>
                </a:solidFill>
                <a:latin typeface="Arial" panose="020B0604020202020204" pitchFamily="34" charset="0"/>
                <a:ea typeface="DM Sans Semi Bold" pitchFamily="34" charset="-122"/>
                <a:cs typeface="Arial" panose="020B0604020202020204" pitchFamily="34" charset="0"/>
                <a:sym typeface="+mn-ea"/>
              </a:rPr>
              <a:t>Hallazgo: Muestreo no estadístic</a:t>
            </a:r>
            <a:r>
              <a:rPr lang="es-ES" altLang="en-US" dirty="0">
                <a:solidFill>
                  <a:srgbClr val="464646"/>
                </a:solidFill>
                <a:latin typeface="Arial" panose="020B0604020202020204" pitchFamily="34" charset="0"/>
                <a:ea typeface="DM Sans Semi Bold" pitchFamily="34" charset="-122"/>
                <a:cs typeface="Arial" panose="020B0604020202020204" pitchFamily="34" charset="0"/>
                <a:sym typeface="+mn-ea"/>
              </a:rPr>
              <a:t>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8"/>
          <p:cNvSpPr/>
          <p:nvPr/>
        </p:nvSpPr>
        <p:spPr>
          <a:xfrm>
            <a:off x="1453515" y="181610"/>
            <a:ext cx="10501630" cy="68199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s-ES" altLang="zh-CN" sz="3200" b="1" dirty="0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Diagnóstico por dimenciones y brechas</a:t>
            </a:r>
          </a:p>
        </p:txBody>
      </p:sp>
      <p:graphicFrame>
        <p:nvGraphicFramePr>
          <p:cNvPr id="42" name="Tabla 41"/>
          <p:cNvGraphicFramePr/>
          <p:nvPr/>
        </p:nvGraphicFramePr>
        <p:xfrm>
          <a:off x="1153160" y="1544320"/>
          <a:ext cx="4942840" cy="400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1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Dimensión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Evaluación/Estado final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Técnica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Alta - Control estadistico implementado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Operativa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Alta - Procesos definidos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Organizacional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Alta - Roles claros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6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Normativa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Alta - Cumplimientos BPM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" name="Tabla 42"/>
          <p:cNvGraphicFramePr/>
          <p:nvPr/>
        </p:nvGraphicFramePr>
        <p:xfrm>
          <a:off x="6499860" y="1543050"/>
          <a:ext cx="4894580" cy="4003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Brecha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Cierre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Control estadistico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Implementado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Documentación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Completa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Capacitación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Continuada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Tranzabilidad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altLang="en-US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2473" y="218895"/>
            <a:ext cx="8841105" cy="76835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entury Gothic" panose="020B0502020202020204" pitchFamily="34" charset="0"/>
                <a:ea typeface="Microsoft YaHei" panose="020B0503020204020204" pitchFamily="34" charset="-122"/>
              </a:rPr>
              <a:t>Conclusión y recomendaciones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6092688" y="3834268"/>
            <a:ext cx="736600" cy="0"/>
          </a:xfrm>
          <a:prstGeom prst="line">
            <a:avLst/>
          </a:prstGeom>
          <a:ln w="38100" cap="rnd"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709920" y="4407674"/>
            <a:ext cx="4251960" cy="126047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Formalizar y mantener las tablas ANSI y POE como documentos controlados</a:t>
            </a:r>
            <a:endParaRPr lang="en-US" sz="12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Programa continuo de formación en BPM y muestreo estadístico</a:t>
            </a:r>
            <a:endParaRPr lang="en-US" sz="12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Establecer revisiones periódicas de registros y auditorías internas</a:t>
            </a:r>
            <a:endParaRPr lang="en-US" sz="1200" dirty="0"/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Implementar indicadores (KPIs) de calidad y trazabilidad</a:t>
            </a:r>
            <a:endParaRPr lang="en-US" sz="1200" dirty="0"/>
          </a:p>
          <a:p>
            <a:pPr lvl="0">
              <a:lnSpc>
                <a:spcPct val="150000"/>
              </a:lnSpc>
              <a:defRPr/>
            </a:pPr>
            <a:endParaRPr lang="en-US" altLang="zh-CN" sz="1200" dirty="0">
              <a:latin typeface="Century Gothic" panose="020B0502020202020204" pitchFamily="34" charset="0"/>
            </a:endParaRPr>
          </a:p>
        </p:txBody>
      </p:sp>
      <p:grpSp>
        <p:nvGrpSpPr>
          <p:cNvPr id="7" name="7cd02daf-2923-4aeb-b270-5ef1fe5d5d6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62695" y="1164803"/>
            <a:ext cx="5146964" cy="4492096"/>
            <a:chOff x="3768725" y="1563688"/>
            <a:chExt cx="4441826" cy="3876675"/>
          </a:xfrm>
        </p:grpSpPr>
        <p:sp>
          <p:nvSpPr>
            <p:cNvPr id="8" name="íṡliḋê"/>
            <p:cNvSpPr/>
            <p:nvPr/>
          </p:nvSpPr>
          <p:spPr bwMode="auto">
            <a:xfrm>
              <a:off x="3768725" y="4938713"/>
              <a:ext cx="896938" cy="501650"/>
            </a:xfrm>
            <a:custGeom>
              <a:avLst/>
              <a:gdLst>
                <a:gd name="T0" fmla="*/ 107 w 272"/>
                <a:gd name="T1" fmla="*/ 150 h 152"/>
                <a:gd name="T2" fmla="*/ 127 w 272"/>
                <a:gd name="T3" fmla="*/ 148 h 152"/>
                <a:gd name="T4" fmla="*/ 151 w 272"/>
                <a:gd name="T5" fmla="*/ 151 h 152"/>
                <a:gd name="T6" fmla="*/ 170 w 272"/>
                <a:gd name="T7" fmla="*/ 145 h 152"/>
                <a:gd name="T8" fmla="*/ 151 w 272"/>
                <a:gd name="T9" fmla="*/ 151 h 152"/>
                <a:gd name="T10" fmla="*/ 63 w 272"/>
                <a:gd name="T11" fmla="*/ 140 h 152"/>
                <a:gd name="T12" fmla="*/ 84 w 272"/>
                <a:gd name="T13" fmla="*/ 142 h 152"/>
                <a:gd name="T14" fmla="*/ 195 w 272"/>
                <a:gd name="T15" fmla="*/ 144 h 152"/>
                <a:gd name="T16" fmla="*/ 213 w 272"/>
                <a:gd name="T17" fmla="*/ 134 h 152"/>
                <a:gd name="T18" fmla="*/ 195 w 272"/>
                <a:gd name="T19" fmla="*/ 144 h 152"/>
                <a:gd name="T20" fmla="*/ 24 w 272"/>
                <a:gd name="T21" fmla="*/ 119 h 152"/>
                <a:gd name="T22" fmla="*/ 43 w 272"/>
                <a:gd name="T23" fmla="*/ 127 h 152"/>
                <a:gd name="T24" fmla="*/ 236 w 272"/>
                <a:gd name="T25" fmla="*/ 127 h 152"/>
                <a:gd name="T26" fmla="*/ 250 w 272"/>
                <a:gd name="T27" fmla="*/ 112 h 152"/>
                <a:gd name="T28" fmla="*/ 236 w 272"/>
                <a:gd name="T29" fmla="*/ 127 h 152"/>
                <a:gd name="T30" fmla="*/ 0 w 272"/>
                <a:gd name="T31" fmla="*/ 82 h 152"/>
                <a:gd name="T32" fmla="*/ 11 w 272"/>
                <a:gd name="T33" fmla="*/ 99 h 152"/>
                <a:gd name="T34" fmla="*/ 267 w 272"/>
                <a:gd name="T35" fmla="*/ 96 h 152"/>
                <a:gd name="T36" fmla="*/ 268 w 272"/>
                <a:gd name="T37" fmla="*/ 76 h 152"/>
                <a:gd name="T38" fmla="*/ 271 w 272"/>
                <a:gd name="T39" fmla="*/ 68 h 152"/>
                <a:gd name="T40" fmla="*/ 267 w 272"/>
                <a:gd name="T41" fmla="*/ 96 h 152"/>
                <a:gd name="T42" fmla="*/ 4 w 272"/>
                <a:gd name="T43" fmla="*/ 57 h 152"/>
                <a:gd name="T44" fmla="*/ 19 w 272"/>
                <a:gd name="T45" fmla="*/ 43 h 152"/>
                <a:gd name="T46" fmla="*/ 258 w 272"/>
                <a:gd name="T47" fmla="*/ 48 h 152"/>
                <a:gd name="T48" fmla="*/ 246 w 272"/>
                <a:gd name="T49" fmla="*/ 31 h 152"/>
                <a:gd name="T50" fmla="*/ 258 w 272"/>
                <a:gd name="T51" fmla="*/ 48 h 152"/>
                <a:gd name="T52" fmla="*/ 35 w 272"/>
                <a:gd name="T53" fmla="*/ 25 h 152"/>
                <a:gd name="T54" fmla="*/ 54 w 272"/>
                <a:gd name="T55" fmla="*/ 19 h 152"/>
                <a:gd name="T56" fmla="*/ 224 w 272"/>
                <a:gd name="T57" fmla="*/ 22 h 152"/>
                <a:gd name="T58" fmla="*/ 207 w 272"/>
                <a:gd name="T59" fmla="*/ 11 h 152"/>
                <a:gd name="T60" fmla="*/ 224 w 272"/>
                <a:gd name="T61" fmla="*/ 22 h 152"/>
                <a:gd name="T62" fmla="*/ 76 w 272"/>
                <a:gd name="T63" fmla="*/ 8 h 152"/>
                <a:gd name="T64" fmla="*/ 96 w 272"/>
                <a:gd name="T65" fmla="*/ 7 h 152"/>
                <a:gd name="T66" fmla="*/ 183 w 272"/>
                <a:gd name="T67" fmla="*/ 8 h 152"/>
                <a:gd name="T68" fmla="*/ 164 w 272"/>
                <a:gd name="T69" fmla="*/ 1 h 152"/>
                <a:gd name="T70" fmla="*/ 183 w 272"/>
                <a:gd name="T71" fmla="*/ 8 h 152"/>
                <a:gd name="T72" fmla="*/ 119 w 272"/>
                <a:gd name="T73" fmla="*/ 0 h 152"/>
                <a:gd name="T74" fmla="*/ 139 w 272"/>
                <a:gd name="T75" fmla="*/ 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72" h="152">
                  <a:moveTo>
                    <a:pt x="127" y="152"/>
                  </a:moveTo>
                  <a:cubicBezTo>
                    <a:pt x="120" y="151"/>
                    <a:pt x="113" y="151"/>
                    <a:pt x="107" y="150"/>
                  </a:cubicBezTo>
                  <a:cubicBezTo>
                    <a:pt x="107" y="146"/>
                    <a:pt x="107" y="146"/>
                    <a:pt x="107" y="146"/>
                  </a:cubicBezTo>
                  <a:cubicBezTo>
                    <a:pt x="114" y="147"/>
                    <a:pt x="120" y="147"/>
                    <a:pt x="127" y="148"/>
                  </a:cubicBezTo>
                  <a:lnTo>
                    <a:pt x="127" y="152"/>
                  </a:lnTo>
                  <a:close/>
                  <a:moveTo>
                    <a:pt x="151" y="151"/>
                  </a:moveTo>
                  <a:cubicBezTo>
                    <a:pt x="151" y="147"/>
                    <a:pt x="151" y="147"/>
                    <a:pt x="151" y="147"/>
                  </a:cubicBezTo>
                  <a:cubicBezTo>
                    <a:pt x="157" y="147"/>
                    <a:pt x="164" y="146"/>
                    <a:pt x="170" y="145"/>
                  </a:cubicBezTo>
                  <a:cubicBezTo>
                    <a:pt x="171" y="149"/>
                    <a:pt x="171" y="149"/>
                    <a:pt x="171" y="149"/>
                  </a:cubicBezTo>
                  <a:cubicBezTo>
                    <a:pt x="164" y="150"/>
                    <a:pt x="158" y="151"/>
                    <a:pt x="151" y="151"/>
                  </a:cubicBezTo>
                  <a:close/>
                  <a:moveTo>
                    <a:pt x="83" y="146"/>
                  </a:moveTo>
                  <a:cubicBezTo>
                    <a:pt x="76" y="144"/>
                    <a:pt x="70" y="142"/>
                    <a:pt x="63" y="140"/>
                  </a:cubicBezTo>
                  <a:cubicBezTo>
                    <a:pt x="65" y="136"/>
                    <a:pt x="65" y="136"/>
                    <a:pt x="65" y="136"/>
                  </a:cubicBezTo>
                  <a:cubicBezTo>
                    <a:pt x="71" y="138"/>
                    <a:pt x="77" y="140"/>
                    <a:pt x="84" y="142"/>
                  </a:cubicBezTo>
                  <a:lnTo>
                    <a:pt x="83" y="146"/>
                  </a:lnTo>
                  <a:close/>
                  <a:moveTo>
                    <a:pt x="195" y="144"/>
                  </a:moveTo>
                  <a:cubicBezTo>
                    <a:pt x="194" y="140"/>
                    <a:pt x="194" y="140"/>
                    <a:pt x="194" y="140"/>
                  </a:cubicBezTo>
                  <a:cubicBezTo>
                    <a:pt x="200" y="139"/>
                    <a:pt x="207" y="137"/>
                    <a:pt x="213" y="134"/>
                  </a:cubicBezTo>
                  <a:cubicBezTo>
                    <a:pt x="214" y="138"/>
                    <a:pt x="214" y="138"/>
                    <a:pt x="214" y="138"/>
                  </a:cubicBezTo>
                  <a:cubicBezTo>
                    <a:pt x="208" y="140"/>
                    <a:pt x="201" y="143"/>
                    <a:pt x="195" y="144"/>
                  </a:cubicBezTo>
                  <a:close/>
                  <a:moveTo>
                    <a:pt x="41" y="130"/>
                  </a:moveTo>
                  <a:cubicBezTo>
                    <a:pt x="35" y="127"/>
                    <a:pt x="29" y="123"/>
                    <a:pt x="24" y="119"/>
                  </a:cubicBezTo>
                  <a:cubicBezTo>
                    <a:pt x="27" y="116"/>
                    <a:pt x="27" y="116"/>
                    <a:pt x="27" y="116"/>
                  </a:cubicBezTo>
                  <a:cubicBezTo>
                    <a:pt x="32" y="120"/>
                    <a:pt x="37" y="124"/>
                    <a:pt x="43" y="127"/>
                  </a:cubicBezTo>
                  <a:lnTo>
                    <a:pt x="41" y="130"/>
                  </a:lnTo>
                  <a:close/>
                  <a:moveTo>
                    <a:pt x="236" y="127"/>
                  </a:moveTo>
                  <a:cubicBezTo>
                    <a:pt x="234" y="124"/>
                    <a:pt x="234" y="124"/>
                    <a:pt x="234" y="124"/>
                  </a:cubicBezTo>
                  <a:cubicBezTo>
                    <a:pt x="240" y="120"/>
                    <a:pt x="245" y="117"/>
                    <a:pt x="250" y="112"/>
                  </a:cubicBezTo>
                  <a:cubicBezTo>
                    <a:pt x="252" y="115"/>
                    <a:pt x="252" y="115"/>
                    <a:pt x="252" y="115"/>
                  </a:cubicBezTo>
                  <a:cubicBezTo>
                    <a:pt x="248" y="120"/>
                    <a:pt x="242" y="124"/>
                    <a:pt x="236" y="127"/>
                  </a:cubicBezTo>
                  <a:close/>
                  <a:moveTo>
                    <a:pt x="8" y="101"/>
                  </a:moveTo>
                  <a:cubicBezTo>
                    <a:pt x="4" y="95"/>
                    <a:pt x="1" y="88"/>
                    <a:pt x="0" y="82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5" y="87"/>
                    <a:pt x="7" y="93"/>
                    <a:pt x="11" y="99"/>
                  </a:cubicBezTo>
                  <a:lnTo>
                    <a:pt x="8" y="101"/>
                  </a:lnTo>
                  <a:close/>
                  <a:moveTo>
                    <a:pt x="267" y="96"/>
                  </a:moveTo>
                  <a:cubicBezTo>
                    <a:pt x="264" y="94"/>
                    <a:pt x="264" y="94"/>
                    <a:pt x="264" y="94"/>
                  </a:cubicBezTo>
                  <a:cubicBezTo>
                    <a:pt x="267" y="88"/>
                    <a:pt x="268" y="82"/>
                    <a:pt x="268" y="76"/>
                  </a:cubicBezTo>
                  <a:cubicBezTo>
                    <a:pt x="268" y="73"/>
                    <a:pt x="268" y="71"/>
                    <a:pt x="267" y="69"/>
                  </a:cubicBezTo>
                  <a:cubicBezTo>
                    <a:pt x="271" y="68"/>
                    <a:pt x="271" y="68"/>
                    <a:pt x="271" y="68"/>
                  </a:cubicBezTo>
                  <a:cubicBezTo>
                    <a:pt x="272" y="71"/>
                    <a:pt x="272" y="73"/>
                    <a:pt x="272" y="76"/>
                  </a:cubicBezTo>
                  <a:cubicBezTo>
                    <a:pt x="272" y="83"/>
                    <a:pt x="270" y="89"/>
                    <a:pt x="267" y="96"/>
                  </a:cubicBezTo>
                  <a:close/>
                  <a:moveTo>
                    <a:pt x="8" y="59"/>
                  </a:moveTo>
                  <a:cubicBezTo>
                    <a:pt x="4" y="57"/>
                    <a:pt x="4" y="57"/>
                    <a:pt x="4" y="57"/>
                  </a:cubicBezTo>
                  <a:cubicBezTo>
                    <a:pt x="7" y="51"/>
                    <a:pt x="11" y="46"/>
                    <a:pt x="16" y="40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4" y="48"/>
                    <a:pt x="10" y="53"/>
                    <a:pt x="8" y="59"/>
                  </a:cubicBezTo>
                  <a:close/>
                  <a:moveTo>
                    <a:pt x="258" y="48"/>
                  </a:moveTo>
                  <a:cubicBezTo>
                    <a:pt x="254" y="43"/>
                    <a:pt x="250" y="39"/>
                    <a:pt x="244" y="34"/>
                  </a:cubicBezTo>
                  <a:cubicBezTo>
                    <a:pt x="246" y="31"/>
                    <a:pt x="246" y="31"/>
                    <a:pt x="246" y="31"/>
                  </a:cubicBezTo>
                  <a:cubicBezTo>
                    <a:pt x="252" y="36"/>
                    <a:pt x="257" y="41"/>
                    <a:pt x="261" y="46"/>
                  </a:cubicBezTo>
                  <a:lnTo>
                    <a:pt x="258" y="48"/>
                  </a:lnTo>
                  <a:close/>
                  <a:moveTo>
                    <a:pt x="37" y="28"/>
                  </a:moveTo>
                  <a:cubicBezTo>
                    <a:pt x="35" y="25"/>
                    <a:pt x="35" y="25"/>
                    <a:pt x="35" y="25"/>
                  </a:cubicBezTo>
                  <a:cubicBezTo>
                    <a:pt x="40" y="22"/>
                    <a:pt x="46" y="18"/>
                    <a:pt x="53" y="16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48" y="22"/>
                    <a:pt x="42" y="25"/>
                    <a:pt x="37" y="28"/>
                  </a:cubicBezTo>
                  <a:close/>
                  <a:moveTo>
                    <a:pt x="224" y="22"/>
                  </a:moveTo>
                  <a:cubicBezTo>
                    <a:pt x="218" y="19"/>
                    <a:pt x="212" y="17"/>
                    <a:pt x="206" y="15"/>
                  </a:cubicBezTo>
                  <a:cubicBezTo>
                    <a:pt x="207" y="11"/>
                    <a:pt x="207" y="11"/>
                    <a:pt x="207" y="11"/>
                  </a:cubicBezTo>
                  <a:cubicBezTo>
                    <a:pt x="214" y="13"/>
                    <a:pt x="220" y="16"/>
                    <a:pt x="226" y="19"/>
                  </a:cubicBezTo>
                  <a:lnTo>
                    <a:pt x="224" y="22"/>
                  </a:lnTo>
                  <a:close/>
                  <a:moveTo>
                    <a:pt x="77" y="11"/>
                  </a:moveTo>
                  <a:cubicBezTo>
                    <a:pt x="76" y="8"/>
                    <a:pt x="76" y="8"/>
                    <a:pt x="76" y="8"/>
                  </a:cubicBezTo>
                  <a:cubicBezTo>
                    <a:pt x="82" y="6"/>
                    <a:pt x="89" y="4"/>
                    <a:pt x="95" y="3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89" y="8"/>
                    <a:pt x="83" y="10"/>
                    <a:pt x="77" y="11"/>
                  </a:cubicBezTo>
                  <a:close/>
                  <a:moveTo>
                    <a:pt x="183" y="8"/>
                  </a:moveTo>
                  <a:cubicBezTo>
                    <a:pt x="176" y="7"/>
                    <a:pt x="170" y="6"/>
                    <a:pt x="163" y="5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70" y="2"/>
                    <a:pt x="177" y="3"/>
                    <a:pt x="184" y="5"/>
                  </a:cubicBezTo>
                  <a:lnTo>
                    <a:pt x="183" y="8"/>
                  </a:lnTo>
                  <a:close/>
                  <a:moveTo>
                    <a:pt x="120" y="4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6" y="0"/>
                    <a:pt x="133" y="0"/>
                    <a:pt x="140" y="0"/>
                  </a:cubicBezTo>
                  <a:cubicBezTo>
                    <a:pt x="139" y="4"/>
                    <a:pt x="139" y="4"/>
                    <a:pt x="139" y="4"/>
                  </a:cubicBezTo>
                  <a:cubicBezTo>
                    <a:pt x="133" y="4"/>
                    <a:pt x="126" y="4"/>
                    <a:pt x="120" y="4"/>
                  </a:cubicBez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" name="ïşļídè"/>
            <p:cNvSpPr/>
            <p:nvPr/>
          </p:nvSpPr>
          <p:spPr bwMode="auto">
            <a:xfrm>
              <a:off x="5557838" y="3713163"/>
              <a:ext cx="1227138" cy="682625"/>
            </a:xfrm>
            <a:custGeom>
              <a:avLst/>
              <a:gdLst>
                <a:gd name="T0" fmla="*/ 174 w 372"/>
                <a:gd name="T1" fmla="*/ 207 h 207"/>
                <a:gd name="T2" fmla="*/ 195 w 372"/>
                <a:gd name="T3" fmla="*/ 203 h 207"/>
                <a:gd name="T4" fmla="*/ 186 w 372"/>
                <a:gd name="T5" fmla="*/ 207 h 207"/>
                <a:gd name="T6" fmla="*/ 218 w 372"/>
                <a:gd name="T7" fmla="*/ 202 h 207"/>
                <a:gd name="T8" fmla="*/ 239 w 372"/>
                <a:gd name="T9" fmla="*/ 203 h 207"/>
                <a:gd name="T10" fmla="*/ 150 w 372"/>
                <a:gd name="T11" fmla="*/ 205 h 207"/>
                <a:gd name="T12" fmla="*/ 131 w 372"/>
                <a:gd name="T13" fmla="*/ 198 h 207"/>
                <a:gd name="T14" fmla="*/ 150 w 372"/>
                <a:gd name="T15" fmla="*/ 205 h 207"/>
                <a:gd name="T16" fmla="*/ 261 w 372"/>
                <a:gd name="T17" fmla="*/ 194 h 207"/>
                <a:gd name="T18" fmla="*/ 282 w 372"/>
                <a:gd name="T19" fmla="*/ 192 h 207"/>
                <a:gd name="T20" fmla="*/ 107 w 372"/>
                <a:gd name="T21" fmla="*/ 197 h 207"/>
                <a:gd name="T22" fmla="*/ 89 w 372"/>
                <a:gd name="T23" fmla="*/ 188 h 207"/>
                <a:gd name="T24" fmla="*/ 107 w 372"/>
                <a:gd name="T25" fmla="*/ 197 h 207"/>
                <a:gd name="T26" fmla="*/ 303 w 372"/>
                <a:gd name="T27" fmla="*/ 180 h 207"/>
                <a:gd name="T28" fmla="*/ 322 w 372"/>
                <a:gd name="T29" fmla="*/ 174 h 207"/>
                <a:gd name="T30" fmla="*/ 65 w 372"/>
                <a:gd name="T31" fmla="*/ 182 h 207"/>
                <a:gd name="T32" fmla="*/ 50 w 372"/>
                <a:gd name="T33" fmla="*/ 169 h 207"/>
                <a:gd name="T34" fmla="*/ 65 w 372"/>
                <a:gd name="T35" fmla="*/ 182 h 207"/>
                <a:gd name="T36" fmla="*/ 339 w 372"/>
                <a:gd name="T37" fmla="*/ 157 h 207"/>
                <a:gd name="T38" fmla="*/ 356 w 372"/>
                <a:gd name="T39" fmla="*/ 145 h 207"/>
                <a:gd name="T40" fmla="*/ 28 w 372"/>
                <a:gd name="T41" fmla="*/ 158 h 207"/>
                <a:gd name="T42" fmla="*/ 17 w 372"/>
                <a:gd name="T43" fmla="*/ 141 h 207"/>
                <a:gd name="T44" fmla="*/ 28 w 372"/>
                <a:gd name="T45" fmla="*/ 158 h 207"/>
                <a:gd name="T46" fmla="*/ 364 w 372"/>
                <a:gd name="T47" fmla="*/ 123 h 207"/>
                <a:gd name="T48" fmla="*/ 372 w 372"/>
                <a:gd name="T49" fmla="*/ 104 h 207"/>
                <a:gd name="T50" fmla="*/ 3 w 372"/>
                <a:gd name="T51" fmla="*/ 121 h 207"/>
                <a:gd name="T52" fmla="*/ 1 w 372"/>
                <a:gd name="T53" fmla="*/ 101 h 207"/>
                <a:gd name="T54" fmla="*/ 4 w 372"/>
                <a:gd name="T55" fmla="*/ 104 h 207"/>
                <a:gd name="T56" fmla="*/ 3 w 372"/>
                <a:gd name="T57" fmla="*/ 121 h 207"/>
                <a:gd name="T58" fmla="*/ 358 w 372"/>
                <a:gd name="T59" fmla="*/ 73 h 207"/>
                <a:gd name="T60" fmla="*/ 370 w 372"/>
                <a:gd name="T61" fmla="*/ 89 h 207"/>
                <a:gd name="T62" fmla="*/ 10 w 372"/>
                <a:gd name="T63" fmla="*/ 79 h 207"/>
                <a:gd name="T64" fmla="*/ 18 w 372"/>
                <a:gd name="T65" fmla="*/ 60 h 207"/>
                <a:gd name="T66" fmla="*/ 10 w 372"/>
                <a:gd name="T67" fmla="*/ 79 h 207"/>
                <a:gd name="T68" fmla="*/ 328 w 372"/>
                <a:gd name="T69" fmla="*/ 42 h 207"/>
                <a:gd name="T70" fmla="*/ 346 w 372"/>
                <a:gd name="T71" fmla="*/ 52 h 207"/>
                <a:gd name="T72" fmla="*/ 38 w 372"/>
                <a:gd name="T73" fmla="*/ 46 h 207"/>
                <a:gd name="T74" fmla="*/ 53 w 372"/>
                <a:gd name="T75" fmla="*/ 32 h 207"/>
                <a:gd name="T76" fmla="*/ 38 w 372"/>
                <a:gd name="T77" fmla="*/ 46 h 207"/>
                <a:gd name="T78" fmla="*/ 290 w 372"/>
                <a:gd name="T79" fmla="*/ 22 h 207"/>
                <a:gd name="T80" fmla="*/ 310 w 372"/>
                <a:gd name="T81" fmla="*/ 27 h 207"/>
                <a:gd name="T82" fmla="*/ 76 w 372"/>
                <a:gd name="T83" fmla="*/ 25 h 207"/>
                <a:gd name="T84" fmla="*/ 93 w 372"/>
                <a:gd name="T85" fmla="*/ 14 h 207"/>
                <a:gd name="T86" fmla="*/ 76 w 372"/>
                <a:gd name="T87" fmla="*/ 25 h 207"/>
                <a:gd name="T88" fmla="*/ 248 w 372"/>
                <a:gd name="T89" fmla="*/ 10 h 207"/>
                <a:gd name="T90" fmla="*/ 268 w 372"/>
                <a:gd name="T91" fmla="*/ 11 h 207"/>
                <a:gd name="T92" fmla="*/ 117 w 372"/>
                <a:gd name="T93" fmla="*/ 12 h 207"/>
                <a:gd name="T94" fmla="*/ 136 w 372"/>
                <a:gd name="T95" fmla="*/ 4 h 207"/>
                <a:gd name="T96" fmla="*/ 117 w 372"/>
                <a:gd name="T97" fmla="*/ 12 h 207"/>
                <a:gd name="T98" fmla="*/ 204 w 372"/>
                <a:gd name="T99" fmla="*/ 5 h 207"/>
                <a:gd name="T100" fmla="*/ 225 w 372"/>
                <a:gd name="T101" fmla="*/ 3 h 207"/>
                <a:gd name="T102" fmla="*/ 161 w 372"/>
                <a:gd name="T103" fmla="*/ 5 h 207"/>
                <a:gd name="T104" fmla="*/ 180 w 372"/>
                <a:gd name="T105" fmla="*/ 0 h 207"/>
                <a:gd name="T106" fmla="*/ 161 w 372"/>
                <a:gd name="T107" fmla="*/ 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2" h="207">
                  <a:moveTo>
                    <a:pt x="186" y="207"/>
                  </a:moveTo>
                  <a:cubicBezTo>
                    <a:pt x="182" y="207"/>
                    <a:pt x="178" y="207"/>
                    <a:pt x="174" y="207"/>
                  </a:cubicBezTo>
                  <a:cubicBezTo>
                    <a:pt x="175" y="203"/>
                    <a:pt x="175" y="203"/>
                    <a:pt x="175" y="203"/>
                  </a:cubicBezTo>
                  <a:cubicBezTo>
                    <a:pt x="181" y="203"/>
                    <a:pt x="188" y="203"/>
                    <a:pt x="195" y="203"/>
                  </a:cubicBezTo>
                  <a:cubicBezTo>
                    <a:pt x="195" y="207"/>
                    <a:pt x="195" y="207"/>
                    <a:pt x="195" y="207"/>
                  </a:cubicBezTo>
                  <a:cubicBezTo>
                    <a:pt x="192" y="207"/>
                    <a:pt x="189" y="207"/>
                    <a:pt x="186" y="207"/>
                  </a:cubicBezTo>
                  <a:close/>
                  <a:moveTo>
                    <a:pt x="219" y="206"/>
                  </a:moveTo>
                  <a:cubicBezTo>
                    <a:pt x="218" y="202"/>
                    <a:pt x="218" y="202"/>
                    <a:pt x="218" y="202"/>
                  </a:cubicBezTo>
                  <a:cubicBezTo>
                    <a:pt x="225" y="201"/>
                    <a:pt x="232" y="200"/>
                    <a:pt x="238" y="199"/>
                  </a:cubicBezTo>
                  <a:cubicBezTo>
                    <a:pt x="239" y="203"/>
                    <a:pt x="239" y="203"/>
                    <a:pt x="239" y="203"/>
                  </a:cubicBezTo>
                  <a:cubicBezTo>
                    <a:pt x="232" y="204"/>
                    <a:pt x="225" y="205"/>
                    <a:pt x="219" y="206"/>
                  </a:cubicBezTo>
                  <a:close/>
                  <a:moveTo>
                    <a:pt x="150" y="205"/>
                  </a:moveTo>
                  <a:cubicBezTo>
                    <a:pt x="144" y="204"/>
                    <a:pt x="137" y="204"/>
                    <a:pt x="130" y="202"/>
                  </a:cubicBezTo>
                  <a:cubicBezTo>
                    <a:pt x="131" y="198"/>
                    <a:pt x="131" y="198"/>
                    <a:pt x="131" y="198"/>
                  </a:cubicBezTo>
                  <a:cubicBezTo>
                    <a:pt x="138" y="200"/>
                    <a:pt x="144" y="201"/>
                    <a:pt x="151" y="201"/>
                  </a:cubicBezTo>
                  <a:lnTo>
                    <a:pt x="150" y="205"/>
                  </a:lnTo>
                  <a:close/>
                  <a:moveTo>
                    <a:pt x="262" y="198"/>
                  </a:moveTo>
                  <a:cubicBezTo>
                    <a:pt x="261" y="194"/>
                    <a:pt x="261" y="194"/>
                    <a:pt x="261" y="194"/>
                  </a:cubicBezTo>
                  <a:cubicBezTo>
                    <a:pt x="268" y="193"/>
                    <a:pt x="274" y="191"/>
                    <a:pt x="280" y="189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75" y="194"/>
                    <a:pt x="269" y="196"/>
                    <a:pt x="262" y="198"/>
                  </a:cubicBezTo>
                  <a:close/>
                  <a:moveTo>
                    <a:pt x="107" y="197"/>
                  </a:moveTo>
                  <a:cubicBezTo>
                    <a:pt x="100" y="196"/>
                    <a:pt x="94" y="194"/>
                    <a:pt x="88" y="191"/>
                  </a:cubicBezTo>
                  <a:cubicBezTo>
                    <a:pt x="89" y="188"/>
                    <a:pt x="89" y="188"/>
                    <a:pt x="89" y="188"/>
                  </a:cubicBezTo>
                  <a:cubicBezTo>
                    <a:pt x="95" y="190"/>
                    <a:pt x="101" y="192"/>
                    <a:pt x="108" y="193"/>
                  </a:cubicBezTo>
                  <a:lnTo>
                    <a:pt x="107" y="197"/>
                  </a:lnTo>
                  <a:close/>
                  <a:moveTo>
                    <a:pt x="304" y="184"/>
                  </a:moveTo>
                  <a:cubicBezTo>
                    <a:pt x="303" y="180"/>
                    <a:pt x="303" y="180"/>
                    <a:pt x="303" y="180"/>
                  </a:cubicBezTo>
                  <a:cubicBezTo>
                    <a:pt x="309" y="177"/>
                    <a:pt x="315" y="174"/>
                    <a:pt x="320" y="171"/>
                  </a:cubicBezTo>
                  <a:cubicBezTo>
                    <a:pt x="322" y="174"/>
                    <a:pt x="322" y="174"/>
                    <a:pt x="322" y="174"/>
                  </a:cubicBezTo>
                  <a:cubicBezTo>
                    <a:pt x="317" y="177"/>
                    <a:pt x="311" y="181"/>
                    <a:pt x="304" y="184"/>
                  </a:cubicBezTo>
                  <a:close/>
                  <a:moveTo>
                    <a:pt x="65" y="182"/>
                  </a:moveTo>
                  <a:cubicBezTo>
                    <a:pt x="59" y="179"/>
                    <a:pt x="53" y="176"/>
                    <a:pt x="47" y="173"/>
                  </a:cubicBezTo>
                  <a:cubicBezTo>
                    <a:pt x="50" y="169"/>
                    <a:pt x="50" y="169"/>
                    <a:pt x="50" y="169"/>
                  </a:cubicBezTo>
                  <a:cubicBezTo>
                    <a:pt x="55" y="173"/>
                    <a:pt x="61" y="176"/>
                    <a:pt x="67" y="179"/>
                  </a:cubicBezTo>
                  <a:lnTo>
                    <a:pt x="65" y="182"/>
                  </a:lnTo>
                  <a:close/>
                  <a:moveTo>
                    <a:pt x="342" y="160"/>
                  </a:moveTo>
                  <a:cubicBezTo>
                    <a:pt x="339" y="157"/>
                    <a:pt x="339" y="157"/>
                    <a:pt x="339" y="157"/>
                  </a:cubicBezTo>
                  <a:cubicBezTo>
                    <a:pt x="344" y="152"/>
                    <a:pt x="349" y="148"/>
                    <a:pt x="353" y="143"/>
                  </a:cubicBezTo>
                  <a:cubicBezTo>
                    <a:pt x="356" y="145"/>
                    <a:pt x="356" y="145"/>
                    <a:pt x="356" y="145"/>
                  </a:cubicBezTo>
                  <a:cubicBezTo>
                    <a:pt x="352" y="150"/>
                    <a:pt x="347" y="155"/>
                    <a:pt x="342" y="160"/>
                  </a:cubicBezTo>
                  <a:close/>
                  <a:moveTo>
                    <a:pt x="28" y="158"/>
                  </a:moveTo>
                  <a:cubicBezTo>
                    <a:pt x="23" y="153"/>
                    <a:pt x="18" y="148"/>
                    <a:pt x="14" y="143"/>
                  </a:cubicBezTo>
                  <a:cubicBezTo>
                    <a:pt x="17" y="141"/>
                    <a:pt x="17" y="141"/>
                    <a:pt x="17" y="141"/>
                  </a:cubicBezTo>
                  <a:cubicBezTo>
                    <a:pt x="21" y="146"/>
                    <a:pt x="26" y="150"/>
                    <a:pt x="31" y="155"/>
                  </a:cubicBezTo>
                  <a:lnTo>
                    <a:pt x="28" y="158"/>
                  </a:lnTo>
                  <a:close/>
                  <a:moveTo>
                    <a:pt x="368" y="124"/>
                  </a:moveTo>
                  <a:cubicBezTo>
                    <a:pt x="364" y="123"/>
                    <a:pt x="364" y="123"/>
                    <a:pt x="364" y="123"/>
                  </a:cubicBezTo>
                  <a:cubicBezTo>
                    <a:pt x="366" y="116"/>
                    <a:pt x="368" y="110"/>
                    <a:pt x="368" y="104"/>
                  </a:cubicBezTo>
                  <a:cubicBezTo>
                    <a:pt x="372" y="104"/>
                    <a:pt x="372" y="104"/>
                    <a:pt x="372" y="104"/>
                  </a:cubicBezTo>
                  <a:cubicBezTo>
                    <a:pt x="372" y="111"/>
                    <a:pt x="370" y="117"/>
                    <a:pt x="368" y="124"/>
                  </a:cubicBezTo>
                  <a:close/>
                  <a:moveTo>
                    <a:pt x="3" y="121"/>
                  </a:moveTo>
                  <a:cubicBezTo>
                    <a:pt x="1" y="115"/>
                    <a:pt x="0" y="110"/>
                    <a:pt x="0" y="104"/>
                  </a:cubicBezTo>
                  <a:cubicBezTo>
                    <a:pt x="0" y="103"/>
                    <a:pt x="1" y="102"/>
                    <a:pt x="1" y="101"/>
                  </a:cubicBezTo>
                  <a:cubicBezTo>
                    <a:pt x="5" y="101"/>
                    <a:pt x="5" y="101"/>
                    <a:pt x="5" y="101"/>
                  </a:cubicBezTo>
                  <a:cubicBezTo>
                    <a:pt x="5" y="102"/>
                    <a:pt x="4" y="103"/>
                    <a:pt x="4" y="104"/>
                  </a:cubicBezTo>
                  <a:cubicBezTo>
                    <a:pt x="4" y="109"/>
                    <a:pt x="5" y="115"/>
                    <a:pt x="7" y="120"/>
                  </a:cubicBezTo>
                  <a:lnTo>
                    <a:pt x="3" y="121"/>
                  </a:lnTo>
                  <a:close/>
                  <a:moveTo>
                    <a:pt x="366" y="90"/>
                  </a:moveTo>
                  <a:cubicBezTo>
                    <a:pt x="364" y="84"/>
                    <a:pt x="362" y="78"/>
                    <a:pt x="358" y="73"/>
                  </a:cubicBezTo>
                  <a:cubicBezTo>
                    <a:pt x="362" y="70"/>
                    <a:pt x="362" y="70"/>
                    <a:pt x="362" y="70"/>
                  </a:cubicBezTo>
                  <a:cubicBezTo>
                    <a:pt x="365" y="77"/>
                    <a:pt x="368" y="83"/>
                    <a:pt x="370" y="89"/>
                  </a:cubicBezTo>
                  <a:lnTo>
                    <a:pt x="366" y="90"/>
                  </a:lnTo>
                  <a:close/>
                  <a:moveTo>
                    <a:pt x="10" y="79"/>
                  </a:moveTo>
                  <a:cubicBezTo>
                    <a:pt x="7" y="77"/>
                    <a:pt x="7" y="77"/>
                    <a:pt x="7" y="77"/>
                  </a:cubicBezTo>
                  <a:cubicBezTo>
                    <a:pt x="10" y="71"/>
                    <a:pt x="13" y="65"/>
                    <a:pt x="18" y="60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7" y="68"/>
                    <a:pt x="13" y="73"/>
                    <a:pt x="10" y="79"/>
                  </a:cubicBezTo>
                  <a:close/>
                  <a:moveTo>
                    <a:pt x="344" y="54"/>
                  </a:moveTo>
                  <a:cubicBezTo>
                    <a:pt x="339" y="50"/>
                    <a:pt x="334" y="46"/>
                    <a:pt x="328" y="42"/>
                  </a:cubicBezTo>
                  <a:cubicBezTo>
                    <a:pt x="331" y="39"/>
                    <a:pt x="331" y="39"/>
                    <a:pt x="331" y="39"/>
                  </a:cubicBezTo>
                  <a:cubicBezTo>
                    <a:pt x="336" y="43"/>
                    <a:pt x="342" y="47"/>
                    <a:pt x="346" y="52"/>
                  </a:cubicBezTo>
                  <a:lnTo>
                    <a:pt x="344" y="54"/>
                  </a:lnTo>
                  <a:close/>
                  <a:moveTo>
                    <a:pt x="38" y="46"/>
                  </a:moveTo>
                  <a:cubicBezTo>
                    <a:pt x="36" y="43"/>
                    <a:pt x="36" y="43"/>
                    <a:pt x="36" y="43"/>
                  </a:cubicBezTo>
                  <a:cubicBezTo>
                    <a:pt x="41" y="39"/>
                    <a:pt x="46" y="35"/>
                    <a:pt x="53" y="32"/>
                  </a:cubicBezTo>
                  <a:cubicBezTo>
                    <a:pt x="55" y="35"/>
                    <a:pt x="55" y="35"/>
                    <a:pt x="55" y="35"/>
                  </a:cubicBezTo>
                  <a:cubicBezTo>
                    <a:pt x="49" y="39"/>
                    <a:pt x="43" y="42"/>
                    <a:pt x="38" y="46"/>
                  </a:cubicBezTo>
                  <a:close/>
                  <a:moveTo>
                    <a:pt x="308" y="30"/>
                  </a:moveTo>
                  <a:cubicBezTo>
                    <a:pt x="302" y="27"/>
                    <a:pt x="296" y="25"/>
                    <a:pt x="290" y="22"/>
                  </a:cubicBezTo>
                  <a:cubicBezTo>
                    <a:pt x="291" y="18"/>
                    <a:pt x="291" y="18"/>
                    <a:pt x="291" y="18"/>
                  </a:cubicBezTo>
                  <a:cubicBezTo>
                    <a:pt x="297" y="21"/>
                    <a:pt x="304" y="24"/>
                    <a:pt x="310" y="27"/>
                  </a:cubicBezTo>
                  <a:lnTo>
                    <a:pt x="308" y="30"/>
                  </a:lnTo>
                  <a:close/>
                  <a:moveTo>
                    <a:pt x="76" y="25"/>
                  </a:moveTo>
                  <a:cubicBezTo>
                    <a:pt x="74" y="21"/>
                    <a:pt x="74" y="21"/>
                    <a:pt x="74" y="21"/>
                  </a:cubicBezTo>
                  <a:cubicBezTo>
                    <a:pt x="80" y="19"/>
                    <a:pt x="87" y="16"/>
                    <a:pt x="93" y="14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88" y="20"/>
                    <a:pt x="82" y="22"/>
                    <a:pt x="76" y="25"/>
                  </a:cubicBezTo>
                  <a:close/>
                  <a:moveTo>
                    <a:pt x="267" y="15"/>
                  </a:moveTo>
                  <a:cubicBezTo>
                    <a:pt x="261" y="13"/>
                    <a:pt x="254" y="12"/>
                    <a:pt x="248" y="10"/>
                  </a:cubicBezTo>
                  <a:cubicBezTo>
                    <a:pt x="248" y="6"/>
                    <a:pt x="248" y="6"/>
                    <a:pt x="248" y="6"/>
                  </a:cubicBezTo>
                  <a:cubicBezTo>
                    <a:pt x="255" y="8"/>
                    <a:pt x="262" y="9"/>
                    <a:pt x="268" y="11"/>
                  </a:cubicBezTo>
                  <a:lnTo>
                    <a:pt x="267" y="15"/>
                  </a:lnTo>
                  <a:close/>
                  <a:moveTo>
                    <a:pt x="117" y="12"/>
                  </a:moveTo>
                  <a:cubicBezTo>
                    <a:pt x="117" y="8"/>
                    <a:pt x="117" y="8"/>
                    <a:pt x="117" y="8"/>
                  </a:cubicBezTo>
                  <a:cubicBezTo>
                    <a:pt x="123" y="6"/>
                    <a:pt x="130" y="5"/>
                    <a:pt x="136" y="4"/>
                  </a:cubicBezTo>
                  <a:cubicBezTo>
                    <a:pt x="137" y="8"/>
                    <a:pt x="137" y="8"/>
                    <a:pt x="137" y="8"/>
                  </a:cubicBezTo>
                  <a:cubicBezTo>
                    <a:pt x="130" y="9"/>
                    <a:pt x="124" y="10"/>
                    <a:pt x="117" y="12"/>
                  </a:cubicBezTo>
                  <a:close/>
                  <a:moveTo>
                    <a:pt x="224" y="7"/>
                  </a:moveTo>
                  <a:cubicBezTo>
                    <a:pt x="218" y="6"/>
                    <a:pt x="211" y="5"/>
                    <a:pt x="204" y="5"/>
                  </a:cubicBezTo>
                  <a:cubicBezTo>
                    <a:pt x="205" y="1"/>
                    <a:pt x="205" y="1"/>
                    <a:pt x="205" y="1"/>
                  </a:cubicBezTo>
                  <a:cubicBezTo>
                    <a:pt x="211" y="1"/>
                    <a:pt x="218" y="2"/>
                    <a:pt x="225" y="3"/>
                  </a:cubicBezTo>
                  <a:lnTo>
                    <a:pt x="224" y="7"/>
                  </a:lnTo>
                  <a:close/>
                  <a:moveTo>
                    <a:pt x="161" y="5"/>
                  </a:moveTo>
                  <a:cubicBezTo>
                    <a:pt x="160" y="1"/>
                    <a:pt x="160" y="1"/>
                    <a:pt x="160" y="1"/>
                  </a:cubicBezTo>
                  <a:cubicBezTo>
                    <a:pt x="167" y="1"/>
                    <a:pt x="174" y="1"/>
                    <a:pt x="180" y="0"/>
                  </a:cubicBezTo>
                  <a:cubicBezTo>
                    <a:pt x="180" y="4"/>
                    <a:pt x="180" y="4"/>
                    <a:pt x="180" y="4"/>
                  </a:cubicBezTo>
                  <a:cubicBezTo>
                    <a:pt x="174" y="5"/>
                    <a:pt x="167" y="5"/>
                    <a:pt x="161" y="5"/>
                  </a:cubicBez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" name="iśļiḑè"/>
            <p:cNvSpPr/>
            <p:nvPr/>
          </p:nvSpPr>
          <p:spPr bwMode="auto">
            <a:xfrm>
              <a:off x="4065588" y="2868613"/>
              <a:ext cx="1227138" cy="682625"/>
            </a:xfrm>
            <a:custGeom>
              <a:avLst/>
              <a:gdLst>
                <a:gd name="T0" fmla="*/ 174 w 372"/>
                <a:gd name="T1" fmla="*/ 207 h 207"/>
                <a:gd name="T2" fmla="*/ 195 w 372"/>
                <a:gd name="T3" fmla="*/ 203 h 207"/>
                <a:gd name="T4" fmla="*/ 186 w 372"/>
                <a:gd name="T5" fmla="*/ 207 h 207"/>
                <a:gd name="T6" fmla="*/ 218 w 372"/>
                <a:gd name="T7" fmla="*/ 202 h 207"/>
                <a:gd name="T8" fmla="*/ 239 w 372"/>
                <a:gd name="T9" fmla="*/ 203 h 207"/>
                <a:gd name="T10" fmla="*/ 150 w 372"/>
                <a:gd name="T11" fmla="*/ 205 h 207"/>
                <a:gd name="T12" fmla="*/ 131 w 372"/>
                <a:gd name="T13" fmla="*/ 198 h 207"/>
                <a:gd name="T14" fmla="*/ 150 w 372"/>
                <a:gd name="T15" fmla="*/ 205 h 207"/>
                <a:gd name="T16" fmla="*/ 261 w 372"/>
                <a:gd name="T17" fmla="*/ 194 h 207"/>
                <a:gd name="T18" fmla="*/ 282 w 372"/>
                <a:gd name="T19" fmla="*/ 192 h 207"/>
                <a:gd name="T20" fmla="*/ 107 w 372"/>
                <a:gd name="T21" fmla="*/ 197 h 207"/>
                <a:gd name="T22" fmla="*/ 89 w 372"/>
                <a:gd name="T23" fmla="*/ 188 h 207"/>
                <a:gd name="T24" fmla="*/ 107 w 372"/>
                <a:gd name="T25" fmla="*/ 197 h 207"/>
                <a:gd name="T26" fmla="*/ 303 w 372"/>
                <a:gd name="T27" fmla="*/ 180 h 207"/>
                <a:gd name="T28" fmla="*/ 322 w 372"/>
                <a:gd name="T29" fmla="*/ 174 h 207"/>
                <a:gd name="T30" fmla="*/ 65 w 372"/>
                <a:gd name="T31" fmla="*/ 182 h 207"/>
                <a:gd name="T32" fmla="*/ 50 w 372"/>
                <a:gd name="T33" fmla="*/ 169 h 207"/>
                <a:gd name="T34" fmla="*/ 65 w 372"/>
                <a:gd name="T35" fmla="*/ 182 h 207"/>
                <a:gd name="T36" fmla="*/ 339 w 372"/>
                <a:gd name="T37" fmla="*/ 157 h 207"/>
                <a:gd name="T38" fmla="*/ 356 w 372"/>
                <a:gd name="T39" fmla="*/ 145 h 207"/>
                <a:gd name="T40" fmla="*/ 28 w 372"/>
                <a:gd name="T41" fmla="*/ 158 h 207"/>
                <a:gd name="T42" fmla="*/ 17 w 372"/>
                <a:gd name="T43" fmla="*/ 141 h 207"/>
                <a:gd name="T44" fmla="*/ 28 w 372"/>
                <a:gd name="T45" fmla="*/ 158 h 207"/>
                <a:gd name="T46" fmla="*/ 364 w 372"/>
                <a:gd name="T47" fmla="*/ 123 h 207"/>
                <a:gd name="T48" fmla="*/ 372 w 372"/>
                <a:gd name="T49" fmla="*/ 104 h 207"/>
                <a:gd name="T50" fmla="*/ 3 w 372"/>
                <a:gd name="T51" fmla="*/ 121 h 207"/>
                <a:gd name="T52" fmla="*/ 1 w 372"/>
                <a:gd name="T53" fmla="*/ 101 h 207"/>
                <a:gd name="T54" fmla="*/ 4 w 372"/>
                <a:gd name="T55" fmla="*/ 104 h 207"/>
                <a:gd name="T56" fmla="*/ 3 w 372"/>
                <a:gd name="T57" fmla="*/ 121 h 207"/>
                <a:gd name="T58" fmla="*/ 358 w 372"/>
                <a:gd name="T59" fmla="*/ 73 h 207"/>
                <a:gd name="T60" fmla="*/ 370 w 372"/>
                <a:gd name="T61" fmla="*/ 89 h 207"/>
                <a:gd name="T62" fmla="*/ 10 w 372"/>
                <a:gd name="T63" fmla="*/ 79 h 207"/>
                <a:gd name="T64" fmla="*/ 18 w 372"/>
                <a:gd name="T65" fmla="*/ 60 h 207"/>
                <a:gd name="T66" fmla="*/ 10 w 372"/>
                <a:gd name="T67" fmla="*/ 79 h 207"/>
                <a:gd name="T68" fmla="*/ 328 w 372"/>
                <a:gd name="T69" fmla="*/ 42 h 207"/>
                <a:gd name="T70" fmla="*/ 346 w 372"/>
                <a:gd name="T71" fmla="*/ 52 h 207"/>
                <a:gd name="T72" fmla="*/ 38 w 372"/>
                <a:gd name="T73" fmla="*/ 46 h 207"/>
                <a:gd name="T74" fmla="*/ 53 w 372"/>
                <a:gd name="T75" fmla="*/ 32 h 207"/>
                <a:gd name="T76" fmla="*/ 38 w 372"/>
                <a:gd name="T77" fmla="*/ 46 h 207"/>
                <a:gd name="T78" fmla="*/ 290 w 372"/>
                <a:gd name="T79" fmla="*/ 22 h 207"/>
                <a:gd name="T80" fmla="*/ 310 w 372"/>
                <a:gd name="T81" fmla="*/ 27 h 207"/>
                <a:gd name="T82" fmla="*/ 76 w 372"/>
                <a:gd name="T83" fmla="*/ 25 h 207"/>
                <a:gd name="T84" fmla="*/ 93 w 372"/>
                <a:gd name="T85" fmla="*/ 14 h 207"/>
                <a:gd name="T86" fmla="*/ 76 w 372"/>
                <a:gd name="T87" fmla="*/ 25 h 207"/>
                <a:gd name="T88" fmla="*/ 248 w 372"/>
                <a:gd name="T89" fmla="*/ 10 h 207"/>
                <a:gd name="T90" fmla="*/ 268 w 372"/>
                <a:gd name="T91" fmla="*/ 11 h 207"/>
                <a:gd name="T92" fmla="*/ 117 w 372"/>
                <a:gd name="T93" fmla="*/ 12 h 207"/>
                <a:gd name="T94" fmla="*/ 136 w 372"/>
                <a:gd name="T95" fmla="*/ 4 h 207"/>
                <a:gd name="T96" fmla="*/ 117 w 372"/>
                <a:gd name="T97" fmla="*/ 12 h 207"/>
                <a:gd name="T98" fmla="*/ 204 w 372"/>
                <a:gd name="T99" fmla="*/ 5 h 207"/>
                <a:gd name="T100" fmla="*/ 225 w 372"/>
                <a:gd name="T101" fmla="*/ 3 h 207"/>
                <a:gd name="T102" fmla="*/ 161 w 372"/>
                <a:gd name="T103" fmla="*/ 5 h 207"/>
                <a:gd name="T104" fmla="*/ 180 w 372"/>
                <a:gd name="T105" fmla="*/ 0 h 207"/>
                <a:gd name="T106" fmla="*/ 161 w 372"/>
                <a:gd name="T107" fmla="*/ 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2" h="207">
                  <a:moveTo>
                    <a:pt x="186" y="207"/>
                  </a:moveTo>
                  <a:cubicBezTo>
                    <a:pt x="182" y="207"/>
                    <a:pt x="178" y="207"/>
                    <a:pt x="174" y="207"/>
                  </a:cubicBezTo>
                  <a:cubicBezTo>
                    <a:pt x="175" y="203"/>
                    <a:pt x="175" y="203"/>
                    <a:pt x="175" y="203"/>
                  </a:cubicBezTo>
                  <a:cubicBezTo>
                    <a:pt x="181" y="203"/>
                    <a:pt x="188" y="203"/>
                    <a:pt x="195" y="203"/>
                  </a:cubicBezTo>
                  <a:cubicBezTo>
                    <a:pt x="195" y="207"/>
                    <a:pt x="195" y="207"/>
                    <a:pt x="195" y="207"/>
                  </a:cubicBezTo>
                  <a:cubicBezTo>
                    <a:pt x="192" y="207"/>
                    <a:pt x="189" y="207"/>
                    <a:pt x="186" y="207"/>
                  </a:cubicBezTo>
                  <a:close/>
                  <a:moveTo>
                    <a:pt x="219" y="206"/>
                  </a:moveTo>
                  <a:cubicBezTo>
                    <a:pt x="218" y="202"/>
                    <a:pt x="218" y="202"/>
                    <a:pt x="218" y="202"/>
                  </a:cubicBezTo>
                  <a:cubicBezTo>
                    <a:pt x="225" y="201"/>
                    <a:pt x="232" y="200"/>
                    <a:pt x="238" y="199"/>
                  </a:cubicBezTo>
                  <a:cubicBezTo>
                    <a:pt x="239" y="203"/>
                    <a:pt x="239" y="203"/>
                    <a:pt x="239" y="203"/>
                  </a:cubicBezTo>
                  <a:cubicBezTo>
                    <a:pt x="232" y="204"/>
                    <a:pt x="225" y="205"/>
                    <a:pt x="219" y="206"/>
                  </a:cubicBezTo>
                  <a:close/>
                  <a:moveTo>
                    <a:pt x="150" y="205"/>
                  </a:moveTo>
                  <a:cubicBezTo>
                    <a:pt x="144" y="204"/>
                    <a:pt x="137" y="204"/>
                    <a:pt x="130" y="202"/>
                  </a:cubicBezTo>
                  <a:cubicBezTo>
                    <a:pt x="131" y="198"/>
                    <a:pt x="131" y="198"/>
                    <a:pt x="131" y="198"/>
                  </a:cubicBezTo>
                  <a:cubicBezTo>
                    <a:pt x="138" y="200"/>
                    <a:pt x="144" y="201"/>
                    <a:pt x="151" y="201"/>
                  </a:cubicBezTo>
                  <a:lnTo>
                    <a:pt x="150" y="205"/>
                  </a:lnTo>
                  <a:close/>
                  <a:moveTo>
                    <a:pt x="262" y="198"/>
                  </a:moveTo>
                  <a:cubicBezTo>
                    <a:pt x="261" y="194"/>
                    <a:pt x="261" y="194"/>
                    <a:pt x="261" y="194"/>
                  </a:cubicBezTo>
                  <a:cubicBezTo>
                    <a:pt x="268" y="193"/>
                    <a:pt x="274" y="191"/>
                    <a:pt x="280" y="189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75" y="194"/>
                    <a:pt x="269" y="196"/>
                    <a:pt x="262" y="198"/>
                  </a:cubicBezTo>
                  <a:close/>
                  <a:moveTo>
                    <a:pt x="107" y="197"/>
                  </a:moveTo>
                  <a:cubicBezTo>
                    <a:pt x="100" y="196"/>
                    <a:pt x="94" y="194"/>
                    <a:pt x="88" y="191"/>
                  </a:cubicBezTo>
                  <a:cubicBezTo>
                    <a:pt x="89" y="188"/>
                    <a:pt x="89" y="188"/>
                    <a:pt x="89" y="188"/>
                  </a:cubicBezTo>
                  <a:cubicBezTo>
                    <a:pt x="95" y="190"/>
                    <a:pt x="101" y="192"/>
                    <a:pt x="108" y="193"/>
                  </a:cubicBezTo>
                  <a:lnTo>
                    <a:pt x="107" y="197"/>
                  </a:lnTo>
                  <a:close/>
                  <a:moveTo>
                    <a:pt x="304" y="184"/>
                  </a:moveTo>
                  <a:cubicBezTo>
                    <a:pt x="303" y="180"/>
                    <a:pt x="303" y="180"/>
                    <a:pt x="303" y="180"/>
                  </a:cubicBezTo>
                  <a:cubicBezTo>
                    <a:pt x="309" y="177"/>
                    <a:pt x="315" y="174"/>
                    <a:pt x="320" y="171"/>
                  </a:cubicBezTo>
                  <a:cubicBezTo>
                    <a:pt x="322" y="174"/>
                    <a:pt x="322" y="174"/>
                    <a:pt x="322" y="174"/>
                  </a:cubicBezTo>
                  <a:cubicBezTo>
                    <a:pt x="317" y="177"/>
                    <a:pt x="311" y="181"/>
                    <a:pt x="304" y="184"/>
                  </a:cubicBezTo>
                  <a:close/>
                  <a:moveTo>
                    <a:pt x="65" y="182"/>
                  </a:moveTo>
                  <a:cubicBezTo>
                    <a:pt x="59" y="179"/>
                    <a:pt x="53" y="176"/>
                    <a:pt x="47" y="173"/>
                  </a:cubicBezTo>
                  <a:cubicBezTo>
                    <a:pt x="50" y="169"/>
                    <a:pt x="50" y="169"/>
                    <a:pt x="50" y="169"/>
                  </a:cubicBezTo>
                  <a:cubicBezTo>
                    <a:pt x="55" y="173"/>
                    <a:pt x="61" y="176"/>
                    <a:pt x="67" y="179"/>
                  </a:cubicBezTo>
                  <a:lnTo>
                    <a:pt x="65" y="182"/>
                  </a:lnTo>
                  <a:close/>
                  <a:moveTo>
                    <a:pt x="342" y="160"/>
                  </a:moveTo>
                  <a:cubicBezTo>
                    <a:pt x="339" y="157"/>
                    <a:pt x="339" y="157"/>
                    <a:pt x="339" y="157"/>
                  </a:cubicBezTo>
                  <a:cubicBezTo>
                    <a:pt x="344" y="152"/>
                    <a:pt x="349" y="148"/>
                    <a:pt x="353" y="143"/>
                  </a:cubicBezTo>
                  <a:cubicBezTo>
                    <a:pt x="356" y="145"/>
                    <a:pt x="356" y="145"/>
                    <a:pt x="356" y="145"/>
                  </a:cubicBezTo>
                  <a:cubicBezTo>
                    <a:pt x="352" y="150"/>
                    <a:pt x="347" y="155"/>
                    <a:pt x="342" y="160"/>
                  </a:cubicBezTo>
                  <a:close/>
                  <a:moveTo>
                    <a:pt x="28" y="158"/>
                  </a:moveTo>
                  <a:cubicBezTo>
                    <a:pt x="23" y="153"/>
                    <a:pt x="18" y="148"/>
                    <a:pt x="14" y="143"/>
                  </a:cubicBezTo>
                  <a:cubicBezTo>
                    <a:pt x="17" y="141"/>
                    <a:pt x="17" y="141"/>
                    <a:pt x="17" y="141"/>
                  </a:cubicBezTo>
                  <a:cubicBezTo>
                    <a:pt x="21" y="146"/>
                    <a:pt x="26" y="150"/>
                    <a:pt x="31" y="155"/>
                  </a:cubicBezTo>
                  <a:lnTo>
                    <a:pt x="28" y="158"/>
                  </a:lnTo>
                  <a:close/>
                  <a:moveTo>
                    <a:pt x="368" y="124"/>
                  </a:moveTo>
                  <a:cubicBezTo>
                    <a:pt x="364" y="123"/>
                    <a:pt x="364" y="123"/>
                    <a:pt x="364" y="123"/>
                  </a:cubicBezTo>
                  <a:cubicBezTo>
                    <a:pt x="366" y="116"/>
                    <a:pt x="368" y="110"/>
                    <a:pt x="368" y="104"/>
                  </a:cubicBezTo>
                  <a:cubicBezTo>
                    <a:pt x="372" y="104"/>
                    <a:pt x="372" y="104"/>
                    <a:pt x="372" y="104"/>
                  </a:cubicBezTo>
                  <a:cubicBezTo>
                    <a:pt x="372" y="111"/>
                    <a:pt x="370" y="117"/>
                    <a:pt x="368" y="124"/>
                  </a:cubicBezTo>
                  <a:close/>
                  <a:moveTo>
                    <a:pt x="3" y="121"/>
                  </a:moveTo>
                  <a:cubicBezTo>
                    <a:pt x="1" y="115"/>
                    <a:pt x="0" y="110"/>
                    <a:pt x="0" y="104"/>
                  </a:cubicBezTo>
                  <a:cubicBezTo>
                    <a:pt x="0" y="103"/>
                    <a:pt x="1" y="102"/>
                    <a:pt x="1" y="101"/>
                  </a:cubicBezTo>
                  <a:cubicBezTo>
                    <a:pt x="5" y="101"/>
                    <a:pt x="5" y="101"/>
                    <a:pt x="5" y="101"/>
                  </a:cubicBezTo>
                  <a:cubicBezTo>
                    <a:pt x="5" y="102"/>
                    <a:pt x="4" y="103"/>
                    <a:pt x="4" y="104"/>
                  </a:cubicBezTo>
                  <a:cubicBezTo>
                    <a:pt x="4" y="109"/>
                    <a:pt x="5" y="115"/>
                    <a:pt x="7" y="120"/>
                  </a:cubicBezTo>
                  <a:lnTo>
                    <a:pt x="3" y="121"/>
                  </a:lnTo>
                  <a:close/>
                  <a:moveTo>
                    <a:pt x="366" y="90"/>
                  </a:moveTo>
                  <a:cubicBezTo>
                    <a:pt x="364" y="84"/>
                    <a:pt x="362" y="78"/>
                    <a:pt x="358" y="73"/>
                  </a:cubicBezTo>
                  <a:cubicBezTo>
                    <a:pt x="362" y="70"/>
                    <a:pt x="362" y="70"/>
                    <a:pt x="362" y="70"/>
                  </a:cubicBezTo>
                  <a:cubicBezTo>
                    <a:pt x="365" y="77"/>
                    <a:pt x="368" y="83"/>
                    <a:pt x="370" y="89"/>
                  </a:cubicBezTo>
                  <a:lnTo>
                    <a:pt x="366" y="90"/>
                  </a:lnTo>
                  <a:close/>
                  <a:moveTo>
                    <a:pt x="10" y="79"/>
                  </a:moveTo>
                  <a:cubicBezTo>
                    <a:pt x="7" y="77"/>
                    <a:pt x="7" y="77"/>
                    <a:pt x="7" y="77"/>
                  </a:cubicBezTo>
                  <a:cubicBezTo>
                    <a:pt x="10" y="71"/>
                    <a:pt x="13" y="65"/>
                    <a:pt x="18" y="60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7" y="68"/>
                    <a:pt x="13" y="73"/>
                    <a:pt x="10" y="79"/>
                  </a:cubicBezTo>
                  <a:close/>
                  <a:moveTo>
                    <a:pt x="344" y="54"/>
                  </a:moveTo>
                  <a:cubicBezTo>
                    <a:pt x="339" y="50"/>
                    <a:pt x="334" y="46"/>
                    <a:pt x="328" y="42"/>
                  </a:cubicBezTo>
                  <a:cubicBezTo>
                    <a:pt x="331" y="39"/>
                    <a:pt x="331" y="39"/>
                    <a:pt x="331" y="39"/>
                  </a:cubicBezTo>
                  <a:cubicBezTo>
                    <a:pt x="336" y="43"/>
                    <a:pt x="342" y="47"/>
                    <a:pt x="346" y="52"/>
                  </a:cubicBezTo>
                  <a:lnTo>
                    <a:pt x="344" y="54"/>
                  </a:lnTo>
                  <a:close/>
                  <a:moveTo>
                    <a:pt x="38" y="46"/>
                  </a:moveTo>
                  <a:cubicBezTo>
                    <a:pt x="36" y="43"/>
                    <a:pt x="36" y="43"/>
                    <a:pt x="36" y="43"/>
                  </a:cubicBezTo>
                  <a:cubicBezTo>
                    <a:pt x="41" y="39"/>
                    <a:pt x="46" y="35"/>
                    <a:pt x="53" y="32"/>
                  </a:cubicBezTo>
                  <a:cubicBezTo>
                    <a:pt x="55" y="35"/>
                    <a:pt x="55" y="35"/>
                    <a:pt x="55" y="35"/>
                  </a:cubicBezTo>
                  <a:cubicBezTo>
                    <a:pt x="49" y="39"/>
                    <a:pt x="43" y="42"/>
                    <a:pt x="38" y="46"/>
                  </a:cubicBezTo>
                  <a:close/>
                  <a:moveTo>
                    <a:pt x="308" y="30"/>
                  </a:moveTo>
                  <a:cubicBezTo>
                    <a:pt x="302" y="27"/>
                    <a:pt x="296" y="25"/>
                    <a:pt x="290" y="22"/>
                  </a:cubicBezTo>
                  <a:cubicBezTo>
                    <a:pt x="291" y="18"/>
                    <a:pt x="291" y="18"/>
                    <a:pt x="291" y="18"/>
                  </a:cubicBezTo>
                  <a:cubicBezTo>
                    <a:pt x="298" y="21"/>
                    <a:pt x="304" y="24"/>
                    <a:pt x="310" y="27"/>
                  </a:cubicBezTo>
                  <a:lnTo>
                    <a:pt x="308" y="30"/>
                  </a:lnTo>
                  <a:close/>
                  <a:moveTo>
                    <a:pt x="76" y="25"/>
                  </a:moveTo>
                  <a:cubicBezTo>
                    <a:pt x="74" y="21"/>
                    <a:pt x="74" y="21"/>
                    <a:pt x="74" y="21"/>
                  </a:cubicBezTo>
                  <a:cubicBezTo>
                    <a:pt x="80" y="19"/>
                    <a:pt x="87" y="16"/>
                    <a:pt x="93" y="14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88" y="20"/>
                    <a:pt x="82" y="22"/>
                    <a:pt x="76" y="25"/>
                  </a:cubicBezTo>
                  <a:close/>
                  <a:moveTo>
                    <a:pt x="267" y="15"/>
                  </a:moveTo>
                  <a:cubicBezTo>
                    <a:pt x="261" y="13"/>
                    <a:pt x="254" y="12"/>
                    <a:pt x="248" y="10"/>
                  </a:cubicBezTo>
                  <a:cubicBezTo>
                    <a:pt x="248" y="6"/>
                    <a:pt x="248" y="6"/>
                    <a:pt x="248" y="6"/>
                  </a:cubicBezTo>
                  <a:cubicBezTo>
                    <a:pt x="255" y="8"/>
                    <a:pt x="262" y="9"/>
                    <a:pt x="268" y="11"/>
                  </a:cubicBezTo>
                  <a:lnTo>
                    <a:pt x="267" y="15"/>
                  </a:lnTo>
                  <a:close/>
                  <a:moveTo>
                    <a:pt x="117" y="12"/>
                  </a:moveTo>
                  <a:cubicBezTo>
                    <a:pt x="117" y="8"/>
                    <a:pt x="117" y="8"/>
                    <a:pt x="117" y="8"/>
                  </a:cubicBezTo>
                  <a:cubicBezTo>
                    <a:pt x="123" y="6"/>
                    <a:pt x="130" y="5"/>
                    <a:pt x="136" y="4"/>
                  </a:cubicBezTo>
                  <a:cubicBezTo>
                    <a:pt x="137" y="8"/>
                    <a:pt x="137" y="8"/>
                    <a:pt x="137" y="8"/>
                  </a:cubicBezTo>
                  <a:cubicBezTo>
                    <a:pt x="130" y="9"/>
                    <a:pt x="124" y="10"/>
                    <a:pt x="117" y="12"/>
                  </a:cubicBezTo>
                  <a:close/>
                  <a:moveTo>
                    <a:pt x="224" y="7"/>
                  </a:moveTo>
                  <a:cubicBezTo>
                    <a:pt x="218" y="6"/>
                    <a:pt x="211" y="5"/>
                    <a:pt x="204" y="5"/>
                  </a:cubicBezTo>
                  <a:cubicBezTo>
                    <a:pt x="205" y="1"/>
                    <a:pt x="205" y="1"/>
                    <a:pt x="205" y="1"/>
                  </a:cubicBezTo>
                  <a:cubicBezTo>
                    <a:pt x="211" y="1"/>
                    <a:pt x="218" y="2"/>
                    <a:pt x="225" y="3"/>
                  </a:cubicBezTo>
                  <a:lnTo>
                    <a:pt x="224" y="7"/>
                  </a:lnTo>
                  <a:close/>
                  <a:moveTo>
                    <a:pt x="161" y="5"/>
                  </a:moveTo>
                  <a:cubicBezTo>
                    <a:pt x="160" y="1"/>
                    <a:pt x="160" y="1"/>
                    <a:pt x="160" y="1"/>
                  </a:cubicBezTo>
                  <a:cubicBezTo>
                    <a:pt x="167" y="1"/>
                    <a:pt x="174" y="1"/>
                    <a:pt x="180" y="0"/>
                  </a:cubicBezTo>
                  <a:cubicBezTo>
                    <a:pt x="180" y="4"/>
                    <a:pt x="180" y="4"/>
                    <a:pt x="180" y="4"/>
                  </a:cubicBezTo>
                  <a:cubicBezTo>
                    <a:pt x="174" y="5"/>
                    <a:pt x="167" y="5"/>
                    <a:pt x="161" y="5"/>
                  </a:cubicBez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" name="ïS1íḓê"/>
            <p:cNvSpPr/>
            <p:nvPr/>
          </p:nvSpPr>
          <p:spPr bwMode="auto">
            <a:xfrm>
              <a:off x="6983413" y="4518026"/>
              <a:ext cx="1227138" cy="681038"/>
            </a:xfrm>
            <a:custGeom>
              <a:avLst/>
              <a:gdLst>
                <a:gd name="T0" fmla="*/ 174 w 372"/>
                <a:gd name="T1" fmla="*/ 207 h 207"/>
                <a:gd name="T2" fmla="*/ 195 w 372"/>
                <a:gd name="T3" fmla="*/ 203 h 207"/>
                <a:gd name="T4" fmla="*/ 186 w 372"/>
                <a:gd name="T5" fmla="*/ 207 h 207"/>
                <a:gd name="T6" fmla="*/ 218 w 372"/>
                <a:gd name="T7" fmla="*/ 202 h 207"/>
                <a:gd name="T8" fmla="*/ 239 w 372"/>
                <a:gd name="T9" fmla="*/ 203 h 207"/>
                <a:gd name="T10" fmla="*/ 150 w 372"/>
                <a:gd name="T11" fmla="*/ 205 h 207"/>
                <a:gd name="T12" fmla="*/ 131 w 372"/>
                <a:gd name="T13" fmla="*/ 198 h 207"/>
                <a:gd name="T14" fmla="*/ 150 w 372"/>
                <a:gd name="T15" fmla="*/ 205 h 207"/>
                <a:gd name="T16" fmla="*/ 261 w 372"/>
                <a:gd name="T17" fmla="*/ 194 h 207"/>
                <a:gd name="T18" fmla="*/ 282 w 372"/>
                <a:gd name="T19" fmla="*/ 192 h 207"/>
                <a:gd name="T20" fmla="*/ 107 w 372"/>
                <a:gd name="T21" fmla="*/ 197 h 207"/>
                <a:gd name="T22" fmla="*/ 89 w 372"/>
                <a:gd name="T23" fmla="*/ 188 h 207"/>
                <a:gd name="T24" fmla="*/ 107 w 372"/>
                <a:gd name="T25" fmla="*/ 197 h 207"/>
                <a:gd name="T26" fmla="*/ 303 w 372"/>
                <a:gd name="T27" fmla="*/ 180 h 207"/>
                <a:gd name="T28" fmla="*/ 322 w 372"/>
                <a:gd name="T29" fmla="*/ 174 h 207"/>
                <a:gd name="T30" fmla="*/ 65 w 372"/>
                <a:gd name="T31" fmla="*/ 182 h 207"/>
                <a:gd name="T32" fmla="*/ 50 w 372"/>
                <a:gd name="T33" fmla="*/ 169 h 207"/>
                <a:gd name="T34" fmla="*/ 65 w 372"/>
                <a:gd name="T35" fmla="*/ 182 h 207"/>
                <a:gd name="T36" fmla="*/ 339 w 372"/>
                <a:gd name="T37" fmla="*/ 157 h 207"/>
                <a:gd name="T38" fmla="*/ 356 w 372"/>
                <a:gd name="T39" fmla="*/ 145 h 207"/>
                <a:gd name="T40" fmla="*/ 28 w 372"/>
                <a:gd name="T41" fmla="*/ 158 h 207"/>
                <a:gd name="T42" fmla="*/ 17 w 372"/>
                <a:gd name="T43" fmla="*/ 141 h 207"/>
                <a:gd name="T44" fmla="*/ 28 w 372"/>
                <a:gd name="T45" fmla="*/ 158 h 207"/>
                <a:gd name="T46" fmla="*/ 364 w 372"/>
                <a:gd name="T47" fmla="*/ 123 h 207"/>
                <a:gd name="T48" fmla="*/ 372 w 372"/>
                <a:gd name="T49" fmla="*/ 104 h 207"/>
                <a:gd name="T50" fmla="*/ 3 w 372"/>
                <a:gd name="T51" fmla="*/ 121 h 207"/>
                <a:gd name="T52" fmla="*/ 1 w 372"/>
                <a:gd name="T53" fmla="*/ 101 h 207"/>
                <a:gd name="T54" fmla="*/ 4 w 372"/>
                <a:gd name="T55" fmla="*/ 104 h 207"/>
                <a:gd name="T56" fmla="*/ 3 w 372"/>
                <a:gd name="T57" fmla="*/ 121 h 207"/>
                <a:gd name="T58" fmla="*/ 358 w 372"/>
                <a:gd name="T59" fmla="*/ 73 h 207"/>
                <a:gd name="T60" fmla="*/ 370 w 372"/>
                <a:gd name="T61" fmla="*/ 89 h 207"/>
                <a:gd name="T62" fmla="*/ 10 w 372"/>
                <a:gd name="T63" fmla="*/ 79 h 207"/>
                <a:gd name="T64" fmla="*/ 18 w 372"/>
                <a:gd name="T65" fmla="*/ 60 h 207"/>
                <a:gd name="T66" fmla="*/ 10 w 372"/>
                <a:gd name="T67" fmla="*/ 79 h 207"/>
                <a:gd name="T68" fmla="*/ 328 w 372"/>
                <a:gd name="T69" fmla="*/ 42 h 207"/>
                <a:gd name="T70" fmla="*/ 346 w 372"/>
                <a:gd name="T71" fmla="*/ 52 h 207"/>
                <a:gd name="T72" fmla="*/ 38 w 372"/>
                <a:gd name="T73" fmla="*/ 46 h 207"/>
                <a:gd name="T74" fmla="*/ 53 w 372"/>
                <a:gd name="T75" fmla="*/ 32 h 207"/>
                <a:gd name="T76" fmla="*/ 38 w 372"/>
                <a:gd name="T77" fmla="*/ 46 h 207"/>
                <a:gd name="T78" fmla="*/ 290 w 372"/>
                <a:gd name="T79" fmla="*/ 22 h 207"/>
                <a:gd name="T80" fmla="*/ 310 w 372"/>
                <a:gd name="T81" fmla="*/ 27 h 207"/>
                <a:gd name="T82" fmla="*/ 76 w 372"/>
                <a:gd name="T83" fmla="*/ 25 h 207"/>
                <a:gd name="T84" fmla="*/ 93 w 372"/>
                <a:gd name="T85" fmla="*/ 14 h 207"/>
                <a:gd name="T86" fmla="*/ 76 w 372"/>
                <a:gd name="T87" fmla="*/ 25 h 207"/>
                <a:gd name="T88" fmla="*/ 248 w 372"/>
                <a:gd name="T89" fmla="*/ 10 h 207"/>
                <a:gd name="T90" fmla="*/ 268 w 372"/>
                <a:gd name="T91" fmla="*/ 11 h 207"/>
                <a:gd name="T92" fmla="*/ 117 w 372"/>
                <a:gd name="T93" fmla="*/ 12 h 207"/>
                <a:gd name="T94" fmla="*/ 136 w 372"/>
                <a:gd name="T95" fmla="*/ 4 h 207"/>
                <a:gd name="T96" fmla="*/ 117 w 372"/>
                <a:gd name="T97" fmla="*/ 12 h 207"/>
                <a:gd name="T98" fmla="*/ 204 w 372"/>
                <a:gd name="T99" fmla="*/ 5 h 207"/>
                <a:gd name="T100" fmla="*/ 225 w 372"/>
                <a:gd name="T101" fmla="*/ 3 h 207"/>
                <a:gd name="T102" fmla="*/ 161 w 372"/>
                <a:gd name="T103" fmla="*/ 5 h 207"/>
                <a:gd name="T104" fmla="*/ 180 w 372"/>
                <a:gd name="T105" fmla="*/ 0 h 207"/>
                <a:gd name="T106" fmla="*/ 161 w 372"/>
                <a:gd name="T107" fmla="*/ 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2" h="207">
                  <a:moveTo>
                    <a:pt x="186" y="207"/>
                  </a:moveTo>
                  <a:cubicBezTo>
                    <a:pt x="182" y="207"/>
                    <a:pt x="178" y="207"/>
                    <a:pt x="174" y="207"/>
                  </a:cubicBezTo>
                  <a:cubicBezTo>
                    <a:pt x="175" y="203"/>
                    <a:pt x="175" y="203"/>
                    <a:pt x="175" y="203"/>
                  </a:cubicBezTo>
                  <a:cubicBezTo>
                    <a:pt x="181" y="203"/>
                    <a:pt x="188" y="203"/>
                    <a:pt x="195" y="203"/>
                  </a:cubicBezTo>
                  <a:cubicBezTo>
                    <a:pt x="195" y="207"/>
                    <a:pt x="195" y="207"/>
                    <a:pt x="195" y="207"/>
                  </a:cubicBezTo>
                  <a:cubicBezTo>
                    <a:pt x="192" y="207"/>
                    <a:pt x="189" y="207"/>
                    <a:pt x="186" y="207"/>
                  </a:cubicBezTo>
                  <a:close/>
                  <a:moveTo>
                    <a:pt x="219" y="206"/>
                  </a:moveTo>
                  <a:cubicBezTo>
                    <a:pt x="218" y="202"/>
                    <a:pt x="218" y="202"/>
                    <a:pt x="218" y="202"/>
                  </a:cubicBezTo>
                  <a:cubicBezTo>
                    <a:pt x="225" y="201"/>
                    <a:pt x="232" y="200"/>
                    <a:pt x="238" y="199"/>
                  </a:cubicBezTo>
                  <a:cubicBezTo>
                    <a:pt x="239" y="203"/>
                    <a:pt x="239" y="203"/>
                    <a:pt x="239" y="203"/>
                  </a:cubicBezTo>
                  <a:cubicBezTo>
                    <a:pt x="232" y="204"/>
                    <a:pt x="225" y="205"/>
                    <a:pt x="219" y="206"/>
                  </a:cubicBezTo>
                  <a:close/>
                  <a:moveTo>
                    <a:pt x="150" y="205"/>
                  </a:moveTo>
                  <a:cubicBezTo>
                    <a:pt x="144" y="204"/>
                    <a:pt x="137" y="204"/>
                    <a:pt x="130" y="202"/>
                  </a:cubicBezTo>
                  <a:cubicBezTo>
                    <a:pt x="131" y="198"/>
                    <a:pt x="131" y="198"/>
                    <a:pt x="131" y="198"/>
                  </a:cubicBezTo>
                  <a:cubicBezTo>
                    <a:pt x="138" y="200"/>
                    <a:pt x="144" y="201"/>
                    <a:pt x="151" y="201"/>
                  </a:cubicBezTo>
                  <a:lnTo>
                    <a:pt x="150" y="205"/>
                  </a:lnTo>
                  <a:close/>
                  <a:moveTo>
                    <a:pt x="262" y="198"/>
                  </a:moveTo>
                  <a:cubicBezTo>
                    <a:pt x="261" y="194"/>
                    <a:pt x="261" y="194"/>
                    <a:pt x="261" y="194"/>
                  </a:cubicBezTo>
                  <a:cubicBezTo>
                    <a:pt x="268" y="193"/>
                    <a:pt x="274" y="191"/>
                    <a:pt x="280" y="189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75" y="194"/>
                    <a:pt x="269" y="196"/>
                    <a:pt x="262" y="198"/>
                  </a:cubicBezTo>
                  <a:close/>
                  <a:moveTo>
                    <a:pt x="107" y="197"/>
                  </a:moveTo>
                  <a:cubicBezTo>
                    <a:pt x="100" y="196"/>
                    <a:pt x="94" y="194"/>
                    <a:pt x="88" y="191"/>
                  </a:cubicBezTo>
                  <a:cubicBezTo>
                    <a:pt x="89" y="188"/>
                    <a:pt x="89" y="188"/>
                    <a:pt x="89" y="188"/>
                  </a:cubicBezTo>
                  <a:cubicBezTo>
                    <a:pt x="95" y="190"/>
                    <a:pt x="101" y="192"/>
                    <a:pt x="108" y="193"/>
                  </a:cubicBezTo>
                  <a:lnTo>
                    <a:pt x="107" y="197"/>
                  </a:lnTo>
                  <a:close/>
                  <a:moveTo>
                    <a:pt x="304" y="184"/>
                  </a:moveTo>
                  <a:cubicBezTo>
                    <a:pt x="303" y="180"/>
                    <a:pt x="303" y="180"/>
                    <a:pt x="303" y="180"/>
                  </a:cubicBezTo>
                  <a:cubicBezTo>
                    <a:pt x="309" y="177"/>
                    <a:pt x="315" y="174"/>
                    <a:pt x="320" y="171"/>
                  </a:cubicBezTo>
                  <a:cubicBezTo>
                    <a:pt x="322" y="174"/>
                    <a:pt x="322" y="174"/>
                    <a:pt x="322" y="174"/>
                  </a:cubicBezTo>
                  <a:cubicBezTo>
                    <a:pt x="317" y="177"/>
                    <a:pt x="311" y="181"/>
                    <a:pt x="304" y="184"/>
                  </a:cubicBezTo>
                  <a:close/>
                  <a:moveTo>
                    <a:pt x="65" y="182"/>
                  </a:moveTo>
                  <a:cubicBezTo>
                    <a:pt x="59" y="179"/>
                    <a:pt x="53" y="176"/>
                    <a:pt x="47" y="173"/>
                  </a:cubicBezTo>
                  <a:cubicBezTo>
                    <a:pt x="50" y="169"/>
                    <a:pt x="50" y="169"/>
                    <a:pt x="50" y="169"/>
                  </a:cubicBezTo>
                  <a:cubicBezTo>
                    <a:pt x="55" y="173"/>
                    <a:pt x="61" y="176"/>
                    <a:pt x="67" y="179"/>
                  </a:cubicBezTo>
                  <a:lnTo>
                    <a:pt x="65" y="182"/>
                  </a:lnTo>
                  <a:close/>
                  <a:moveTo>
                    <a:pt x="342" y="160"/>
                  </a:moveTo>
                  <a:cubicBezTo>
                    <a:pt x="339" y="157"/>
                    <a:pt x="339" y="157"/>
                    <a:pt x="339" y="157"/>
                  </a:cubicBezTo>
                  <a:cubicBezTo>
                    <a:pt x="344" y="152"/>
                    <a:pt x="349" y="148"/>
                    <a:pt x="353" y="143"/>
                  </a:cubicBezTo>
                  <a:cubicBezTo>
                    <a:pt x="356" y="145"/>
                    <a:pt x="356" y="145"/>
                    <a:pt x="356" y="145"/>
                  </a:cubicBezTo>
                  <a:cubicBezTo>
                    <a:pt x="352" y="150"/>
                    <a:pt x="347" y="155"/>
                    <a:pt x="342" y="160"/>
                  </a:cubicBezTo>
                  <a:close/>
                  <a:moveTo>
                    <a:pt x="28" y="158"/>
                  </a:moveTo>
                  <a:cubicBezTo>
                    <a:pt x="23" y="153"/>
                    <a:pt x="18" y="148"/>
                    <a:pt x="14" y="143"/>
                  </a:cubicBezTo>
                  <a:cubicBezTo>
                    <a:pt x="17" y="141"/>
                    <a:pt x="17" y="141"/>
                    <a:pt x="17" y="141"/>
                  </a:cubicBezTo>
                  <a:cubicBezTo>
                    <a:pt x="21" y="146"/>
                    <a:pt x="26" y="150"/>
                    <a:pt x="31" y="155"/>
                  </a:cubicBezTo>
                  <a:lnTo>
                    <a:pt x="28" y="158"/>
                  </a:lnTo>
                  <a:close/>
                  <a:moveTo>
                    <a:pt x="368" y="124"/>
                  </a:moveTo>
                  <a:cubicBezTo>
                    <a:pt x="364" y="123"/>
                    <a:pt x="364" y="123"/>
                    <a:pt x="364" y="123"/>
                  </a:cubicBezTo>
                  <a:cubicBezTo>
                    <a:pt x="366" y="116"/>
                    <a:pt x="368" y="110"/>
                    <a:pt x="368" y="104"/>
                  </a:cubicBezTo>
                  <a:cubicBezTo>
                    <a:pt x="372" y="104"/>
                    <a:pt x="372" y="104"/>
                    <a:pt x="372" y="104"/>
                  </a:cubicBezTo>
                  <a:cubicBezTo>
                    <a:pt x="372" y="111"/>
                    <a:pt x="370" y="117"/>
                    <a:pt x="368" y="124"/>
                  </a:cubicBezTo>
                  <a:close/>
                  <a:moveTo>
                    <a:pt x="3" y="121"/>
                  </a:moveTo>
                  <a:cubicBezTo>
                    <a:pt x="1" y="115"/>
                    <a:pt x="0" y="110"/>
                    <a:pt x="0" y="104"/>
                  </a:cubicBezTo>
                  <a:cubicBezTo>
                    <a:pt x="0" y="103"/>
                    <a:pt x="1" y="102"/>
                    <a:pt x="1" y="101"/>
                  </a:cubicBezTo>
                  <a:cubicBezTo>
                    <a:pt x="5" y="101"/>
                    <a:pt x="5" y="101"/>
                    <a:pt x="5" y="101"/>
                  </a:cubicBezTo>
                  <a:cubicBezTo>
                    <a:pt x="5" y="102"/>
                    <a:pt x="4" y="103"/>
                    <a:pt x="4" y="104"/>
                  </a:cubicBezTo>
                  <a:cubicBezTo>
                    <a:pt x="4" y="109"/>
                    <a:pt x="5" y="115"/>
                    <a:pt x="7" y="120"/>
                  </a:cubicBezTo>
                  <a:lnTo>
                    <a:pt x="3" y="121"/>
                  </a:lnTo>
                  <a:close/>
                  <a:moveTo>
                    <a:pt x="366" y="90"/>
                  </a:moveTo>
                  <a:cubicBezTo>
                    <a:pt x="364" y="84"/>
                    <a:pt x="362" y="78"/>
                    <a:pt x="358" y="73"/>
                  </a:cubicBezTo>
                  <a:cubicBezTo>
                    <a:pt x="362" y="70"/>
                    <a:pt x="362" y="70"/>
                    <a:pt x="362" y="70"/>
                  </a:cubicBezTo>
                  <a:cubicBezTo>
                    <a:pt x="365" y="77"/>
                    <a:pt x="368" y="83"/>
                    <a:pt x="370" y="89"/>
                  </a:cubicBezTo>
                  <a:lnTo>
                    <a:pt x="366" y="90"/>
                  </a:lnTo>
                  <a:close/>
                  <a:moveTo>
                    <a:pt x="10" y="79"/>
                  </a:moveTo>
                  <a:cubicBezTo>
                    <a:pt x="7" y="77"/>
                    <a:pt x="7" y="77"/>
                    <a:pt x="7" y="77"/>
                  </a:cubicBezTo>
                  <a:cubicBezTo>
                    <a:pt x="10" y="71"/>
                    <a:pt x="13" y="65"/>
                    <a:pt x="18" y="60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7" y="68"/>
                    <a:pt x="13" y="73"/>
                    <a:pt x="10" y="79"/>
                  </a:cubicBezTo>
                  <a:close/>
                  <a:moveTo>
                    <a:pt x="344" y="54"/>
                  </a:moveTo>
                  <a:cubicBezTo>
                    <a:pt x="339" y="50"/>
                    <a:pt x="334" y="46"/>
                    <a:pt x="328" y="42"/>
                  </a:cubicBezTo>
                  <a:cubicBezTo>
                    <a:pt x="331" y="39"/>
                    <a:pt x="331" y="39"/>
                    <a:pt x="331" y="39"/>
                  </a:cubicBezTo>
                  <a:cubicBezTo>
                    <a:pt x="336" y="43"/>
                    <a:pt x="342" y="47"/>
                    <a:pt x="346" y="52"/>
                  </a:cubicBezTo>
                  <a:lnTo>
                    <a:pt x="344" y="54"/>
                  </a:lnTo>
                  <a:close/>
                  <a:moveTo>
                    <a:pt x="38" y="46"/>
                  </a:moveTo>
                  <a:cubicBezTo>
                    <a:pt x="36" y="43"/>
                    <a:pt x="36" y="43"/>
                    <a:pt x="36" y="43"/>
                  </a:cubicBezTo>
                  <a:cubicBezTo>
                    <a:pt x="41" y="39"/>
                    <a:pt x="46" y="35"/>
                    <a:pt x="53" y="32"/>
                  </a:cubicBezTo>
                  <a:cubicBezTo>
                    <a:pt x="55" y="35"/>
                    <a:pt x="55" y="35"/>
                    <a:pt x="55" y="35"/>
                  </a:cubicBezTo>
                  <a:cubicBezTo>
                    <a:pt x="49" y="39"/>
                    <a:pt x="43" y="42"/>
                    <a:pt x="38" y="46"/>
                  </a:cubicBezTo>
                  <a:close/>
                  <a:moveTo>
                    <a:pt x="308" y="30"/>
                  </a:moveTo>
                  <a:cubicBezTo>
                    <a:pt x="302" y="27"/>
                    <a:pt x="296" y="25"/>
                    <a:pt x="290" y="22"/>
                  </a:cubicBezTo>
                  <a:cubicBezTo>
                    <a:pt x="291" y="18"/>
                    <a:pt x="291" y="18"/>
                    <a:pt x="291" y="18"/>
                  </a:cubicBezTo>
                  <a:cubicBezTo>
                    <a:pt x="297" y="21"/>
                    <a:pt x="304" y="24"/>
                    <a:pt x="310" y="27"/>
                  </a:cubicBezTo>
                  <a:lnTo>
                    <a:pt x="308" y="30"/>
                  </a:lnTo>
                  <a:close/>
                  <a:moveTo>
                    <a:pt x="76" y="25"/>
                  </a:moveTo>
                  <a:cubicBezTo>
                    <a:pt x="74" y="21"/>
                    <a:pt x="74" y="21"/>
                    <a:pt x="74" y="21"/>
                  </a:cubicBezTo>
                  <a:cubicBezTo>
                    <a:pt x="80" y="19"/>
                    <a:pt x="87" y="16"/>
                    <a:pt x="93" y="14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88" y="20"/>
                    <a:pt x="82" y="22"/>
                    <a:pt x="76" y="25"/>
                  </a:cubicBezTo>
                  <a:close/>
                  <a:moveTo>
                    <a:pt x="267" y="15"/>
                  </a:moveTo>
                  <a:cubicBezTo>
                    <a:pt x="261" y="13"/>
                    <a:pt x="254" y="12"/>
                    <a:pt x="248" y="10"/>
                  </a:cubicBezTo>
                  <a:cubicBezTo>
                    <a:pt x="248" y="6"/>
                    <a:pt x="248" y="6"/>
                    <a:pt x="248" y="6"/>
                  </a:cubicBezTo>
                  <a:cubicBezTo>
                    <a:pt x="255" y="8"/>
                    <a:pt x="262" y="9"/>
                    <a:pt x="268" y="11"/>
                  </a:cubicBezTo>
                  <a:lnTo>
                    <a:pt x="267" y="15"/>
                  </a:lnTo>
                  <a:close/>
                  <a:moveTo>
                    <a:pt x="117" y="12"/>
                  </a:moveTo>
                  <a:cubicBezTo>
                    <a:pt x="117" y="8"/>
                    <a:pt x="117" y="8"/>
                    <a:pt x="117" y="8"/>
                  </a:cubicBezTo>
                  <a:cubicBezTo>
                    <a:pt x="123" y="6"/>
                    <a:pt x="130" y="5"/>
                    <a:pt x="136" y="4"/>
                  </a:cubicBezTo>
                  <a:cubicBezTo>
                    <a:pt x="137" y="8"/>
                    <a:pt x="137" y="8"/>
                    <a:pt x="137" y="8"/>
                  </a:cubicBezTo>
                  <a:cubicBezTo>
                    <a:pt x="130" y="9"/>
                    <a:pt x="124" y="10"/>
                    <a:pt x="117" y="12"/>
                  </a:cubicBezTo>
                  <a:close/>
                  <a:moveTo>
                    <a:pt x="224" y="7"/>
                  </a:moveTo>
                  <a:cubicBezTo>
                    <a:pt x="218" y="6"/>
                    <a:pt x="211" y="5"/>
                    <a:pt x="204" y="5"/>
                  </a:cubicBezTo>
                  <a:cubicBezTo>
                    <a:pt x="205" y="1"/>
                    <a:pt x="205" y="1"/>
                    <a:pt x="205" y="1"/>
                  </a:cubicBezTo>
                  <a:cubicBezTo>
                    <a:pt x="211" y="1"/>
                    <a:pt x="218" y="2"/>
                    <a:pt x="225" y="3"/>
                  </a:cubicBezTo>
                  <a:lnTo>
                    <a:pt x="224" y="7"/>
                  </a:lnTo>
                  <a:close/>
                  <a:moveTo>
                    <a:pt x="161" y="5"/>
                  </a:moveTo>
                  <a:cubicBezTo>
                    <a:pt x="160" y="1"/>
                    <a:pt x="160" y="1"/>
                    <a:pt x="160" y="1"/>
                  </a:cubicBezTo>
                  <a:cubicBezTo>
                    <a:pt x="167" y="1"/>
                    <a:pt x="174" y="1"/>
                    <a:pt x="180" y="0"/>
                  </a:cubicBezTo>
                  <a:cubicBezTo>
                    <a:pt x="180" y="4"/>
                    <a:pt x="180" y="4"/>
                    <a:pt x="180" y="4"/>
                  </a:cubicBezTo>
                  <a:cubicBezTo>
                    <a:pt x="174" y="5"/>
                    <a:pt x="167" y="5"/>
                    <a:pt x="161" y="5"/>
                  </a:cubicBez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" name="ïŝliďe"/>
            <p:cNvSpPr/>
            <p:nvPr/>
          </p:nvSpPr>
          <p:spPr bwMode="auto">
            <a:xfrm>
              <a:off x="6586538" y="3106738"/>
              <a:ext cx="1227138" cy="682625"/>
            </a:xfrm>
            <a:custGeom>
              <a:avLst/>
              <a:gdLst>
                <a:gd name="T0" fmla="*/ 174 w 372"/>
                <a:gd name="T1" fmla="*/ 207 h 207"/>
                <a:gd name="T2" fmla="*/ 195 w 372"/>
                <a:gd name="T3" fmla="*/ 203 h 207"/>
                <a:gd name="T4" fmla="*/ 186 w 372"/>
                <a:gd name="T5" fmla="*/ 207 h 207"/>
                <a:gd name="T6" fmla="*/ 218 w 372"/>
                <a:gd name="T7" fmla="*/ 202 h 207"/>
                <a:gd name="T8" fmla="*/ 239 w 372"/>
                <a:gd name="T9" fmla="*/ 203 h 207"/>
                <a:gd name="T10" fmla="*/ 150 w 372"/>
                <a:gd name="T11" fmla="*/ 205 h 207"/>
                <a:gd name="T12" fmla="*/ 131 w 372"/>
                <a:gd name="T13" fmla="*/ 198 h 207"/>
                <a:gd name="T14" fmla="*/ 150 w 372"/>
                <a:gd name="T15" fmla="*/ 205 h 207"/>
                <a:gd name="T16" fmla="*/ 261 w 372"/>
                <a:gd name="T17" fmla="*/ 194 h 207"/>
                <a:gd name="T18" fmla="*/ 282 w 372"/>
                <a:gd name="T19" fmla="*/ 192 h 207"/>
                <a:gd name="T20" fmla="*/ 107 w 372"/>
                <a:gd name="T21" fmla="*/ 197 h 207"/>
                <a:gd name="T22" fmla="*/ 89 w 372"/>
                <a:gd name="T23" fmla="*/ 188 h 207"/>
                <a:gd name="T24" fmla="*/ 107 w 372"/>
                <a:gd name="T25" fmla="*/ 197 h 207"/>
                <a:gd name="T26" fmla="*/ 303 w 372"/>
                <a:gd name="T27" fmla="*/ 180 h 207"/>
                <a:gd name="T28" fmla="*/ 322 w 372"/>
                <a:gd name="T29" fmla="*/ 174 h 207"/>
                <a:gd name="T30" fmla="*/ 65 w 372"/>
                <a:gd name="T31" fmla="*/ 182 h 207"/>
                <a:gd name="T32" fmla="*/ 50 w 372"/>
                <a:gd name="T33" fmla="*/ 169 h 207"/>
                <a:gd name="T34" fmla="*/ 65 w 372"/>
                <a:gd name="T35" fmla="*/ 182 h 207"/>
                <a:gd name="T36" fmla="*/ 339 w 372"/>
                <a:gd name="T37" fmla="*/ 157 h 207"/>
                <a:gd name="T38" fmla="*/ 356 w 372"/>
                <a:gd name="T39" fmla="*/ 145 h 207"/>
                <a:gd name="T40" fmla="*/ 28 w 372"/>
                <a:gd name="T41" fmla="*/ 158 h 207"/>
                <a:gd name="T42" fmla="*/ 17 w 372"/>
                <a:gd name="T43" fmla="*/ 141 h 207"/>
                <a:gd name="T44" fmla="*/ 28 w 372"/>
                <a:gd name="T45" fmla="*/ 158 h 207"/>
                <a:gd name="T46" fmla="*/ 364 w 372"/>
                <a:gd name="T47" fmla="*/ 123 h 207"/>
                <a:gd name="T48" fmla="*/ 372 w 372"/>
                <a:gd name="T49" fmla="*/ 104 h 207"/>
                <a:gd name="T50" fmla="*/ 3 w 372"/>
                <a:gd name="T51" fmla="*/ 121 h 207"/>
                <a:gd name="T52" fmla="*/ 1 w 372"/>
                <a:gd name="T53" fmla="*/ 101 h 207"/>
                <a:gd name="T54" fmla="*/ 4 w 372"/>
                <a:gd name="T55" fmla="*/ 104 h 207"/>
                <a:gd name="T56" fmla="*/ 3 w 372"/>
                <a:gd name="T57" fmla="*/ 121 h 207"/>
                <a:gd name="T58" fmla="*/ 358 w 372"/>
                <a:gd name="T59" fmla="*/ 73 h 207"/>
                <a:gd name="T60" fmla="*/ 370 w 372"/>
                <a:gd name="T61" fmla="*/ 89 h 207"/>
                <a:gd name="T62" fmla="*/ 10 w 372"/>
                <a:gd name="T63" fmla="*/ 79 h 207"/>
                <a:gd name="T64" fmla="*/ 18 w 372"/>
                <a:gd name="T65" fmla="*/ 60 h 207"/>
                <a:gd name="T66" fmla="*/ 10 w 372"/>
                <a:gd name="T67" fmla="*/ 79 h 207"/>
                <a:gd name="T68" fmla="*/ 328 w 372"/>
                <a:gd name="T69" fmla="*/ 42 h 207"/>
                <a:gd name="T70" fmla="*/ 346 w 372"/>
                <a:gd name="T71" fmla="*/ 52 h 207"/>
                <a:gd name="T72" fmla="*/ 38 w 372"/>
                <a:gd name="T73" fmla="*/ 46 h 207"/>
                <a:gd name="T74" fmla="*/ 53 w 372"/>
                <a:gd name="T75" fmla="*/ 32 h 207"/>
                <a:gd name="T76" fmla="*/ 38 w 372"/>
                <a:gd name="T77" fmla="*/ 46 h 207"/>
                <a:gd name="T78" fmla="*/ 290 w 372"/>
                <a:gd name="T79" fmla="*/ 22 h 207"/>
                <a:gd name="T80" fmla="*/ 310 w 372"/>
                <a:gd name="T81" fmla="*/ 27 h 207"/>
                <a:gd name="T82" fmla="*/ 76 w 372"/>
                <a:gd name="T83" fmla="*/ 25 h 207"/>
                <a:gd name="T84" fmla="*/ 93 w 372"/>
                <a:gd name="T85" fmla="*/ 14 h 207"/>
                <a:gd name="T86" fmla="*/ 76 w 372"/>
                <a:gd name="T87" fmla="*/ 25 h 207"/>
                <a:gd name="T88" fmla="*/ 248 w 372"/>
                <a:gd name="T89" fmla="*/ 10 h 207"/>
                <a:gd name="T90" fmla="*/ 268 w 372"/>
                <a:gd name="T91" fmla="*/ 11 h 207"/>
                <a:gd name="T92" fmla="*/ 117 w 372"/>
                <a:gd name="T93" fmla="*/ 12 h 207"/>
                <a:gd name="T94" fmla="*/ 136 w 372"/>
                <a:gd name="T95" fmla="*/ 4 h 207"/>
                <a:gd name="T96" fmla="*/ 117 w 372"/>
                <a:gd name="T97" fmla="*/ 12 h 207"/>
                <a:gd name="T98" fmla="*/ 204 w 372"/>
                <a:gd name="T99" fmla="*/ 5 h 207"/>
                <a:gd name="T100" fmla="*/ 225 w 372"/>
                <a:gd name="T101" fmla="*/ 3 h 207"/>
                <a:gd name="T102" fmla="*/ 161 w 372"/>
                <a:gd name="T103" fmla="*/ 5 h 207"/>
                <a:gd name="T104" fmla="*/ 180 w 372"/>
                <a:gd name="T105" fmla="*/ 0 h 207"/>
                <a:gd name="T106" fmla="*/ 161 w 372"/>
                <a:gd name="T107" fmla="*/ 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2" h="207">
                  <a:moveTo>
                    <a:pt x="186" y="207"/>
                  </a:moveTo>
                  <a:cubicBezTo>
                    <a:pt x="182" y="207"/>
                    <a:pt x="178" y="207"/>
                    <a:pt x="174" y="207"/>
                  </a:cubicBezTo>
                  <a:cubicBezTo>
                    <a:pt x="175" y="203"/>
                    <a:pt x="175" y="203"/>
                    <a:pt x="175" y="203"/>
                  </a:cubicBezTo>
                  <a:cubicBezTo>
                    <a:pt x="181" y="203"/>
                    <a:pt x="188" y="203"/>
                    <a:pt x="195" y="203"/>
                  </a:cubicBezTo>
                  <a:cubicBezTo>
                    <a:pt x="195" y="207"/>
                    <a:pt x="195" y="207"/>
                    <a:pt x="195" y="207"/>
                  </a:cubicBezTo>
                  <a:cubicBezTo>
                    <a:pt x="192" y="207"/>
                    <a:pt x="189" y="207"/>
                    <a:pt x="186" y="207"/>
                  </a:cubicBezTo>
                  <a:close/>
                  <a:moveTo>
                    <a:pt x="219" y="206"/>
                  </a:moveTo>
                  <a:cubicBezTo>
                    <a:pt x="218" y="202"/>
                    <a:pt x="218" y="202"/>
                    <a:pt x="218" y="202"/>
                  </a:cubicBezTo>
                  <a:cubicBezTo>
                    <a:pt x="225" y="201"/>
                    <a:pt x="232" y="200"/>
                    <a:pt x="238" y="199"/>
                  </a:cubicBezTo>
                  <a:cubicBezTo>
                    <a:pt x="239" y="203"/>
                    <a:pt x="239" y="203"/>
                    <a:pt x="239" y="203"/>
                  </a:cubicBezTo>
                  <a:cubicBezTo>
                    <a:pt x="232" y="204"/>
                    <a:pt x="225" y="205"/>
                    <a:pt x="219" y="206"/>
                  </a:cubicBezTo>
                  <a:close/>
                  <a:moveTo>
                    <a:pt x="150" y="205"/>
                  </a:moveTo>
                  <a:cubicBezTo>
                    <a:pt x="144" y="204"/>
                    <a:pt x="137" y="204"/>
                    <a:pt x="130" y="202"/>
                  </a:cubicBezTo>
                  <a:cubicBezTo>
                    <a:pt x="131" y="198"/>
                    <a:pt x="131" y="198"/>
                    <a:pt x="131" y="198"/>
                  </a:cubicBezTo>
                  <a:cubicBezTo>
                    <a:pt x="138" y="200"/>
                    <a:pt x="144" y="201"/>
                    <a:pt x="151" y="201"/>
                  </a:cubicBezTo>
                  <a:lnTo>
                    <a:pt x="150" y="205"/>
                  </a:lnTo>
                  <a:close/>
                  <a:moveTo>
                    <a:pt x="262" y="198"/>
                  </a:moveTo>
                  <a:cubicBezTo>
                    <a:pt x="261" y="194"/>
                    <a:pt x="261" y="194"/>
                    <a:pt x="261" y="194"/>
                  </a:cubicBezTo>
                  <a:cubicBezTo>
                    <a:pt x="268" y="193"/>
                    <a:pt x="274" y="191"/>
                    <a:pt x="280" y="189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75" y="194"/>
                    <a:pt x="269" y="196"/>
                    <a:pt x="262" y="198"/>
                  </a:cubicBezTo>
                  <a:close/>
                  <a:moveTo>
                    <a:pt x="107" y="197"/>
                  </a:moveTo>
                  <a:cubicBezTo>
                    <a:pt x="100" y="196"/>
                    <a:pt x="94" y="194"/>
                    <a:pt x="88" y="191"/>
                  </a:cubicBezTo>
                  <a:cubicBezTo>
                    <a:pt x="89" y="188"/>
                    <a:pt x="89" y="188"/>
                    <a:pt x="89" y="188"/>
                  </a:cubicBezTo>
                  <a:cubicBezTo>
                    <a:pt x="95" y="190"/>
                    <a:pt x="101" y="192"/>
                    <a:pt x="108" y="193"/>
                  </a:cubicBezTo>
                  <a:lnTo>
                    <a:pt x="107" y="197"/>
                  </a:lnTo>
                  <a:close/>
                  <a:moveTo>
                    <a:pt x="304" y="184"/>
                  </a:moveTo>
                  <a:cubicBezTo>
                    <a:pt x="303" y="180"/>
                    <a:pt x="303" y="180"/>
                    <a:pt x="303" y="180"/>
                  </a:cubicBezTo>
                  <a:cubicBezTo>
                    <a:pt x="309" y="177"/>
                    <a:pt x="315" y="174"/>
                    <a:pt x="320" y="171"/>
                  </a:cubicBezTo>
                  <a:cubicBezTo>
                    <a:pt x="322" y="174"/>
                    <a:pt x="322" y="174"/>
                    <a:pt x="322" y="174"/>
                  </a:cubicBezTo>
                  <a:cubicBezTo>
                    <a:pt x="317" y="177"/>
                    <a:pt x="311" y="181"/>
                    <a:pt x="304" y="184"/>
                  </a:cubicBezTo>
                  <a:close/>
                  <a:moveTo>
                    <a:pt x="65" y="182"/>
                  </a:moveTo>
                  <a:cubicBezTo>
                    <a:pt x="59" y="179"/>
                    <a:pt x="53" y="176"/>
                    <a:pt x="47" y="173"/>
                  </a:cubicBezTo>
                  <a:cubicBezTo>
                    <a:pt x="50" y="169"/>
                    <a:pt x="50" y="169"/>
                    <a:pt x="50" y="169"/>
                  </a:cubicBezTo>
                  <a:cubicBezTo>
                    <a:pt x="55" y="173"/>
                    <a:pt x="61" y="176"/>
                    <a:pt x="67" y="179"/>
                  </a:cubicBezTo>
                  <a:lnTo>
                    <a:pt x="65" y="182"/>
                  </a:lnTo>
                  <a:close/>
                  <a:moveTo>
                    <a:pt x="342" y="160"/>
                  </a:moveTo>
                  <a:cubicBezTo>
                    <a:pt x="339" y="157"/>
                    <a:pt x="339" y="157"/>
                    <a:pt x="339" y="157"/>
                  </a:cubicBezTo>
                  <a:cubicBezTo>
                    <a:pt x="344" y="152"/>
                    <a:pt x="349" y="148"/>
                    <a:pt x="353" y="143"/>
                  </a:cubicBezTo>
                  <a:cubicBezTo>
                    <a:pt x="356" y="145"/>
                    <a:pt x="356" y="145"/>
                    <a:pt x="356" y="145"/>
                  </a:cubicBezTo>
                  <a:cubicBezTo>
                    <a:pt x="352" y="150"/>
                    <a:pt x="347" y="155"/>
                    <a:pt x="342" y="160"/>
                  </a:cubicBezTo>
                  <a:close/>
                  <a:moveTo>
                    <a:pt x="28" y="158"/>
                  </a:moveTo>
                  <a:cubicBezTo>
                    <a:pt x="23" y="153"/>
                    <a:pt x="18" y="148"/>
                    <a:pt x="14" y="143"/>
                  </a:cubicBezTo>
                  <a:cubicBezTo>
                    <a:pt x="17" y="141"/>
                    <a:pt x="17" y="141"/>
                    <a:pt x="17" y="141"/>
                  </a:cubicBezTo>
                  <a:cubicBezTo>
                    <a:pt x="21" y="146"/>
                    <a:pt x="26" y="150"/>
                    <a:pt x="31" y="155"/>
                  </a:cubicBezTo>
                  <a:lnTo>
                    <a:pt x="28" y="158"/>
                  </a:lnTo>
                  <a:close/>
                  <a:moveTo>
                    <a:pt x="368" y="124"/>
                  </a:moveTo>
                  <a:cubicBezTo>
                    <a:pt x="364" y="123"/>
                    <a:pt x="364" y="123"/>
                    <a:pt x="364" y="123"/>
                  </a:cubicBezTo>
                  <a:cubicBezTo>
                    <a:pt x="366" y="116"/>
                    <a:pt x="368" y="110"/>
                    <a:pt x="368" y="104"/>
                  </a:cubicBezTo>
                  <a:cubicBezTo>
                    <a:pt x="372" y="104"/>
                    <a:pt x="372" y="104"/>
                    <a:pt x="372" y="104"/>
                  </a:cubicBezTo>
                  <a:cubicBezTo>
                    <a:pt x="372" y="111"/>
                    <a:pt x="370" y="117"/>
                    <a:pt x="368" y="124"/>
                  </a:cubicBezTo>
                  <a:close/>
                  <a:moveTo>
                    <a:pt x="3" y="121"/>
                  </a:moveTo>
                  <a:cubicBezTo>
                    <a:pt x="1" y="115"/>
                    <a:pt x="0" y="110"/>
                    <a:pt x="0" y="104"/>
                  </a:cubicBezTo>
                  <a:cubicBezTo>
                    <a:pt x="0" y="103"/>
                    <a:pt x="1" y="102"/>
                    <a:pt x="1" y="101"/>
                  </a:cubicBezTo>
                  <a:cubicBezTo>
                    <a:pt x="5" y="101"/>
                    <a:pt x="5" y="101"/>
                    <a:pt x="5" y="101"/>
                  </a:cubicBezTo>
                  <a:cubicBezTo>
                    <a:pt x="5" y="102"/>
                    <a:pt x="4" y="103"/>
                    <a:pt x="4" y="104"/>
                  </a:cubicBezTo>
                  <a:cubicBezTo>
                    <a:pt x="4" y="109"/>
                    <a:pt x="5" y="115"/>
                    <a:pt x="7" y="120"/>
                  </a:cubicBezTo>
                  <a:lnTo>
                    <a:pt x="3" y="121"/>
                  </a:lnTo>
                  <a:close/>
                  <a:moveTo>
                    <a:pt x="366" y="90"/>
                  </a:moveTo>
                  <a:cubicBezTo>
                    <a:pt x="364" y="84"/>
                    <a:pt x="362" y="78"/>
                    <a:pt x="358" y="73"/>
                  </a:cubicBezTo>
                  <a:cubicBezTo>
                    <a:pt x="362" y="70"/>
                    <a:pt x="362" y="70"/>
                    <a:pt x="362" y="70"/>
                  </a:cubicBezTo>
                  <a:cubicBezTo>
                    <a:pt x="365" y="77"/>
                    <a:pt x="368" y="83"/>
                    <a:pt x="370" y="89"/>
                  </a:cubicBezTo>
                  <a:lnTo>
                    <a:pt x="366" y="90"/>
                  </a:lnTo>
                  <a:close/>
                  <a:moveTo>
                    <a:pt x="10" y="79"/>
                  </a:moveTo>
                  <a:cubicBezTo>
                    <a:pt x="7" y="77"/>
                    <a:pt x="7" y="77"/>
                    <a:pt x="7" y="77"/>
                  </a:cubicBezTo>
                  <a:cubicBezTo>
                    <a:pt x="10" y="71"/>
                    <a:pt x="13" y="65"/>
                    <a:pt x="18" y="60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7" y="68"/>
                    <a:pt x="13" y="73"/>
                    <a:pt x="10" y="79"/>
                  </a:cubicBezTo>
                  <a:close/>
                  <a:moveTo>
                    <a:pt x="344" y="54"/>
                  </a:moveTo>
                  <a:cubicBezTo>
                    <a:pt x="339" y="50"/>
                    <a:pt x="334" y="46"/>
                    <a:pt x="328" y="42"/>
                  </a:cubicBezTo>
                  <a:cubicBezTo>
                    <a:pt x="331" y="39"/>
                    <a:pt x="331" y="39"/>
                    <a:pt x="331" y="39"/>
                  </a:cubicBezTo>
                  <a:cubicBezTo>
                    <a:pt x="336" y="43"/>
                    <a:pt x="342" y="47"/>
                    <a:pt x="346" y="52"/>
                  </a:cubicBezTo>
                  <a:lnTo>
                    <a:pt x="344" y="54"/>
                  </a:lnTo>
                  <a:close/>
                  <a:moveTo>
                    <a:pt x="38" y="46"/>
                  </a:moveTo>
                  <a:cubicBezTo>
                    <a:pt x="36" y="43"/>
                    <a:pt x="36" y="43"/>
                    <a:pt x="36" y="43"/>
                  </a:cubicBezTo>
                  <a:cubicBezTo>
                    <a:pt x="41" y="39"/>
                    <a:pt x="46" y="35"/>
                    <a:pt x="53" y="32"/>
                  </a:cubicBezTo>
                  <a:cubicBezTo>
                    <a:pt x="55" y="35"/>
                    <a:pt x="55" y="35"/>
                    <a:pt x="55" y="35"/>
                  </a:cubicBezTo>
                  <a:cubicBezTo>
                    <a:pt x="49" y="39"/>
                    <a:pt x="43" y="42"/>
                    <a:pt x="38" y="46"/>
                  </a:cubicBezTo>
                  <a:close/>
                  <a:moveTo>
                    <a:pt x="308" y="30"/>
                  </a:moveTo>
                  <a:cubicBezTo>
                    <a:pt x="302" y="27"/>
                    <a:pt x="296" y="25"/>
                    <a:pt x="290" y="22"/>
                  </a:cubicBezTo>
                  <a:cubicBezTo>
                    <a:pt x="291" y="18"/>
                    <a:pt x="291" y="18"/>
                    <a:pt x="291" y="18"/>
                  </a:cubicBezTo>
                  <a:cubicBezTo>
                    <a:pt x="297" y="21"/>
                    <a:pt x="304" y="24"/>
                    <a:pt x="310" y="27"/>
                  </a:cubicBezTo>
                  <a:lnTo>
                    <a:pt x="308" y="30"/>
                  </a:lnTo>
                  <a:close/>
                  <a:moveTo>
                    <a:pt x="76" y="25"/>
                  </a:moveTo>
                  <a:cubicBezTo>
                    <a:pt x="74" y="21"/>
                    <a:pt x="74" y="21"/>
                    <a:pt x="74" y="21"/>
                  </a:cubicBezTo>
                  <a:cubicBezTo>
                    <a:pt x="80" y="19"/>
                    <a:pt x="87" y="16"/>
                    <a:pt x="93" y="14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88" y="20"/>
                    <a:pt x="82" y="22"/>
                    <a:pt x="76" y="25"/>
                  </a:cubicBezTo>
                  <a:close/>
                  <a:moveTo>
                    <a:pt x="267" y="15"/>
                  </a:moveTo>
                  <a:cubicBezTo>
                    <a:pt x="261" y="13"/>
                    <a:pt x="254" y="12"/>
                    <a:pt x="248" y="10"/>
                  </a:cubicBezTo>
                  <a:cubicBezTo>
                    <a:pt x="248" y="6"/>
                    <a:pt x="248" y="6"/>
                    <a:pt x="248" y="6"/>
                  </a:cubicBezTo>
                  <a:cubicBezTo>
                    <a:pt x="255" y="8"/>
                    <a:pt x="262" y="9"/>
                    <a:pt x="268" y="11"/>
                  </a:cubicBezTo>
                  <a:lnTo>
                    <a:pt x="267" y="15"/>
                  </a:lnTo>
                  <a:close/>
                  <a:moveTo>
                    <a:pt x="117" y="12"/>
                  </a:moveTo>
                  <a:cubicBezTo>
                    <a:pt x="117" y="8"/>
                    <a:pt x="117" y="8"/>
                    <a:pt x="117" y="8"/>
                  </a:cubicBezTo>
                  <a:cubicBezTo>
                    <a:pt x="123" y="6"/>
                    <a:pt x="130" y="5"/>
                    <a:pt x="136" y="4"/>
                  </a:cubicBezTo>
                  <a:cubicBezTo>
                    <a:pt x="137" y="8"/>
                    <a:pt x="137" y="8"/>
                    <a:pt x="137" y="8"/>
                  </a:cubicBezTo>
                  <a:cubicBezTo>
                    <a:pt x="130" y="9"/>
                    <a:pt x="124" y="10"/>
                    <a:pt x="117" y="12"/>
                  </a:cubicBezTo>
                  <a:close/>
                  <a:moveTo>
                    <a:pt x="224" y="7"/>
                  </a:moveTo>
                  <a:cubicBezTo>
                    <a:pt x="218" y="6"/>
                    <a:pt x="211" y="5"/>
                    <a:pt x="204" y="5"/>
                  </a:cubicBezTo>
                  <a:cubicBezTo>
                    <a:pt x="205" y="1"/>
                    <a:pt x="205" y="1"/>
                    <a:pt x="205" y="1"/>
                  </a:cubicBezTo>
                  <a:cubicBezTo>
                    <a:pt x="211" y="1"/>
                    <a:pt x="218" y="2"/>
                    <a:pt x="225" y="3"/>
                  </a:cubicBezTo>
                  <a:lnTo>
                    <a:pt x="224" y="7"/>
                  </a:lnTo>
                  <a:close/>
                  <a:moveTo>
                    <a:pt x="161" y="5"/>
                  </a:moveTo>
                  <a:cubicBezTo>
                    <a:pt x="160" y="1"/>
                    <a:pt x="160" y="1"/>
                    <a:pt x="160" y="1"/>
                  </a:cubicBezTo>
                  <a:cubicBezTo>
                    <a:pt x="167" y="1"/>
                    <a:pt x="174" y="1"/>
                    <a:pt x="180" y="0"/>
                  </a:cubicBezTo>
                  <a:cubicBezTo>
                    <a:pt x="180" y="4"/>
                    <a:pt x="180" y="4"/>
                    <a:pt x="180" y="4"/>
                  </a:cubicBezTo>
                  <a:cubicBezTo>
                    <a:pt x="174" y="5"/>
                    <a:pt x="167" y="5"/>
                    <a:pt x="161" y="5"/>
                  </a:cubicBez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" name="iSḻiḍê"/>
            <p:cNvSpPr/>
            <p:nvPr/>
          </p:nvSpPr>
          <p:spPr bwMode="auto">
            <a:xfrm>
              <a:off x="5213350" y="2262188"/>
              <a:ext cx="1228725" cy="682625"/>
            </a:xfrm>
            <a:custGeom>
              <a:avLst/>
              <a:gdLst>
                <a:gd name="T0" fmla="*/ 174 w 372"/>
                <a:gd name="T1" fmla="*/ 207 h 207"/>
                <a:gd name="T2" fmla="*/ 195 w 372"/>
                <a:gd name="T3" fmla="*/ 203 h 207"/>
                <a:gd name="T4" fmla="*/ 186 w 372"/>
                <a:gd name="T5" fmla="*/ 207 h 207"/>
                <a:gd name="T6" fmla="*/ 218 w 372"/>
                <a:gd name="T7" fmla="*/ 202 h 207"/>
                <a:gd name="T8" fmla="*/ 239 w 372"/>
                <a:gd name="T9" fmla="*/ 203 h 207"/>
                <a:gd name="T10" fmla="*/ 150 w 372"/>
                <a:gd name="T11" fmla="*/ 205 h 207"/>
                <a:gd name="T12" fmla="*/ 131 w 372"/>
                <a:gd name="T13" fmla="*/ 198 h 207"/>
                <a:gd name="T14" fmla="*/ 150 w 372"/>
                <a:gd name="T15" fmla="*/ 205 h 207"/>
                <a:gd name="T16" fmla="*/ 261 w 372"/>
                <a:gd name="T17" fmla="*/ 194 h 207"/>
                <a:gd name="T18" fmla="*/ 282 w 372"/>
                <a:gd name="T19" fmla="*/ 192 h 207"/>
                <a:gd name="T20" fmla="*/ 107 w 372"/>
                <a:gd name="T21" fmla="*/ 197 h 207"/>
                <a:gd name="T22" fmla="*/ 89 w 372"/>
                <a:gd name="T23" fmla="*/ 188 h 207"/>
                <a:gd name="T24" fmla="*/ 107 w 372"/>
                <a:gd name="T25" fmla="*/ 197 h 207"/>
                <a:gd name="T26" fmla="*/ 303 w 372"/>
                <a:gd name="T27" fmla="*/ 180 h 207"/>
                <a:gd name="T28" fmla="*/ 322 w 372"/>
                <a:gd name="T29" fmla="*/ 174 h 207"/>
                <a:gd name="T30" fmla="*/ 65 w 372"/>
                <a:gd name="T31" fmla="*/ 182 h 207"/>
                <a:gd name="T32" fmla="*/ 50 w 372"/>
                <a:gd name="T33" fmla="*/ 169 h 207"/>
                <a:gd name="T34" fmla="*/ 65 w 372"/>
                <a:gd name="T35" fmla="*/ 182 h 207"/>
                <a:gd name="T36" fmla="*/ 339 w 372"/>
                <a:gd name="T37" fmla="*/ 157 h 207"/>
                <a:gd name="T38" fmla="*/ 356 w 372"/>
                <a:gd name="T39" fmla="*/ 145 h 207"/>
                <a:gd name="T40" fmla="*/ 28 w 372"/>
                <a:gd name="T41" fmla="*/ 158 h 207"/>
                <a:gd name="T42" fmla="*/ 17 w 372"/>
                <a:gd name="T43" fmla="*/ 141 h 207"/>
                <a:gd name="T44" fmla="*/ 28 w 372"/>
                <a:gd name="T45" fmla="*/ 158 h 207"/>
                <a:gd name="T46" fmla="*/ 364 w 372"/>
                <a:gd name="T47" fmla="*/ 123 h 207"/>
                <a:gd name="T48" fmla="*/ 372 w 372"/>
                <a:gd name="T49" fmla="*/ 104 h 207"/>
                <a:gd name="T50" fmla="*/ 3 w 372"/>
                <a:gd name="T51" fmla="*/ 121 h 207"/>
                <a:gd name="T52" fmla="*/ 1 w 372"/>
                <a:gd name="T53" fmla="*/ 101 h 207"/>
                <a:gd name="T54" fmla="*/ 4 w 372"/>
                <a:gd name="T55" fmla="*/ 104 h 207"/>
                <a:gd name="T56" fmla="*/ 3 w 372"/>
                <a:gd name="T57" fmla="*/ 121 h 207"/>
                <a:gd name="T58" fmla="*/ 358 w 372"/>
                <a:gd name="T59" fmla="*/ 73 h 207"/>
                <a:gd name="T60" fmla="*/ 370 w 372"/>
                <a:gd name="T61" fmla="*/ 89 h 207"/>
                <a:gd name="T62" fmla="*/ 10 w 372"/>
                <a:gd name="T63" fmla="*/ 79 h 207"/>
                <a:gd name="T64" fmla="*/ 18 w 372"/>
                <a:gd name="T65" fmla="*/ 60 h 207"/>
                <a:gd name="T66" fmla="*/ 10 w 372"/>
                <a:gd name="T67" fmla="*/ 79 h 207"/>
                <a:gd name="T68" fmla="*/ 328 w 372"/>
                <a:gd name="T69" fmla="*/ 42 h 207"/>
                <a:gd name="T70" fmla="*/ 346 w 372"/>
                <a:gd name="T71" fmla="*/ 52 h 207"/>
                <a:gd name="T72" fmla="*/ 38 w 372"/>
                <a:gd name="T73" fmla="*/ 46 h 207"/>
                <a:gd name="T74" fmla="*/ 53 w 372"/>
                <a:gd name="T75" fmla="*/ 32 h 207"/>
                <a:gd name="T76" fmla="*/ 38 w 372"/>
                <a:gd name="T77" fmla="*/ 46 h 207"/>
                <a:gd name="T78" fmla="*/ 290 w 372"/>
                <a:gd name="T79" fmla="*/ 22 h 207"/>
                <a:gd name="T80" fmla="*/ 310 w 372"/>
                <a:gd name="T81" fmla="*/ 27 h 207"/>
                <a:gd name="T82" fmla="*/ 76 w 372"/>
                <a:gd name="T83" fmla="*/ 25 h 207"/>
                <a:gd name="T84" fmla="*/ 93 w 372"/>
                <a:gd name="T85" fmla="*/ 14 h 207"/>
                <a:gd name="T86" fmla="*/ 76 w 372"/>
                <a:gd name="T87" fmla="*/ 25 h 207"/>
                <a:gd name="T88" fmla="*/ 248 w 372"/>
                <a:gd name="T89" fmla="*/ 10 h 207"/>
                <a:gd name="T90" fmla="*/ 268 w 372"/>
                <a:gd name="T91" fmla="*/ 11 h 207"/>
                <a:gd name="T92" fmla="*/ 117 w 372"/>
                <a:gd name="T93" fmla="*/ 12 h 207"/>
                <a:gd name="T94" fmla="*/ 136 w 372"/>
                <a:gd name="T95" fmla="*/ 4 h 207"/>
                <a:gd name="T96" fmla="*/ 117 w 372"/>
                <a:gd name="T97" fmla="*/ 12 h 207"/>
                <a:gd name="T98" fmla="*/ 204 w 372"/>
                <a:gd name="T99" fmla="*/ 5 h 207"/>
                <a:gd name="T100" fmla="*/ 225 w 372"/>
                <a:gd name="T101" fmla="*/ 3 h 207"/>
                <a:gd name="T102" fmla="*/ 161 w 372"/>
                <a:gd name="T103" fmla="*/ 5 h 207"/>
                <a:gd name="T104" fmla="*/ 180 w 372"/>
                <a:gd name="T105" fmla="*/ 0 h 207"/>
                <a:gd name="T106" fmla="*/ 161 w 372"/>
                <a:gd name="T107" fmla="*/ 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2" h="207">
                  <a:moveTo>
                    <a:pt x="186" y="207"/>
                  </a:moveTo>
                  <a:cubicBezTo>
                    <a:pt x="182" y="207"/>
                    <a:pt x="178" y="207"/>
                    <a:pt x="174" y="207"/>
                  </a:cubicBezTo>
                  <a:cubicBezTo>
                    <a:pt x="175" y="203"/>
                    <a:pt x="175" y="203"/>
                    <a:pt x="175" y="203"/>
                  </a:cubicBezTo>
                  <a:cubicBezTo>
                    <a:pt x="181" y="203"/>
                    <a:pt x="188" y="203"/>
                    <a:pt x="195" y="203"/>
                  </a:cubicBezTo>
                  <a:cubicBezTo>
                    <a:pt x="195" y="207"/>
                    <a:pt x="195" y="207"/>
                    <a:pt x="195" y="207"/>
                  </a:cubicBezTo>
                  <a:cubicBezTo>
                    <a:pt x="192" y="207"/>
                    <a:pt x="189" y="207"/>
                    <a:pt x="186" y="207"/>
                  </a:cubicBezTo>
                  <a:close/>
                  <a:moveTo>
                    <a:pt x="219" y="206"/>
                  </a:moveTo>
                  <a:cubicBezTo>
                    <a:pt x="218" y="202"/>
                    <a:pt x="218" y="202"/>
                    <a:pt x="218" y="202"/>
                  </a:cubicBezTo>
                  <a:cubicBezTo>
                    <a:pt x="225" y="201"/>
                    <a:pt x="232" y="200"/>
                    <a:pt x="238" y="199"/>
                  </a:cubicBezTo>
                  <a:cubicBezTo>
                    <a:pt x="239" y="203"/>
                    <a:pt x="239" y="203"/>
                    <a:pt x="239" y="203"/>
                  </a:cubicBezTo>
                  <a:cubicBezTo>
                    <a:pt x="232" y="204"/>
                    <a:pt x="225" y="205"/>
                    <a:pt x="219" y="206"/>
                  </a:cubicBezTo>
                  <a:close/>
                  <a:moveTo>
                    <a:pt x="150" y="205"/>
                  </a:moveTo>
                  <a:cubicBezTo>
                    <a:pt x="144" y="204"/>
                    <a:pt x="137" y="204"/>
                    <a:pt x="130" y="202"/>
                  </a:cubicBezTo>
                  <a:cubicBezTo>
                    <a:pt x="131" y="198"/>
                    <a:pt x="131" y="198"/>
                    <a:pt x="131" y="198"/>
                  </a:cubicBezTo>
                  <a:cubicBezTo>
                    <a:pt x="138" y="200"/>
                    <a:pt x="144" y="201"/>
                    <a:pt x="151" y="201"/>
                  </a:cubicBezTo>
                  <a:lnTo>
                    <a:pt x="150" y="205"/>
                  </a:lnTo>
                  <a:close/>
                  <a:moveTo>
                    <a:pt x="262" y="198"/>
                  </a:moveTo>
                  <a:cubicBezTo>
                    <a:pt x="261" y="194"/>
                    <a:pt x="261" y="194"/>
                    <a:pt x="261" y="194"/>
                  </a:cubicBezTo>
                  <a:cubicBezTo>
                    <a:pt x="268" y="193"/>
                    <a:pt x="274" y="191"/>
                    <a:pt x="280" y="189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75" y="194"/>
                    <a:pt x="269" y="196"/>
                    <a:pt x="262" y="198"/>
                  </a:cubicBezTo>
                  <a:close/>
                  <a:moveTo>
                    <a:pt x="107" y="197"/>
                  </a:moveTo>
                  <a:cubicBezTo>
                    <a:pt x="100" y="196"/>
                    <a:pt x="94" y="194"/>
                    <a:pt x="88" y="191"/>
                  </a:cubicBezTo>
                  <a:cubicBezTo>
                    <a:pt x="89" y="188"/>
                    <a:pt x="89" y="188"/>
                    <a:pt x="89" y="188"/>
                  </a:cubicBezTo>
                  <a:cubicBezTo>
                    <a:pt x="95" y="190"/>
                    <a:pt x="101" y="192"/>
                    <a:pt x="108" y="193"/>
                  </a:cubicBezTo>
                  <a:lnTo>
                    <a:pt x="107" y="197"/>
                  </a:lnTo>
                  <a:close/>
                  <a:moveTo>
                    <a:pt x="304" y="184"/>
                  </a:moveTo>
                  <a:cubicBezTo>
                    <a:pt x="303" y="180"/>
                    <a:pt x="303" y="180"/>
                    <a:pt x="303" y="180"/>
                  </a:cubicBezTo>
                  <a:cubicBezTo>
                    <a:pt x="309" y="177"/>
                    <a:pt x="315" y="174"/>
                    <a:pt x="320" y="171"/>
                  </a:cubicBezTo>
                  <a:cubicBezTo>
                    <a:pt x="322" y="174"/>
                    <a:pt x="322" y="174"/>
                    <a:pt x="322" y="174"/>
                  </a:cubicBezTo>
                  <a:cubicBezTo>
                    <a:pt x="317" y="177"/>
                    <a:pt x="311" y="181"/>
                    <a:pt x="304" y="184"/>
                  </a:cubicBezTo>
                  <a:close/>
                  <a:moveTo>
                    <a:pt x="65" y="182"/>
                  </a:moveTo>
                  <a:cubicBezTo>
                    <a:pt x="59" y="179"/>
                    <a:pt x="53" y="176"/>
                    <a:pt x="47" y="173"/>
                  </a:cubicBezTo>
                  <a:cubicBezTo>
                    <a:pt x="50" y="169"/>
                    <a:pt x="50" y="169"/>
                    <a:pt x="50" y="169"/>
                  </a:cubicBezTo>
                  <a:cubicBezTo>
                    <a:pt x="55" y="173"/>
                    <a:pt x="61" y="176"/>
                    <a:pt x="67" y="179"/>
                  </a:cubicBezTo>
                  <a:lnTo>
                    <a:pt x="65" y="182"/>
                  </a:lnTo>
                  <a:close/>
                  <a:moveTo>
                    <a:pt x="342" y="160"/>
                  </a:moveTo>
                  <a:cubicBezTo>
                    <a:pt x="339" y="157"/>
                    <a:pt x="339" y="157"/>
                    <a:pt x="339" y="157"/>
                  </a:cubicBezTo>
                  <a:cubicBezTo>
                    <a:pt x="344" y="152"/>
                    <a:pt x="349" y="148"/>
                    <a:pt x="353" y="143"/>
                  </a:cubicBezTo>
                  <a:cubicBezTo>
                    <a:pt x="356" y="145"/>
                    <a:pt x="356" y="145"/>
                    <a:pt x="356" y="145"/>
                  </a:cubicBezTo>
                  <a:cubicBezTo>
                    <a:pt x="352" y="150"/>
                    <a:pt x="347" y="155"/>
                    <a:pt x="342" y="160"/>
                  </a:cubicBezTo>
                  <a:close/>
                  <a:moveTo>
                    <a:pt x="28" y="158"/>
                  </a:moveTo>
                  <a:cubicBezTo>
                    <a:pt x="23" y="153"/>
                    <a:pt x="18" y="148"/>
                    <a:pt x="14" y="143"/>
                  </a:cubicBezTo>
                  <a:cubicBezTo>
                    <a:pt x="17" y="141"/>
                    <a:pt x="17" y="141"/>
                    <a:pt x="17" y="141"/>
                  </a:cubicBezTo>
                  <a:cubicBezTo>
                    <a:pt x="21" y="146"/>
                    <a:pt x="26" y="150"/>
                    <a:pt x="31" y="155"/>
                  </a:cubicBezTo>
                  <a:lnTo>
                    <a:pt x="28" y="158"/>
                  </a:lnTo>
                  <a:close/>
                  <a:moveTo>
                    <a:pt x="368" y="124"/>
                  </a:moveTo>
                  <a:cubicBezTo>
                    <a:pt x="364" y="123"/>
                    <a:pt x="364" y="123"/>
                    <a:pt x="364" y="123"/>
                  </a:cubicBezTo>
                  <a:cubicBezTo>
                    <a:pt x="366" y="116"/>
                    <a:pt x="368" y="110"/>
                    <a:pt x="368" y="104"/>
                  </a:cubicBezTo>
                  <a:cubicBezTo>
                    <a:pt x="372" y="104"/>
                    <a:pt x="372" y="104"/>
                    <a:pt x="372" y="104"/>
                  </a:cubicBezTo>
                  <a:cubicBezTo>
                    <a:pt x="372" y="111"/>
                    <a:pt x="370" y="117"/>
                    <a:pt x="368" y="124"/>
                  </a:cubicBezTo>
                  <a:close/>
                  <a:moveTo>
                    <a:pt x="3" y="121"/>
                  </a:moveTo>
                  <a:cubicBezTo>
                    <a:pt x="1" y="115"/>
                    <a:pt x="0" y="110"/>
                    <a:pt x="0" y="104"/>
                  </a:cubicBezTo>
                  <a:cubicBezTo>
                    <a:pt x="0" y="103"/>
                    <a:pt x="1" y="102"/>
                    <a:pt x="1" y="101"/>
                  </a:cubicBezTo>
                  <a:cubicBezTo>
                    <a:pt x="5" y="101"/>
                    <a:pt x="5" y="101"/>
                    <a:pt x="5" y="101"/>
                  </a:cubicBezTo>
                  <a:cubicBezTo>
                    <a:pt x="5" y="102"/>
                    <a:pt x="4" y="103"/>
                    <a:pt x="4" y="104"/>
                  </a:cubicBezTo>
                  <a:cubicBezTo>
                    <a:pt x="4" y="109"/>
                    <a:pt x="5" y="115"/>
                    <a:pt x="7" y="120"/>
                  </a:cubicBezTo>
                  <a:lnTo>
                    <a:pt x="3" y="121"/>
                  </a:lnTo>
                  <a:close/>
                  <a:moveTo>
                    <a:pt x="366" y="90"/>
                  </a:moveTo>
                  <a:cubicBezTo>
                    <a:pt x="364" y="84"/>
                    <a:pt x="362" y="78"/>
                    <a:pt x="358" y="73"/>
                  </a:cubicBezTo>
                  <a:cubicBezTo>
                    <a:pt x="362" y="70"/>
                    <a:pt x="362" y="70"/>
                    <a:pt x="362" y="70"/>
                  </a:cubicBezTo>
                  <a:cubicBezTo>
                    <a:pt x="365" y="77"/>
                    <a:pt x="368" y="83"/>
                    <a:pt x="370" y="89"/>
                  </a:cubicBezTo>
                  <a:lnTo>
                    <a:pt x="366" y="90"/>
                  </a:lnTo>
                  <a:close/>
                  <a:moveTo>
                    <a:pt x="10" y="79"/>
                  </a:moveTo>
                  <a:cubicBezTo>
                    <a:pt x="7" y="77"/>
                    <a:pt x="7" y="77"/>
                    <a:pt x="7" y="77"/>
                  </a:cubicBezTo>
                  <a:cubicBezTo>
                    <a:pt x="10" y="71"/>
                    <a:pt x="13" y="65"/>
                    <a:pt x="18" y="60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7" y="68"/>
                    <a:pt x="13" y="73"/>
                    <a:pt x="10" y="79"/>
                  </a:cubicBezTo>
                  <a:close/>
                  <a:moveTo>
                    <a:pt x="344" y="54"/>
                  </a:moveTo>
                  <a:cubicBezTo>
                    <a:pt x="339" y="50"/>
                    <a:pt x="334" y="46"/>
                    <a:pt x="328" y="42"/>
                  </a:cubicBezTo>
                  <a:cubicBezTo>
                    <a:pt x="331" y="39"/>
                    <a:pt x="331" y="39"/>
                    <a:pt x="331" y="39"/>
                  </a:cubicBezTo>
                  <a:cubicBezTo>
                    <a:pt x="336" y="43"/>
                    <a:pt x="342" y="47"/>
                    <a:pt x="346" y="52"/>
                  </a:cubicBezTo>
                  <a:lnTo>
                    <a:pt x="344" y="54"/>
                  </a:lnTo>
                  <a:close/>
                  <a:moveTo>
                    <a:pt x="38" y="46"/>
                  </a:moveTo>
                  <a:cubicBezTo>
                    <a:pt x="36" y="43"/>
                    <a:pt x="36" y="43"/>
                    <a:pt x="36" y="43"/>
                  </a:cubicBezTo>
                  <a:cubicBezTo>
                    <a:pt x="41" y="39"/>
                    <a:pt x="46" y="35"/>
                    <a:pt x="53" y="32"/>
                  </a:cubicBezTo>
                  <a:cubicBezTo>
                    <a:pt x="55" y="35"/>
                    <a:pt x="55" y="35"/>
                    <a:pt x="55" y="35"/>
                  </a:cubicBezTo>
                  <a:cubicBezTo>
                    <a:pt x="49" y="39"/>
                    <a:pt x="43" y="42"/>
                    <a:pt x="38" y="46"/>
                  </a:cubicBezTo>
                  <a:close/>
                  <a:moveTo>
                    <a:pt x="308" y="30"/>
                  </a:moveTo>
                  <a:cubicBezTo>
                    <a:pt x="302" y="27"/>
                    <a:pt x="296" y="25"/>
                    <a:pt x="290" y="22"/>
                  </a:cubicBezTo>
                  <a:cubicBezTo>
                    <a:pt x="291" y="18"/>
                    <a:pt x="291" y="18"/>
                    <a:pt x="291" y="18"/>
                  </a:cubicBezTo>
                  <a:cubicBezTo>
                    <a:pt x="297" y="21"/>
                    <a:pt x="304" y="24"/>
                    <a:pt x="310" y="27"/>
                  </a:cubicBezTo>
                  <a:lnTo>
                    <a:pt x="308" y="30"/>
                  </a:lnTo>
                  <a:close/>
                  <a:moveTo>
                    <a:pt x="76" y="25"/>
                  </a:moveTo>
                  <a:cubicBezTo>
                    <a:pt x="74" y="21"/>
                    <a:pt x="74" y="21"/>
                    <a:pt x="74" y="21"/>
                  </a:cubicBezTo>
                  <a:cubicBezTo>
                    <a:pt x="80" y="19"/>
                    <a:pt x="87" y="16"/>
                    <a:pt x="93" y="14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88" y="20"/>
                    <a:pt x="82" y="22"/>
                    <a:pt x="76" y="25"/>
                  </a:cubicBezTo>
                  <a:close/>
                  <a:moveTo>
                    <a:pt x="267" y="15"/>
                  </a:moveTo>
                  <a:cubicBezTo>
                    <a:pt x="261" y="13"/>
                    <a:pt x="254" y="12"/>
                    <a:pt x="248" y="10"/>
                  </a:cubicBezTo>
                  <a:cubicBezTo>
                    <a:pt x="248" y="6"/>
                    <a:pt x="248" y="6"/>
                    <a:pt x="248" y="6"/>
                  </a:cubicBezTo>
                  <a:cubicBezTo>
                    <a:pt x="255" y="8"/>
                    <a:pt x="262" y="9"/>
                    <a:pt x="268" y="11"/>
                  </a:cubicBezTo>
                  <a:lnTo>
                    <a:pt x="267" y="15"/>
                  </a:lnTo>
                  <a:close/>
                  <a:moveTo>
                    <a:pt x="117" y="12"/>
                  </a:moveTo>
                  <a:cubicBezTo>
                    <a:pt x="117" y="8"/>
                    <a:pt x="117" y="8"/>
                    <a:pt x="117" y="8"/>
                  </a:cubicBezTo>
                  <a:cubicBezTo>
                    <a:pt x="123" y="6"/>
                    <a:pt x="130" y="5"/>
                    <a:pt x="136" y="4"/>
                  </a:cubicBezTo>
                  <a:cubicBezTo>
                    <a:pt x="137" y="8"/>
                    <a:pt x="137" y="8"/>
                    <a:pt x="137" y="8"/>
                  </a:cubicBezTo>
                  <a:cubicBezTo>
                    <a:pt x="130" y="9"/>
                    <a:pt x="124" y="10"/>
                    <a:pt x="117" y="12"/>
                  </a:cubicBezTo>
                  <a:close/>
                  <a:moveTo>
                    <a:pt x="224" y="7"/>
                  </a:moveTo>
                  <a:cubicBezTo>
                    <a:pt x="218" y="6"/>
                    <a:pt x="211" y="5"/>
                    <a:pt x="204" y="5"/>
                  </a:cubicBezTo>
                  <a:cubicBezTo>
                    <a:pt x="205" y="1"/>
                    <a:pt x="205" y="1"/>
                    <a:pt x="205" y="1"/>
                  </a:cubicBezTo>
                  <a:cubicBezTo>
                    <a:pt x="211" y="1"/>
                    <a:pt x="218" y="2"/>
                    <a:pt x="225" y="3"/>
                  </a:cubicBezTo>
                  <a:lnTo>
                    <a:pt x="224" y="7"/>
                  </a:lnTo>
                  <a:close/>
                  <a:moveTo>
                    <a:pt x="161" y="5"/>
                  </a:moveTo>
                  <a:cubicBezTo>
                    <a:pt x="160" y="1"/>
                    <a:pt x="160" y="1"/>
                    <a:pt x="160" y="1"/>
                  </a:cubicBezTo>
                  <a:cubicBezTo>
                    <a:pt x="167" y="1"/>
                    <a:pt x="174" y="1"/>
                    <a:pt x="180" y="0"/>
                  </a:cubicBezTo>
                  <a:cubicBezTo>
                    <a:pt x="180" y="4"/>
                    <a:pt x="180" y="4"/>
                    <a:pt x="180" y="4"/>
                  </a:cubicBezTo>
                  <a:cubicBezTo>
                    <a:pt x="174" y="5"/>
                    <a:pt x="167" y="5"/>
                    <a:pt x="161" y="5"/>
                  </a:cubicBez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" name="ïŝḻîḓê"/>
            <p:cNvSpPr/>
            <p:nvPr/>
          </p:nvSpPr>
          <p:spPr bwMode="auto">
            <a:xfrm>
              <a:off x="4530725" y="3113088"/>
              <a:ext cx="314325" cy="250825"/>
            </a:xfrm>
            <a:custGeom>
              <a:avLst/>
              <a:gdLst>
                <a:gd name="T0" fmla="*/ 90 w 95"/>
                <a:gd name="T1" fmla="*/ 32 h 76"/>
                <a:gd name="T2" fmla="*/ 34 w 95"/>
                <a:gd name="T3" fmla="*/ 0 h 76"/>
                <a:gd name="T4" fmla="*/ 39 w 95"/>
                <a:gd name="T5" fmla="*/ 10 h 76"/>
                <a:gd name="T6" fmla="*/ 34 w 95"/>
                <a:gd name="T7" fmla="*/ 19 h 76"/>
                <a:gd name="T8" fmla="*/ 3 w 95"/>
                <a:gd name="T9" fmla="*/ 37 h 76"/>
                <a:gd name="T10" fmla="*/ 0 w 95"/>
                <a:gd name="T11" fmla="*/ 42 h 76"/>
                <a:gd name="T12" fmla="*/ 1 w 95"/>
                <a:gd name="T13" fmla="*/ 44 h 76"/>
                <a:gd name="T14" fmla="*/ 57 w 95"/>
                <a:gd name="T15" fmla="*/ 76 h 76"/>
                <a:gd name="T16" fmla="*/ 57 w 95"/>
                <a:gd name="T17" fmla="*/ 74 h 76"/>
                <a:gd name="T18" fmla="*/ 59 w 95"/>
                <a:gd name="T19" fmla="*/ 69 h 76"/>
                <a:gd name="T20" fmla="*/ 90 w 95"/>
                <a:gd name="T21" fmla="*/ 52 h 76"/>
                <a:gd name="T22" fmla="*/ 95 w 95"/>
                <a:gd name="T23" fmla="*/ 43 h 76"/>
                <a:gd name="T24" fmla="*/ 90 w 95"/>
                <a:gd name="T25" fmla="*/ 3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76">
                  <a:moveTo>
                    <a:pt x="90" y="32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7" y="1"/>
                    <a:pt x="39" y="5"/>
                    <a:pt x="39" y="10"/>
                  </a:cubicBezTo>
                  <a:cubicBezTo>
                    <a:pt x="39" y="13"/>
                    <a:pt x="37" y="17"/>
                    <a:pt x="34" y="19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2" y="38"/>
                    <a:pt x="0" y="40"/>
                    <a:pt x="0" y="42"/>
                  </a:cubicBezTo>
                  <a:cubicBezTo>
                    <a:pt x="0" y="43"/>
                    <a:pt x="1" y="43"/>
                    <a:pt x="1" y="44"/>
                  </a:cubicBezTo>
                  <a:cubicBezTo>
                    <a:pt x="57" y="76"/>
                    <a:pt x="57" y="76"/>
                    <a:pt x="57" y="76"/>
                  </a:cubicBezTo>
                  <a:cubicBezTo>
                    <a:pt x="57" y="76"/>
                    <a:pt x="57" y="75"/>
                    <a:pt x="57" y="74"/>
                  </a:cubicBezTo>
                  <a:cubicBezTo>
                    <a:pt x="57" y="73"/>
                    <a:pt x="58" y="70"/>
                    <a:pt x="59" y="69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3" y="50"/>
                    <a:pt x="95" y="46"/>
                    <a:pt x="95" y="43"/>
                  </a:cubicBezTo>
                  <a:cubicBezTo>
                    <a:pt x="95" y="38"/>
                    <a:pt x="93" y="34"/>
                    <a:pt x="90" y="32"/>
                  </a:cubicBez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" name="îṡļiḋê"/>
            <p:cNvSpPr/>
            <p:nvPr/>
          </p:nvSpPr>
          <p:spPr bwMode="auto">
            <a:xfrm>
              <a:off x="4511675" y="3014663"/>
              <a:ext cx="201613" cy="131763"/>
            </a:xfrm>
            <a:custGeom>
              <a:avLst/>
              <a:gdLst>
                <a:gd name="T0" fmla="*/ 127 w 127"/>
                <a:gd name="T1" fmla="*/ 68 h 83"/>
                <a:gd name="T2" fmla="*/ 8 w 127"/>
                <a:gd name="T3" fmla="*/ 0 h 83"/>
                <a:gd name="T4" fmla="*/ 0 w 127"/>
                <a:gd name="T5" fmla="*/ 14 h 83"/>
                <a:gd name="T6" fmla="*/ 118 w 127"/>
                <a:gd name="T7" fmla="*/ 83 h 83"/>
                <a:gd name="T8" fmla="*/ 127 w 127"/>
                <a:gd name="T9" fmla="*/ 6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83">
                  <a:moveTo>
                    <a:pt x="127" y="68"/>
                  </a:moveTo>
                  <a:lnTo>
                    <a:pt x="8" y="0"/>
                  </a:lnTo>
                  <a:lnTo>
                    <a:pt x="0" y="14"/>
                  </a:lnTo>
                  <a:lnTo>
                    <a:pt x="118" y="83"/>
                  </a:lnTo>
                  <a:lnTo>
                    <a:pt x="127" y="68"/>
                  </a:lnTo>
                  <a:close/>
                </a:path>
              </a:pathLst>
            </a:custGeom>
            <a:solidFill>
              <a:srgbClr val="21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" name="íṩlïdê"/>
            <p:cNvSpPr/>
            <p:nvPr/>
          </p:nvSpPr>
          <p:spPr bwMode="auto">
            <a:xfrm>
              <a:off x="4524375" y="3014663"/>
              <a:ext cx="317500" cy="180975"/>
            </a:xfrm>
            <a:custGeom>
              <a:avLst/>
              <a:gdLst>
                <a:gd name="T0" fmla="*/ 200 w 200"/>
                <a:gd name="T1" fmla="*/ 114 h 114"/>
                <a:gd name="T2" fmla="*/ 83 w 200"/>
                <a:gd name="T3" fmla="*/ 47 h 114"/>
                <a:gd name="T4" fmla="*/ 0 w 200"/>
                <a:gd name="T5" fmla="*/ 0 h 114"/>
                <a:gd name="T6" fmla="*/ 119 w 200"/>
                <a:gd name="T7" fmla="*/ 68 h 114"/>
                <a:gd name="T8" fmla="*/ 200 w 200"/>
                <a:gd name="T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114">
                  <a:moveTo>
                    <a:pt x="200" y="114"/>
                  </a:moveTo>
                  <a:lnTo>
                    <a:pt x="83" y="47"/>
                  </a:lnTo>
                  <a:lnTo>
                    <a:pt x="0" y="0"/>
                  </a:lnTo>
                  <a:lnTo>
                    <a:pt x="119" y="68"/>
                  </a:lnTo>
                  <a:lnTo>
                    <a:pt x="200" y="114"/>
                  </a:lnTo>
                  <a:close/>
                </a:path>
              </a:pathLst>
            </a:custGeom>
            <a:solidFill>
              <a:srgbClr val="1C1E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" name="iSļíḋè"/>
            <p:cNvSpPr/>
            <p:nvPr/>
          </p:nvSpPr>
          <p:spPr bwMode="auto">
            <a:xfrm>
              <a:off x="4699000" y="3122613"/>
              <a:ext cx="161925" cy="244475"/>
            </a:xfrm>
            <a:custGeom>
              <a:avLst/>
              <a:gdLst>
                <a:gd name="T0" fmla="*/ 4 w 49"/>
                <a:gd name="T1" fmla="*/ 0 h 74"/>
                <a:gd name="T2" fmla="*/ 0 w 49"/>
                <a:gd name="T3" fmla="*/ 7 h 74"/>
                <a:gd name="T4" fmla="*/ 39 w 49"/>
                <a:gd name="T5" fmla="*/ 29 h 74"/>
                <a:gd name="T6" fmla="*/ 44 w 49"/>
                <a:gd name="T7" fmla="*/ 40 h 74"/>
                <a:gd name="T8" fmla="*/ 39 w 49"/>
                <a:gd name="T9" fmla="*/ 49 h 74"/>
                <a:gd name="T10" fmla="*/ 8 w 49"/>
                <a:gd name="T11" fmla="*/ 66 h 74"/>
                <a:gd name="T12" fmla="*/ 6 w 49"/>
                <a:gd name="T13" fmla="*/ 71 h 74"/>
                <a:gd name="T14" fmla="*/ 8 w 49"/>
                <a:gd name="T15" fmla="*/ 73 h 74"/>
                <a:gd name="T16" fmla="*/ 39 w 49"/>
                <a:gd name="T17" fmla="*/ 55 h 74"/>
                <a:gd name="T18" fmla="*/ 49 w 49"/>
                <a:gd name="T19" fmla="*/ 39 h 74"/>
                <a:gd name="T20" fmla="*/ 40 w 49"/>
                <a:gd name="T21" fmla="*/ 22 h 74"/>
                <a:gd name="T22" fmla="*/ 4 w 49"/>
                <a:gd name="T23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9" h="74">
                  <a:moveTo>
                    <a:pt x="4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2" y="31"/>
                    <a:pt x="44" y="35"/>
                    <a:pt x="44" y="40"/>
                  </a:cubicBezTo>
                  <a:cubicBezTo>
                    <a:pt x="44" y="43"/>
                    <a:pt x="42" y="47"/>
                    <a:pt x="39" y="49"/>
                  </a:cubicBezTo>
                  <a:cubicBezTo>
                    <a:pt x="8" y="66"/>
                    <a:pt x="8" y="66"/>
                    <a:pt x="8" y="66"/>
                  </a:cubicBezTo>
                  <a:cubicBezTo>
                    <a:pt x="7" y="67"/>
                    <a:pt x="6" y="70"/>
                    <a:pt x="6" y="71"/>
                  </a:cubicBezTo>
                  <a:cubicBezTo>
                    <a:pt x="6" y="73"/>
                    <a:pt x="7" y="74"/>
                    <a:pt x="8" y="73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5" y="52"/>
                    <a:pt x="49" y="46"/>
                    <a:pt x="49" y="39"/>
                  </a:cubicBezTo>
                  <a:cubicBezTo>
                    <a:pt x="49" y="32"/>
                    <a:pt x="44" y="25"/>
                    <a:pt x="40" y="2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" name="îš1îḍe"/>
            <p:cNvSpPr/>
            <p:nvPr/>
          </p:nvSpPr>
          <p:spPr bwMode="auto">
            <a:xfrm>
              <a:off x="4294188" y="2163763"/>
              <a:ext cx="42863" cy="15875"/>
            </a:xfrm>
            <a:custGeom>
              <a:avLst/>
              <a:gdLst>
                <a:gd name="T0" fmla="*/ 6 w 13"/>
                <a:gd name="T1" fmla="*/ 1 h 5"/>
                <a:gd name="T2" fmla="*/ 0 w 13"/>
                <a:gd name="T3" fmla="*/ 4 h 5"/>
                <a:gd name="T4" fmla="*/ 8 w 13"/>
                <a:gd name="T5" fmla="*/ 5 h 5"/>
                <a:gd name="T6" fmla="*/ 13 w 13"/>
                <a:gd name="T7" fmla="*/ 2 h 5"/>
                <a:gd name="T8" fmla="*/ 6 w 13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5">
                  <a:moveTo>
                    <a:pt x="6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3"/>
                    <a:pt x="5" y="4"/>
                    <a:pt x="8" y="5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0" y="0"/>
                    <a:pt x="8" y="0"/>
                    <a:pt x="6" y="1"/>
                  </a:cubicBezTo>
                  <a:close/>
                </a:path>
              </a:pathLst>
            </a:custGeom>
            <a:solidFill>
              <a:srgbClr val="69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" name="íşḷîḋê"/>
            <p:cNvSpPr/>
            <p:nvPr/>
          </p:nvSpPr>
          <p:spPr bwMode="auto">
            <a:xfrm>
              <a:off x="4322763" y="2209801"/>
              <a:ext cx="828675" cy="1031875"/>
            </a:xfrm>
            <a:custGeom>
              <a:avLst/>
              <a:gdLst>
                <a:gd name="T0" fmla="*/ 13 w 522"/>
                <a:gd name="T1" fmla="*/ 349 h 650"/>
                <a:gd name="T2" fmla="*/ 13 w 522"/>
                <a:gd name="T3" fmla="*/ 0 h 650"/>
                <a:gd name="T4" fmla="*/ 2 w 522"/>
                <a:gd name="T5" fmla="*/ 8 h 650"/>
                <a:gd name="T6" fmla="*/ 0 w 522"/>
                <a:gd name="T7" fmla="*/ 357 h 650"/>
                <a:gd name="T8" fmla="*/ 509 w 522"/>
                <a:gd name="T9" fmla="*/ 650 h 650"/>
                <a:gd name="T10" fmla="*/ 522 w 522"/>
                <a:gd name="T11" fmla="*/ 644 h 650"/>
                <a:gd name="T12" fmla="*/ 13 w 522"/>
                <a:gd name="T13" fmla="*/ 349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2" h="650">
                  <a:moveTo>
                    <a:pt x="13" y="349"/>
                  </a:moveTo>
                  <a:lnTo>
                    <a:pt x="13" y="0"/>
                  </a:lnTo>
                  <a:lnTo>
                    <a:pt x="2" y="8"/>
                  </a:lnTo>
                  <a:lnTo>
                    <a:pt x="0" y="357"/>
                  </a:lnTo>
                  <a:lnTo>
                    <a:pt x="509" y="650"/>
                  </a:lnTo>
                  <a:lnTo>
                    <a:pt x="522" y="644"/>
                  </a:lnTo>
                  <a:lnTo>
                    <a:pt x="13" y="349"/>
                  </a:ln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" name="íṡlíḑè"/>
            <p:cNvSpPr/>
            <p:nvPr/>
          </p:nvSpPr>
          <p:spPr bwMode="auto">
            <a:xfrm>
              <a:off x="5160963" y="3303588"/>
              <a:ext cx="26988" cy="96838"/>
            </a:xfrm>
            <a:custGeom>
              <a:avLst/>
              <a:gdLst>
                <a:gd name="T0" fmla="*/ 8 w 8"/>
                <a:gd name="T1" fmla="*/ 19 h 29"/>
                <a:gd name="T2" fmla="*/ 8 w 8"/>
                <a:gd name="T3" fmla="*/ 0 h 29"/>
                <a:gd name="T4" fmla="*/ 3 w 8"/>
                <a:gd name="T5" fmla="*/ 3 h 29"/>
                <a:gd name="T6" fmla="*/ 3 w 8"/>
                <a:gd name="T7" fmla="*/ 22 h 29"/>
                <a:gd name="T8" fmla="*/ 3 w 8"/>
                <a:gd name="T9" fmla="*/ 22 h 29"/>
                <a:gd name="T10" fmla="*/ 0 w 8"/>
                <a:gd name="T11" fmla="*/ 29 h 29"/>
                <a:gd name="T12" fmla="*/ 5 w 8"/>
                <a:gd name="T13" fmla="*/ 26 h 29"/>
                <a:gd name="T14" fmla="*/ 8 w 8"/>
                <a:gd name="T15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9">
                  <a:moveTo>
                    <a:pt x="8" y="19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6"/>
                    <a:pt x="2" y="28"/>
                    <a:pt x="0" y="29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7" y="25"/>
                    <a:pt x="8" y="23"/>
                    <a:pt x="8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" name="iṣľíḓé"/>
            <p:cNvSpPr/>
            <p:nvPr/>
          </p:nvSpPr>
          <p:spPr bwMode="auto">
            <a:xfrm>
              <a:off x="5130800" y="2678113"/>
              <a:ext cx="20638" cy="563563"/>
            </a:xfrm>
            <a:custGeom>
              <a:avLst/>
              <a:gdLst>
                <a:gd name="T0" fmla="*/ 0 w 13"/>
                <a:gd name="T1" fmla="*/ 355 h 355"/>
                <a:gd name="T2" fmla="*/ 13 w 13"/>
                <a:gd name="T3" fmla="*/ 349 h 355"/>
                <a:gd name="T4" fmla="*/ 13 w 13"/>
                <a:gd name="T5" fmla="*/ 0 h 355"/>
                <a:gd name="T6" fmla="*/ 3 w 13"/>
                <a:gd name="T7" fmla="*/ 6 h 355"/>
                <a:gd name="T8" fmla="*/ 0 w 13"/>
                <a:gd name="T9" fmla="*/ 355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355">
                  <a:moveTo>
                    <a:pt x="0" y="355"/>
                  </a:moveTo>
                  <a:lnTo>
                    <a:pt x="13" y="349"/>
                  </a:lnTo>
                  <a:lnTo>
                    <a:pt x="13" y="0"/>
                  </a:lnTo>
                  <a:lnTo>
                    <a:pt x="3" y="6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" name="ïśḻiďè"/>
            <p:cNvSpPr/>
            <p:nvPr/>
          </p:nvSpPr>
          <p:spPr bwMode="auto">
            <a:xfrm>
              <a:off x="4325938" y="2209801"/>
              <a:ext cx="825500" cy="477838"/>
            </a:xfrm>
            <a:custGeom>
              <a:avLst/>
              <a:gdLst>
                <a:gd name="T0" fmla="*/ 510 w 520"/>
                <a:gd name="T1" fmla="*/ 301 h 301"/>
                <a:gd name="T2" fmla="*/ 520 w 520"/>
                <a:gd name="T3" fmla="*/ 295 h 301"/>
                <a:gd name="T4" fmla="*/ 11 w 520"/>
                <a:gd name="T5" fmla="*/ 0 h 301"/>
                <a:gd name="T6" fmla="*/ 0 w 520"/>
                <a:gd name="T7" fmla="*/ 8 h 301"/>
                <a:gd name="T8" fmla="*/ 510 w 520"/>
                <a:gd name="T9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0" h="301">
                  <a:moveTo>
                    <a:pt x="510" y="301"/>
                  </a:moveTo>
                  <a:lnTo>
                    <a:pt x="520" y="295"/>
                  </a:lnTo>
                  <a:lnTo>
                    <a:pt x="11" y="0"/>
                  </a:lnTo>
                  <a:lnTo>
                    <a:pt x="0" y="8"/>
                  </a:lnTo>
                  <a:lnTo>
                    <a:pt x="510" y="30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" name="íṩļîďê"/>
            <p:cNvSpPr/>
            <p:nvPr/>
          </p:nvSpPr>
          <p:spPr bwMode="auto">
            <a:xfrm>
              <a:off x="4294188" y="2163763"/>
              <a:ext cx="896938" cy="1150938"/>
            </a:xfrm>
            <a:custGeom>
              <a:avLst/>
              <a:gdLst>
                <a:gd name="T0" fmla="*/ 272 w 272"/>
                <a:gd name="T1" fmla="*/ 163 h 349"/>
                <a:gd name="T2" fmla="*/ 261 w 272"/>
                <a:gd name="T3" fmla="*/ 145 h 349"/>
                <a:gd name="T4" fmla="*/ 13 w 272"/>
                <a:gd name="T5" fmla="*/ 2 h 349"/>
                <a:gd name="T6" fmla="*/ 6 w 272"/>
                <a:gd name="T7" fmla="*/ 1 h 349"/>
                <a:gd name="T8" fmla="*/ 0 w 272"/>
                <a:gd name="T9" fmla="*/ 4 h 349"/>
                <a:gd name="T10" fmla="*/ 8 w 272"/>
                <a:gd name="T11" fmla="*/ 5 h 349"/>
                <a:gd name="T12" fmla="*/ 255 w 272"/>
                <a:gd name="T13" fmla="*/ 148 h 349"/>
                <a:gd name="T14" fmla="*/ 266 w 272"/>
                <a:gd name="T15" fmla="*/ 167 h 349"/>
                <a:gd name="T16" fmla="*/ 266 w 272"/>
                <a:gd name="T17" fmla="*/ 334 h 349"/>
                <a:gd name="T18" fmla="*/ 266 w 272"/>
                <a:gd name="T19" fmla="*/ 349 h 349"/>
                <a:gd name="T20" fmla="*/ 271 w 272"/>
                <a:gd name="T21" fmla="*/ 346 h 349"/>
                <a:gd name="T22" fmla="*/ 271 w 272"/>
                <a:gd name="T23" fmla="*/ 331 h 349"/>
                <a:gd name="T24" fmla="*/ 272 w 272"/>
                <a:gd name="T25" fmla="*/ 163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2" h="349">
                  <a:moveTo>
                    <a:pt x="272" y="163"/>
                  </a:moveTo>
                  <a:cubicBezTo>
                    <a:pt x="272" y="157"/>
                    <a:pt x="267" y="149"/>
                    <a:pt x="261" y="145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0" y="0"/>
                    <a:pt x="8" y="0"/>
                    <a:pt x="6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3"/>
                    <a:pt x="5" y="4"/>
                    <a:pt x="8" y="5"/>
                  </a:cubicBezTo>
                  <a:cubicBezTo>
                    <a:pt x="255" y="148"/>
                    <a:pt x="255" y="148"/>
                    <a:pt x="255" y="148"/>
                  </a:cubicBezTo>
                  <a:cubicBezTo>
                    <a:pt x="261" y="152"/>
                    <a:pt x="266" y="160"/>
                    <a:pt x="266" y="167"/>
                  </a:cubicBezTo>
                  <a:cubicBezTo>
                    <a:pt x="266" y="334"/>
                    <a:pt x="266" y="334"/>
                    <a:pt x="266" y="334"/>
                  </a:cubicBezTo>
                  <a:cubicBezTo>
                    <a:pt x="266" y="349"/>
                    <a:pt x="266" y="349"/>
                    <a:pt x="266" y="349"/>
                  </a:cubicBezTo>
                  <a:cubicBezTo>
                    <a:pt x="271" y="346"/>
                    <a:pt x="271" y="346"/>
                    <a:pt x="271" y="346"/>
                  </a:cubicBezTo>
                  <a:cubicBezTo>
                    <a:pt x="271" y="331"/>
                    <a:pt x="271" y="331"/>
                    <a:pt x="271" y="331"/>
                  </a:cubicBezTo>
                  <a:lnTo>
                    <a:pt x="272" y="163"/>
                  </a:ln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" name="ïsḻîďè"/>
            <p:cNvSpPr/>
            <p:nvPr/>
          </p:nvSpPr>
          <p:spPr bwMode="auto">
            <a:xfrm>
              <a:off x="4283075" y="2170113"/>
              <a:ext cx="887413" cy="1144588"/>
            </a:xfrm>
            <a:custGeom>
              <a:avLst/>
              <a:gdLst>
                <a:gd name="T0" fmla="*/ 258 w 269"/>
                <a:gd name="T1" fmla="*/ 146 h 347"/>
                <a:gd name="T2" fmla="*/ 269 w 269"/>
                <a:gd name="T3" fmla="*/ 165 h 347"/>
                <a:gd name="T4" fmla="*/ 269 w 269"/>
                <a:gd name="T5" fmla="*/ 332 h 347"/>
                <a:gd name="T6" fmla="*/ 269 w 269"/>
                <a:gd name="T7" fmla="*/ 335 h 347"/>
                <a:gd name="T8" fmla="*/ 269 w 269"/>
                <a:gd name="T9" fmla="*/ 347 h 347"/>
                <a:gd name="T10" fmla="*/ 0 w 269"/>
                <a:gd name="T11" fmla="*/ 192 h 347"/>
                <a:gd name="T12" fmla="*/ 0 w 269"/>
                <a:gd name="T13" fmla="*/ 9 h 347"/>
                <a:gd name="T14" fmla="*/ 11 w 269"/>
                <a:gd name="T15" fmla="*/ 3 h 347"/>
                <a:gd name="T16" fmla="*/ 258 w 269"/>
                <a:gd name="T17" fmla="*/ 146 h 347"/>
                <a:gd name="T18" fmla="*/ 12 w 269"/>
                <a:gd name="T19" fmla="*/ 184 h 347"/>
                <a:gd name="T20" fmla="*/ 257 w 269"/>
                <a:gd name="T21" fmla="*/ 325 h 347"/>
                <a:gd name="T22" fmla="*/ 258 w 269"/>
                <a:gd name="T23" fmla="*/ 157 h 347"/>
                <a:gd name="T24" fmla="*/ 13 w 269"/>
                <a:gd name="T25" fmla="*/ 16 h 347"/>
                <a:gd name="T26" fmla="*/ 12 w 269"/>
                <a:gd name="T27" fmla="*/ 184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9" h="347">
                  <a:moveTo>
                    <a:pt x="258" y="146"/>
                  </a:moveTo>
                  <a:cubicBezTo>
                    <a:pt x="264" y="150"/>
                    <a:pt x="269" y="158"/>
                    <a:pt x="269" y="165"/>
                  </a:cubicBezTo>
                  <a:cubicBezTo>
                    <a:pt x="269" y="332"/>
                    <a:pt x="269" y="332"/>
                    <a:pt x="269" y="332"/>
                  </a:cubicBezTo>
                  <a:cubicBezTo>
                    <a:pt x="269" y="335"/>
                    <a:pt x="269" y="335"/>
                    <a:pt x="269" y="335"/>
                  </a:cubicBezTo>
                  <a:cubicBezTo>
                    <a:pt x="269" y="347"/>
                    <a:pt x="269" y="347"/>
                    <a:pt x="269" y="347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190"/>
                    <a:pt x="0" y="192"/>
                    <a:pt x="0" y="9"/>
                  </a:cubicBezTo>
                  <a:cubicBezTo>
                    <a:pt x="0" y="3"/>
                    <a:pt x="5" y="0"/>
                    <a:pt x="11" y="3"/>
                  </a:cubicBezTo>
                  <a:lnTo>
                    <a:pt x="258" y="146"/>
                  </a:lnTo>
                  <a:close/>
                  <a:moveTo>
                    <a:pt x="12" y="184"/>
                  </a:moveTo>
                  <a:cubicBezTo>
                    <a:pt x="257" y="325"/>
                    <a:pt x="257" y="325"/>
                    <a:pt x="257" y="325"/>
                  </a:cubicBezTo>
                  <a:cubicBezTo>
                    <a:pt x="258" y="157"/>
                    <a:pt x="258" y="157"/>
                    <a:pt x="258" y="157"/>
                  </a:cubicBezTo>
                  <a:cubicBezTo>
                    <a:pt x="13" y="16"/>
                    <a:pt x="13" y="16"/>
                    <a:pt x="13" y="16"/>
                  </a:cubicBezTo>
                  <a:lnTo>
                    <a:pt x="12" y="184"/>
                  </a:ln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5" name="ïṧlíḍê"/>
            <p:cNvSpPr/>
            <p:nvPr/>
          </p:nvSpPr>
          <p:spPr bwMode="auto">
            <a:xfrm>
              <a:off x="5983288" y="3917951"/>
              <a:ext cx="312738" cy="249238"/>
            </a:xfrm>
            <a:custGeom>
              <a:avLst/>
              <a:gdLst>
                <a:gd name="T0" fmla="*/ 90 w 95"/>
                <a:gd name="T1" fmla="*/ 32 h 76"/>
                <a:gd name="T2" fmla="*/ 34 w 95"/>
                <a:gd name="T3" fmla="*/ 0 h 76"/>
                <a:gd name="T4" fmla="*/ 39 w 95"/>
                <a:gd name="T5" fmla="*/ 10 h 76"/>
                <a:gd name="T6" fmla="*/ 34 w 95"/>
                <a:gd name="T7" fmla="*/ 19 h 76"/>
                <a:gd name="T8" fmla="*/ 3 w 95"/>
                <a:gd name="T9" fmla="*/ 37 h 76"/>
                <a:gd name="T10" fmla="*/ 0 w 95"/>
                <a:gd name="T11" fmla="*/ 42 h 76"/>
                <a:gd name="T12" fmla="*/ 1 w 95"/>
                <a:gd name="T13" fmla="*/ 44 h 76"/>
                <a:gd name="T14" fmla="*/ 57 w 95"/>
                <a:gd name="T15" fmla="*/ 76 h 76"/>
                <a:gd name="T16" fmla="*/ 57 w 95"/>
                <a:gd name="T17" fmla="*/ 74 h 76"/>
                <a:gd name="T18" fmla="*/ 59 w 95"/>
                <a:gd name="T19" fmla="*/ 69 h 76"/>
                <a:gd name="T20" fmla="*/ 90 w 95"/>
                <a:gd name="T21" fmla="*/ 52 h 76"/>
                <a:gd name="T22" fmla="*/ 95 w 95"/>
                <a:gd name="T23" fmla="*/ 43 h 76"/>
                <a:gd name="T24" fmla="*/ 90 w 95"/>
                <a:gd name="T25" fmla="*/ 3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76">
                  <a:moveTo>
                    <a:pt x="90" y="32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7" y="1"/>
                    <a:pt x="39" y="5"/>
                    <a:pt x="39" y="10"/>
                  </a:cubicBezTo>
                  <a:cubicBezTo>
                    <a:pt x="39" y="13"/>
                    <a:pt x="37" y="17"/>
                    <a:pt x="34" y="19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2" y="38"/>
                    <a:pt x="0" y="40"/>
                    <a:pt x="0" y="42"/>
                  </a:cubicBezTo>
                  <a:cubicBezTo>
                    <a:pt x="0" y="43"/>
                    <a:pt x="1" y="43"/>
                    <a:pt x="1" y="44"/>
                  </a:cubicBezTo>
                  <a:cubicBezTo>
                    <a:pt x="57" y="76"/>
                    <a:pt x="57" y="76"/>
                    <a:pt x="57" y="76"/>
                  </a:cubicBezTo>
                  <a:cubicBezTo>
                    <a:pt x="57" y="76"/>
                    <a:pt x="57" y="75"/>
                    <a:pt x="57" y="74"/>
                  </a:cubicBezTo>
                  <a:cubicBezTo>
                    <a:pt x="57" y="73"/>
                    <a:pt x="58" y="70"/>
                    <a:pt x="59" y="69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3" y="50"/>
                    <a:pt x="95" y="46"/>
                    <a:pt x="95" y="43"/>
                  </a:cubicBezTo>
                  <a:cubicBezTo>
                    <a:pt x="95" y="38"/>
                    <a:pt x="93" y="34"/>
                    <a:pt x="90" y="32"/>
                  </a:cubicBez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6" name="íšľiḋé"/>
            <p:cNvSpPr/>
            <p:nvPr/>
          </p:nvSpPr>
          <p:spPr bwMode="auto">
            <a:xfrm>
              <a:off x="5962650" y="3817938"/>
              <a:ext cx="201613" cy="131763"/>
            </a:xfrm>
            <a:custGeom>
              <a:avLst/>
              <a:gdLst>
                <a:gd name="T0" fmla="*/ 127 w 127"/>
                <a:gd name="T1" fmla="*/ 69 h 83"/>
                <a:gd name="T2" fmla="*/ 9 w 127"/>
                <a:gd name="T3" fmla="*/ 0 h 83"/>
                <a:gd name="T4" fmla="*/ 0 w 127"/>
                <a:gd name="T5" fmla="*/ 15 h 83"/>
                <a:gd name="T6" fmla="*/ 119 w 127"/>
                <a:gd name="T7" fmla="*/ 83 h 83"/>
                <a:gd name="T8" fmla="*/ 127 w 127"/>
                <a:gd name="T9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83">
                  <a:moveTo>
                    <a:pt x="127" y="69"/>
                  </a:moveTo>
                  <a:lnTo>
                    <a:pt x="9" y="0"/>
                  </a:lnTo>
                  <a:lnTo>
                    <a:pt x="0" y="15"/>
                  </a:lnTo>
                  <a:lnTo>
                    <a:pt x="119" y="83"/>
                  </a:lnTo>
                  <a:lnTo>
                    <a:pt x="127" y="69"/>
                  </a:lnTo>
                  <a:close/>
                </a:path>
              </a:pathLst>
            </a:custGeom>
            <a:solidFill>
              <a:srgbClr val="21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7" name="ïślíḓe"/>
            <p:cNvSpPr/>
            <p:nvPr/>
          </p:nvSpPr>
          <p:spPr bwMode="auto">
            <a:xfrm>
              <a:off x="5976938" y="3817938"/>
              <a:ext cx="315913" cy="182563"/>
            </a:xfrm>
            <a:custGeom>
              <a:avLst/>
              <a:gdLst>
                <a:gd name="T0" fmla="*/ 199 w 199"/>
                <a:gd name="T1" fmla="*/ 115 h 115"/>
                <a:gd name="T2" fmla="*/ 83 w 199"/>
                <a:gd name="T3" fmla="*/ 48 h 115"/>
                <a:gd name="T4" fmla="*/ 0 w 199"/>
                <a:gd name="T5" fmla="*/ 0 h 115"/>
                <a:gd name="T6" fmla="*/ 118 w 199"/>
                <a:gd name="T7" fmla="*/ 69 h 115"/>
                <a:gd name="T8" fmla="*/ 199 w 199"/>
                <a:gd name="T9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" h="115">
                  <a:moveTo>
                    <a:pt x="199" y="115"/>
                  </a:moveTo>
                  <a:lnTo>
                    <a:pt x="83" y="48"/>
                  </a:lnTo>
                  <a:lnTo>
                    <a:pt x="0" y="0"/>
                  </a:lnTo>
                  <a:lnTo>
                    <a:pt x="118" y="69"/>
                  </a:lnTo>
                  <a:lnTo>
                    <a:pt x="199" y="115"/>
                  </a:lnTo>
                  <a:close/>
                </a:path>
              </a:pathLst>
            </a:custGeom>
            <a:solidFill>
              <a:srgbClr val="1C1E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8" name="i$1íḋé"/>
            <p:cNvSpPr/>
            <p:nvPr/>
          </p:nvSpPr>
          <p:spPr bwMode="auto">
            <a:xfrm>
              <a:off x="6151563" y="3927476"/>
              <a:ext cx="161925" cy="244475"/>
            </a:xfrm>
            <a:custGeom>
              <a:avLst/>
              <a:gdLst>
                <a:gd name="T0" fmla="*/ 4 w 49"/>
                <a:gd name="T1" fmla="*/ 0 h 74"/>
                <a:gd name="T2" fmla="*/ 0 w 49"/>
                <a:gd name="T3" fmla="*/ 7 h 74"/>
                <a:gd name="T4" fmla="*/ 39 w 49"/>
                <a:gd name="T5" fmla="*/ 29 h 74"/>
                <a:gd name="T6" fmla="*/ 44 w 49"/>
                <a:gd name="T7" fmla="*/ 40 h 74"/>
                <a:gd name="T8" fmla="*/ 39 w 49"/>
                <a:gd name="T9" fmla="*/ 49 h 74"/>
                <a:gd name="T10" fmla="*/ 8 w 49"/>
                <a:gd name="T11" fmla="*/ 66 h 74"/>
                <a:gd name="T12" fmla="*/ 6 w 49"/>
                <a:gd name="T13" fmla="*/ 71 h 74"/>
                <a:gd name="T14" fmla="*/ 8 w 49"/>
                <a:gd name="T15" fmla="*/ 73 h 74"/>
                <a:gd name="T16" fmla="*/ 39 w 49"/>
                <a:gd name="T17" fmla="*/ 55 h 74"/>
                <a:gd name="T18" fmla="*/ 49 w 49"/>
                <a:gd name="T19" fmla="*/ 39 h 74"/>
                <a:gd name="T20" fmla="*/ 40 w 49"/>
                <a:gd name="T21" fmla="*/ 22 h 74"/>
                <a:gd name="T22" fmla="*/ 4 w 49"/>
                <a:gd name="T23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9" h="74">
                  <a:moveTo>
                    <a:pt x="4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2" y="31"/>
                    <a:pt x="44" y="35"/>
                    <a:pt x="44" y="40"/>
                  </a:cubicBezTo>
                  <a:cubicBezTo>
                    <a:pt x="44" y="43"/>
                    <a:pt x="42" y="47"/>
                    <a:pt x="39" y="49"/>
                  </a:cubicBezTo>
                  <a:cubicBezTo>
                    <a:pt x="8" y="66"/>
                    <a:pt x="8" y="66"/>
                    <a:pt x="8" y="66"/>
                  </a:cubicBezTo>
                  <a:cubicBezTo>
                    <a:pt x="7" y="67"/>
                    <a:pt x="6" y="70"/>
                    <a:pt x="6" y="71"/>
                  </a:cubicBezTo>
                  <a:cubicBezTo>
                    <a:pt x="6" y="73"/>
                    <a:pt x="7" y="74"/>
                    <a:pt x="8" y="73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5" y="52"/>
                    <a:pt x="49" y="46"/>
                    <a:pt x="49" y="39"/>
                  </a:cubicBezTo>
                  <a:cubicBezTo>
                    <a:pt x="49" y="32"/>
                    <a:pt x="44" y="25"/>
                    <a:pt x="40" y="2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9" name="íṧľíḍè"/>
            <p:cNvSpPr/>
            <p:nvPr/>
          </p:nvSpPr>
          <p:spPr bwMode="auto">
            <a:xfrm>
              <a:off x="5745163" y="2968626"/>
              <a:ext cx="42863" cy="15875"/>
            </a:xfrm>
            <a:custGeom>
              <a:avLst/>
              <a:gdLst>
                <a:gd name="T0" fmla="*/ 6 w 13"/>
                <a:gd name="T1" fmla="*/ 1 h 5"/>
                <a:gd name="T2" fmla="*/ 0 w 13"/>
                <a:gd name="T3" fmla="*/ 4 h 5"/>
                <a:gd name="T4" fmla="*/ 8 w 13"/>
                <a:gd name="T5" fmla="*/ 5 h 5"/>
                <a:gd name="T6" fmla="*/ 13 w 13"/>
                <a:gd name="T7" fmla="*/ 2 h 5"/>
                <a:gd name="T8" fmla="*/ 6 w 13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5">
                  <a:moveTo>
                    <a:pt x="6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3"/>
                    <a:pt x="5" y="4"/>
                    <a:pt x="8" y="5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0" y="0"/>
                    <a:pt x="8" y="0"/>
                    <a:pt x="6" y="1"/>
                  </a:cubicBezTo>
                  <a:close/>
                </a:path>
              </a:pathLst>
            </a:custGeom>
            <a:solidFill>
              <a:srgbClr val="69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0" name="íṣḷiḍê"/>
            <p:cNvSpPr/>
            <p:nvPr/>
          </p:nvSpPr>
          <p:spPr bwMode="auto">
            <a:xfrm>
              <a:off x="5775325" y="3014663"/>
              <a:ext cx="828675" cy="1031875"/>
            </a:xfrm>
            <a:custGeom>
              <a:avLst/>
              <a:gdLst>
                <a:gd name="T0" fmla="*/ 12 w 522"/>
                <a:gd name="T1" fmla="*/ 349 h 650"/>
                <a:gd name="T2" fmla="*/ 12 w 522"/>
                <a:gd name="T3" fmla="*/ 0 h 650"/>
                <a:gd name="T4" fmla="*/ 2 w 522"/>
                <a:gd name="T5" fmla="*/ 8 h 650"/>
                <a:gd name="T6" fmla="*/ 0 w 522"/>
                <a:gd name="T7" fmla="*/ 357 h 650"/>
                <a:gd name="T8" fmla="*/ 509 w 522"/>
                <a:gd name="T9" fmla="*/ 650 h 650"/>
                <a:gd name="T10" fmla="*/ 522 w 522"/>
                <a:gd name="T11" fmla="*/ 643 h 650"/>
                <a:gd name="T12" fmla="*/ 12 w 522"/>
                <a:gd name="T13" fmla="*/ 349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2" h="650">
                  <a:moveTo>
                    <a:pt x="12" y="349"/>
                  </a:moveTo>
                  <a:lnTo>
                    <a:pt x="12" y="0"/>
                  </a:lnTo>
                  <a:lnTo>
                    <a:pt x="2" y="8"/>
                  </a:lnTo>
                  <a:lnTo>
                    <a:pt x="0" y="357"/>
                  </a:lnTo>
                  <a:lnTo>
                    <a:pt x="509" y="650"/>
                  </a:lnTo>
                  <a:lnTo>
                    <a:pt x="522" y="643"/>
                  </a:lnTo>
                  <a:lnTo>
                    <a:pt x="12" y="349"/>
                  </a:ln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1" name="íṩḷiḑe"/>
            <p:cNvSpPr/>
            <p:nvPr/>
          </p:nvSpPr>
          <p:spPr bwMode="auto">
            <a:xfrm>
              <a:off x="6613525" y="4108451"/>
              <a:ext cx="25400" cy="95250"/>
            </a:xfrm>
            <a:custGeom>
              <a:avLst/>
              <a:gdLst>
                <a:gd name="T0" fmla="*/ 8 w 8"/>
                <a:gd name="T1" fmla="*/ 19 h 29"/>
                <a:gd name="T2" fmla="*/ 8 w 8"/>
                <a:gd name="T3" fmla="*/ 0 h 29"/>
                <a:gd name="T4" fmla="*/ 3 w 8"/>
                <a:gd name="T5" fmla="*/ 3 h 29"/>
                <a:gd name="T6" fmla="*/ 3 w 8"/>
                <a:gd name="T7" fmla="*/ 22 h 29"/>
                <a:gd name="T8" fmla="*/ 3 w 8"/>
                <a:gd name="T9" fmla="*/ 22 h 29"/>
                <a:gd name="T10" fmla="*/ 0 w 8"/>
                <a:gd name="T11" fmla="*/ 29 h 29"/>
                <a:gd name="T12" fmla="*/ 5 w 8"/>
                <a:gd name="T13" fmla="*/ 26 h 29"/>
                <a:gd name="T14" fmla="*/ 8 w 8"/>
                <a:gd name="T15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9">
                  <a:moveTo>
                    <a:pt x="8" y="19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6"/>
                    <a:pt x="2" y="28"/>
                    <a:pt x="0" y="29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7" y="25"/>
                    <a:pt x="8" y="23"/>
                    <a:pt x="8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2" name="ïs1ïḑé"/>
            <p:cNvSpPr/>
            <p:nvPr/>
          </p:nvSpPr>
          <p:spPr bwMode="auto">
            <a:xfrm>
              <a:off x="6583363" y="3482976"/>
              <a:ext cx="20638" cy="563563"/>
            </a:xfrm>
            <a:custGeom>
              <a:avLst/>
              <a:gdLst>
                <a:gd name="T0" fmla="*/ 0 w 13"/>
                <a:gd name="T1" fmla="*/ 355 h 355"/>
                <a:gd name="T2" fmla="*/ 13 w 13"/>
                <a:gd name="T3" fmla="*/ 348 h 355"/>
                <a:gd name="T4" fmla="*/ 13 w 13"/>
                <a:gd name="T5" fmla="*/ 0 h 355"/>
                <a:gd name="T6" fmla="*/ 2 w 13"/>
                <a:gd name="T7" fmla="*/ 6 h 355"/>
                <a:gd name="T8" fmla="*/ 0 w 13"/>
                <a:gd name="T9" fmla="*/ 355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355">
                  <a:moveTo>
                    <a:pt x="0" y="355"/>
                  </a:moveTo>
                  <a:lnTo>
                    <a:pt x="13" y="348"/>
                  </a:lnTo>
                  <a:lnTo>
                    <a:pt x="13" y="0"/>
                  </a:lnTo>
                  <a:lnTo>
                    <a:pt x="2" y="6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3" name="îṡľïḍé"/>
            <p:cNvSpPr/>
            <p:nvPr/>
          </p:nvSpPr>
          <p:spPr bwMode="auto">
            <a:xfrm>
              <a:off x="5778500" y="3014663"/>
              <a:ext cx="825500" cy="477838"/>
            </a:xfrm>
            <a:custGeom>
              <a:avLst/>
              <a:gdLst>
                <a:gd name="T0" fmla="*/ 509 w 520"/>
                <a:gd name="T1" fmla="*/ 301 h 301"/>
                <a:gd name="T2" fmla="*/ 520 w 520"/>
                <a:gd name="T3" fmla="*/ 295 h 301"/>
                <a:gd name="T4" fmla="*/ 10 w 520"/>
                <a:gd name="T5" fmla="*/ 0 h 301"/>
                <a:gd name="T6" fmla="*/ 0 w 520"/>
                <a:gd name="T7" fmla="*/ 8 h 301"/>
                <a:gd name="T8" fmla="*/ 509 w 520"/>
                <a:gd name="T9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0" h="301">
                  <a:moveTo>
                    <a:pt x="509" y="301"/>
                  </a:moveTo>
                  <a:lnTo>
                    <a:pt x="520" y="295"/>
                  </a:lnTo>
                  <a:lnTo>
                    <a:pt x="10" y="0"/>
                  </a:lnTo>
                  <a:lnTo>
                    <a:pt x="0" y="8"/>
                  </a:lnTo>
                  <a:lnTo>
                    <a:pt x="509" y="30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4" name="iṥļîďé"/>
            <p:cNvSpPr/>
            <p:nvPr/>
          </p:nvSpPr>
          <p:spPr bwMode="auto">
            <a:xfrm>
              <a:off x="5745163" y="2968626"/>
              <a:ext cx="896938" cy="1149350"/>
            </a:xfrm>
            <a:custGeom>
              <a:avLst/>
              <a:gdLst>
                <a:gd name="T0" fmla="*/ 272 w 272"/>
                <a:gd name="T1" fmla="*/ 163 h 349"/>
                <a:gd name="T2" fmla="*/ 261 w 272"/>
                <a:gd name="T3" fmla="*/ 145 h 349"/>
                <a:gd name="T4" fmla="*/ 13 w 272"/>
                <a:gd name="T5" fmla="*/ 2 h 349"/>
                <a:gd name="T6" fmla="*/ 6 w 272"/>
                <a:gd name="T7" fmla="*/ 1 h 349"/>
                <a:gd name="T8" fmla="*/ 0 w 272"/>
                <a:gd name="T9" fmla="*/ 4 h 349"/>
                <a:gd name="T10" fmla="*/ 8 w 272"/>
                <a:gd name="T11" fmla="*/ 5 h 349"/>
                <a:gd name="T12" fmla="*/ 255 w 272"/>
                <a:gd name="T13" fmla="*/ 148 h 349"/>
                <a:gd name="T14" fmla="*/ 266 w 272"/>
                <a:gd name="T15" fmla="*/ 167 h 349"/>
                <a:gd name="T16" fmla="*/ 266 w 272"/>
                <a:gd name="T17" fmla="*/ 334 h 349"/>
                <a:gd name="T18" fmla="*/ 266 w 272"/>
                <a:gd name="T19" fmla="*/ 349 h 349"/>
                <a:gd name="T20" fmla="*/ 271 w 272"/>
                <a:gd name="T21" fmla="*/ 346 h 349"/>
                <a:gd name="T22" fmla="*/ 271 w 272"/>
                <a:gd name="T23" fmla="*/ 331 h 349"/>
                <a:gd name="T24" fmla="*/ 272 w 272"/>
                <a:gd name="T25" fmla="*/ 163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2" h="349">
                  <a:moveTo>
                    <a:pt x="272" y="163"/>
                  </a:moveTo>
                  <a:cubicBezTo>
                    <a:pt x="272" y="157"/>
                    <a:pt x="267" y="149"/>
                    <a:pt x="261" y="145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0" y="0"/>
                    <a:pt x="8" y="0"/>
                    <a:pt x="6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3"/>
                    <a:pt x="5" y="4"/>
                    <a:pt x="8" y="5"/>
                  </a:cubicBezTo>
                  <a:cubicBezTo>
                    <a:pt x="255" y="148"/>
                    <a:pt x="255" y="148"/>
                    <a:pt x="255" y="148"/>
                  </a:cubicBezTo>
                  <a:cubicBezTo>
                    <a:pt x="261" y="152"/>
                    <a:pt x="266" y="160"/>
                    <a:pt x="266" y="167"/>
                  </a:cubicBezTo>
                  <a:cubicBezTo>
                    <a:pt x="266" y="334"/>
                    <a:pt x="266" y="334"/>
                    <a:pt x="266" y="334"/>
                  </a:cubicBezTo>
                  <a:cubicBezTo>
                    <a:pt x="266" y="349"/>
                    <a:pt x="266" y="349"/>
                    <a:pt x="266" y="349"/>
                  </a:cubicBezTo>
                  <a:cubicBezTo>
                    <a:pt x="271" y="346"/>
                    <a:pt x="271" y="346"/>
                    <a:pt x="271" y="346"/>
                  </a:cubicBezTo>
                  <a:cubicBezTo>
                    <a:pt x="271" y="331"/>
                    <a:pt x="271" y="331"/>
                    <a:pt x="271" y="331"/>
                  </a:cubicBezTo>
                  <a:lnTo>
                    <a:pt x="272" y="163"/>
                  </a:ln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5" name="íşľiḓé"/>
            <p:cNvSpPr/>
            <p:nvPr/>
          </p:nvSpPr>
          <p:spPr bwMode="auto">
            <a:xfrm>
              <a:off x="5735638" y="2974976"/>
              <a:ext cx="887413" cy="1143000"/>
            </a:xfrm>
            <a:custGeom>
              <a:avLst/>
              <a:gdLst>
                <a:gd name="T0" fmla="*/ 258 w 269"/>
                <a:gd name="T1" fmla="*/ 146 h 347"/>
                <a:gd name="T2" fmla="*/ 269 w 269"/>
                <a:gd name="T3" fmla="*/ 165 h 347"/>
                <a:gd name="T4" fmla="*/ 269 w 269"/>
                <a:gd name="T5" fmla="*/ 332 h 347"/>
                <a:gd name="T6" fmla="*/ 269 w 269"/>
                <a:gd name="T7" fmla="*/ 335 h 347"/>
                <a:gd name="T8" fmla="*/ 269 w 269"/>
                <a:gd name="T9" fmla="*/ 347 h 347"/>
                <a:gd name="T10" fmla="*/ 0 w 269"/>
                <a:gd name="T11" fmla="*/ 192 h 347"/>
                <a:gd name="T12" fmla="*/ 0 w 269"/>
                <a:gd name="T13" fmla="*/ 9 h 347"/>
                <a:gd name="T14" fmla="*/ 11 w 269"/>
                <a:gd name="T15" fmla="*/ 3 h 347"/>
                <a:gd name="T16" fmla="*/ 258 w 269"/>
                <a:gd name="T17" fmla="*/ 146 h 347"/>
                <a:gd name="T18" fmla="*/ 12 w 269"/>
                <a:gd name="T19" fmla="*/ 184 h 347"/>
                <a:gd name="T20" fmla="*/ 257 w 269"/>
                <a:gd name="T21" fmla="*/ 325 h 347"/>
                <a:gd name="T22" fmla="*/ 258 w 269"/>
                <a:gd name="T23" fmla="*/ 157 h 347"/>
                <a:gd name="T24" fmla="*/ 13 w 269"/>
                <a:gd name="T25" fmla="*/ 16 h 347"/>
                <a:gd name="T26" fmla="*/ 12 w 269"/>
                <a:gd name="T27" fmla="*/ 184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9" h="347">
                  <a:moveTo>
                    <a:pt x="258" y="146"/>
                  </a:moveTo>
                  <a:cubicBezTo>
                    <a:pt x="264" y="150"/>
                    <a:pt x="269" y="158"/>
                    <a:pt x="269" y="165"/>
                  </a:cubicBezTo>
                  <a:cubicBezTo>
                    <a:pt x="269" y="332"/>
                    <a:pt x="269" y="332"/>
                    <a:pt x="269" y="332"/>
                  </a:cubicBezTo>
                  <a:cubicBezTo>
                    <a:pt x="269" y="335"/>
                    <a:pt x="269" y="335"/>
                    <a:pt x="269" y="335"/>
                  </a:cubicBezTo>
                  <a:cubicBezTo>
                    <a:pt x="269" y="347"/>
                    <a:pt x="269" y="347"/>
                    <a:pt x="269" y="347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190"/>
                    <a:pt x="0" y="192"/>
                    <a:pt x="0" y="9"/>
                  </a:cubicBezTo>
                  <a:cubicBezTo>
                    <a:pt x="0" y="3"/>
                    <a:pt x="5" y="0"/>
                    <a:pt x="11" y="3"/>
                  </a:cubicBezTo>
                  <a:cubicBezTo>
                    <a:pt x="258" y="146"/>
                    <a:pt x="258" y="146"/>
                    <a:pt x="258" y="146"/>
                  </a:cubicBezTo>
                  <a:moveTo>
                    <a:pt x="12" y="184"/>
                  </a:moveTo>
                  <a:cubicBezTo>
                    <a:pt x="257" y="325"/>
                    <a:pt x="257" y="325"/>
                    <a:pt x="257" y="325"/>
                  </a:cubicBezTo>
                  <a:cubicBezTo>
                    <a:pt x="258" y="157"/>
                    <a:pt x="258" y="157"/>
                    <a:pt x="258" y="157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2" y="184"/>
                    <a:pt x="12" y="184"/>
                    <a:pt x="12" y="184"/>
                  </a:cubicBezTo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6" name="ïṧḻíḋe"/>
            <p:cNvSpPr/>
            <p:nvPr/>
          </p:nvSpPr>
          <p:spPr bwMode="auto">
            <a:xfrm>
              <a:off x="5586413" y="2519363"/>
              <a:ext cx="314325" cy="250825"/>
            </a:xfrm>
            <a:custGeom>
              <a:avLst/>
              <a:gdLst>
                <a:gd name="T0" fmla="*/ 90 w 95"/>
                <a:gd name="T1" fmla="*/ 32 h 76"/>
                <a:gd name="T2" fmla="*/ 34 w 95"/>
                <a:gd name="T3" fmla="*/ 0 h 76"/>
                <a:gd name="T4" fmla="*/ 39 w 95"/>
                <a:gd name="T5" fmla="*/ 10 h 76"/>
                <a:gd name="T6" fmla="*/ 34 w 95"/>
                <a:gd name="T7" fmla="*/ 19 h 76"/>
                <a:gd name="T8" fmla="*/ 3 w 95"/>
                <a:gd name="T9" fmla="*/ 37 h 76"/>
                <a:gd name="T10" fmla="*/ 0 w 95"/>
                <a:gd name="T11" fmla="*/ 42 h 76"/>
                <a:gd name="T12" fmla="*/ 1 w 95"/>
                <a:gd name="T13" fmla="*/ 44 h 76"/>
                <a:gd name="T14" fmla="*/ 57 w 95"/>
                <a:gd name="T15" fmla="*/ 76 h 76"/>
                <a:gd name="T16" fmla="*/ 57 w 95"/>
                <a:gd name="T17" fmla="*/ 74 h 76"/>
                <a:gd name="T18" fmla="*/ 59 w 95"/>
                <a:gd name="T19" fmla="*/ 69 h 76"/>
                <a:gd name="T20" fmla="*/ 90 w 95"/>
                <a:gd name="T21" fmla="*/ 52 h 76"/>
                <a:gd name="T22" fmla="*/ 95 w 95"/>
                <a:gd name="T23" fmla="*/ 43 h 76"/>
                <a:gd name="T24" fmla="*/ 90 w 95"/>
                <a:gd name="T25" fmla="*/ 3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76">
                  <a:moveTo>
                    <a:pt x="90" y="32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7" y="1"/>
                    <a:pt x="39" y="5"/>
                    <a:pt x="39" y="10"/>
                  </a:cubicBezTo>
                  <a:cubicBezTo>
                    <a:pt x="39" y="13"/>
                    <a:pt x="37" y="17"/>
                    <a:pt x="34" y="19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2" y="38"/>
                    <a:pt x="0" y="40"/>
                    <a:pt x="0" y="42"/>
                  </a:cubicBezTo>
                  <a:cubicBezTo>
                    <a:pt x="0" y="43"/>
                    <a:pt x="1" y="43"/>
                    <a:pt x="1" y="44"/>
                  </a:cubicBezTo>
                  <a:cubicBezTo>
                    <a:pt x="57" y="76"/>
                    <a:pt x="57" y="76"/>
                    <a:pt x="57" y="76"/>
                  </a:cubicBezTo>
                  <a:cubicBezTo>
                    <a:pt x="57" y="76"/>
                    <a:pt x="57" y="75"/>
                    <a:pt x="57" y="74"/>
                  </a:cubicBezTo>
                  <a:cubicBezTo>
                    <a:pt x="57" y="73"/>
                    <a:pt x="58" y="70"/>
                    <a:pt x="59" y="69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3" y="50"/>
                    <a:pt x="95" y="46"/>
                    <a:pt x="95" y="43"/>
                  </a:cubicBezTo>
                  <a:cubicBezTo>
                    <a:pt x="95" y="38"/>
                    <a:pt x="93" y="34"/>
                    <a:pt x="90" y="32"/>
                  </a:cubicBez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7" name="íSļiḑe"/>
            <p:cNvSpPr/>
            <p:nvPr/>
          </p:nvSpPr>
          <p:spPr bwMode="auto">
            <a:xfrm>
              <a:off x="5567363" y="2420938"/>
              <a:ext cx="201613" cy="131763"/>
            </a:xfrm>
            <a:custGeom>
              <a:avLst/>
              <a:gdLst>
                <a:gd name="T0" fmla="*/ 127 w 127"/>
                <a:gd name="T1" fmla="*/ 68 h 83"/>
                <a:gd name="T2" fmla="*/ 8 w 127"/>
                <a:gd name="T3" fmla="*/ 0 h 83"/>
                <a:gd name="T4" fmla="*/ 0 w 127"/>
                <a:gd name="T5" fmla="*/ 14 h 83"/>
                <a:gd name="T6" fmla="*/ 118 w 127"/>
                <a:gd name="T7" fmla="*/ 83 h 83"/>
                <a:gd name="T8" fmla="*/ 127 w 127"/>
                <a:gd name="T9" fmla="*/ 6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83">
                  <a:moveTo>
                    <a:pt x="127" y="68"/>
                  </a:moveTo>
                  <a:lnTo>
                    <a:pt x="8" y="0"/>
                  </a:lnTo>
                  <a:lnTo>
                    <a:pt x="0" y="14"/>
                  </a:lnTo>
                  <a:lnTo>
                    <a:pt x="118" y="83"/>
                  </a:lnTo>
                  <a:lnTo>
                    <a:pt x="127" y="68"/>
                  </a:lnTo>
                  <a:close/>
                </a:path>
              </a:pathLst>
            </a:custGeom>
            <a:solidFill>
              <a:srgbClr val="21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8" name="îṩlïďe"/>
            <p:cNvSpPr/>
            <p:nvPr/>
          </p:nvSpPr>
          <p:spPr bwMode="auto">
            <a:xfrm>
              <a:off x="5580063" y="2420938"/>
              <a:ext cx="317500" cy="180975"/>
            </a:xfrm>
            <a:custGeom>
              <a:avLst/>
              <a:gdLst>
                <a:gd name="T0" fmla="*/ 200 w 200"/>
                <a:gd name="T1" fmla="*/ 114 h 114"/>
                <a:gd name="T2" fmla="*/ 83 w 200"/>
                <a:gd name="T3" fmla="*/ 48 h 114"/>
                <a:gd name="T4" fmla="*/ 0 w 200"/>
                <a:gd name="T5" fmla="*/ 0 h 114"/>
                <a:gd name="T6" fmla="*/ 119 w 200"/>
                <a:gd name="T7" fmla="*/ 68 h 114"/>
                <a:gd name="T8" fmla="*/ 200 w 200"/>
                <a:gd name="T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114">
                  <a:moveTo>
                    <a:pt x="200" y="114"/>
                  </a:moveTo>
                  <a:lnTo>
                    <a:pt x="83" y="48"/>
                  </a:lnTo>
                  <a:lnTo>
                    <a:pt x="0" y="0"/>
                  </a:lnTo>
                  <a:lnTo>
                    <a:pt x="119" y="68"/>
                  </a:lnTo>
                  <a:lnTo>
                    <a:pt x="200" y="114"/>
                  </a:lnTo>
                  <a:close/>
                </a:path>
              </a:pathLst>
            </a:custGeom>
            <a:solidFill>
              <a:srgbClr val="1C1E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9" name="iṣliďê"/>
            <p:cNvSpPr/>
            <p:nvPr/>
          </p:nvSpPr>
          <p:spPr bwMode="auto">
            <a:xfrm>
              <a:off x="5754688" y="2528888"/>
              <a:ext cx="161925" cy="244475"/>
            </a:xfrm>
            <a:custGeom>
              <a:avLst/>
              <a:gdLst>
                <a:gd name="T0" fmla="*/ 4 w 49"/>
                <a:gd name="T1" fmla="*/ 0 h 74"/>
                <a:gd name="T2" fmla="*/ 0 w 49"/>
                <a:gd name="T3" fmla="*/ 7 h 74"/>
                <a:gd name="T4" fmla="*/ 39 w 49"/>
                <a:gd name="T5" fmla="*/ 29 h 74"/>
                <a:gd name="T6" fmla="*/ 44 w 49"/>
                <a:gd name="T7" fmla="*/ 40 h 74"/>
                <a:gd name="T8" fmla="*/ 39 w 49"/>
                <a:gd name="T9" fmla="*/ 49 h 74"/>
                <a:gd name="T10" fmla="*/ 8 w 49"/>
                <a:gd name="T11" fmla="*/ 66 h 74"/>
                <a:gd name="T12" fmla="*/ 6 w 49"/>
                <a:gd name="T13" fmla="*/ 71 h 74"/>
                <a:gd name="T14" fmla="*/ 8 w 49"/>
                <a:gd name="T15" fmla="*/ 73 h 74"/>
                <a:gd name="T16" fmla="*/ 39 w 49"/>
                <a:gd name="T17" fmla="*/ 55 h 74"/>
                <a:gd name="T18" fmla="*/ 49 w 49"/>
                <a:gd name="T19" fmla="*/ 39 h 74"/>
                <a:gd name="T20" fmla="*/ 40 w 49"/>
                <a:gd name="T21" fmla="*/ 22 h 74"/>
                <a:gd name="T22" fmla="*/ 4 w 49"/>
                <a:gd name="T23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9" h="74">
                  <a:moveTo>
                    <a:pt x="4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2" y="31"/>
                    <a:pt x="44" y="35"/>
                    <a:pt x="44" y="40"/>
                  </a:cubicBezTo>
                  <a:cubicBezTo>
                    <a:pt x="44" y="43"/>
                    <a:pt x="42" y="47"/>
                    <a:pt x="39" y="49"/>
                  </a:cubicBezTo>
                  <a:cubicBezTo>
                    <a:pt x="8" y="66"/>
                    <a:pt x="8" y="66"/>
                    <a:pt x="8" y="66"/>
                  </a:cubicBezTo>
                  <a:cubicBezTo>
                    <a:pt x="7" y="67"/>
                    <a:pt x="6" y="70"/>
                    <a:pt x="6" y="71"/>
                  </a:cubicBezTo>
                  <a:cubicBezTo>
                    <a:pt x="6" y="73"/>
                    <a:pt x="7" y="74"/>
                    <a:pt x="8" y="73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5" y="52"/>
                    <a:pt x="49" y="46"/>
                    <a:pt x="49" y="39"/>
                  </a:cubicBezTo>
                  <a:cubicBezTo>
                    <a:pt x="49" y="32"/>
                    <a:pt x="44" y="25"/>
                    <a:pt x="40" y="2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0" name="íṧļiďé"/>
            <p:cNvSpPr/>
            <p:nvPr/>
          </p:nvSpPr>
          <p:spPr bwMode="auto">
            <a:xfrm>
              <a:off x="5349875" y="1570038"/>
              <a:ext cx="42863" cy="17463"/>
            </a:xfrm>
            <a:custGeom>
              <a:avLst/>
              <a:gdLst>
                <a:gd name="T0" fmla="*/ 6 w 13"/>
                <a:gd name="T1" fmla="*/ 1 h 5"/>
                <a:gd name="T2" fmla="*/ 0 w 13"/>
                <a:gd name="T3" fmla="*/ 4 h 5"/>
                <a:gd name="T4" fmla="*/ 8 w 13"/>
                <a:gd name="T5" fmla="*/ 5 h 5"/>
                <a:gd name="T6" fmla="*/ 13 w 13"/>
                <a:gd name="T7" fmla="*/ 2 h 5"/>
                <a:gd name="T8" fmla="*/ 6 w 13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5">
                  <a:moveTo>
                    <a:pt x="6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3"/>
                    <a:pt x="5" y="4"/>
                    <a:pt x="8" y="5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0" y="0"/>
                    <a:pt x="8" y="0"/>
                    <a:pt x="6" y="1"/>
                  </a:cubicBezTo>
                  <a:close/>
                </a:path>
              </a:pathLst>
            </a:custGeom>
            <a:solidFill>
              <a:srgbClr val="69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1" name="îšľíḋê"/>
            <p:cNvSpPr/>
            <p:nvPr/>
          </p:nvSpPr>
          <p:spPr bwMode="auto">
            <a:xfrm>
              <a:off x="5378450" y="1616076"/>
              <a:ext cx="828675" cy="1031875"/>
            </a:xfrm>
            <a:custGeom>
              <a:avLst/>
              <a:gdLst>
                <a:gd name="T0" fmla="*/ 13 w 522"/>
                <a:gd name="T1" fmla="*/ 349 h 650"/>
                <a:gd name="T2" fmla="*/ 13 w 522"/>
                <a:gd name="T3" fmla="*/ 0 h 650"/>
                <a:gd name="T4" fmla="*/ 2 w 522"/>
                <a:gd name="T5" fmla="*/ 9 h 650"/>
                <a:gd name="T6" fmla="*/ 0 w 522"/>
                <a:gd name="T7" fmla="*/ 357 h 650"/>
                <a:gd name="T8" fmla="*/ 510 w 522"/>
                <a:gd name="T9" fmla="*/ 650 h 650"/>
                <a:gd name="T10" fmla="*/ 522 w 522"/>
                <a:gd name="T11" fmla="*/ 644 h 650"/>
                <a:gd name="T12" fmla="*/ 13 w 522"/>
                <a:gd name="T13" fmla="*/ 349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2" h="650">
                  <a:moveTo>
                    <a:pt x="13" y="349"/>
                  </a:moveTo>
                  <a:lnTo>
                    <a:pt x="13" y="0"/>
                  </a:lnTo>
                  <a:lnTo>
                    <a:pt x="2" y="9"/>
                  </a:lnTo>
                  <a:lnTo>
                    <a:pt x="0" y="357"/>
                  </a:lnTo>
                  <a:lnTo>
                    <a:pt x="510" y="650"/>
                  </a:lnTo>
                  <a:lnTo>
                    <a:pt x="522" y="644"/>
                  </a:lnTo>
                  <a:lnTo>
                    <a:pt x="13" y="349"/>
                  </a:ln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2" name="îśliḑè"/>
            <p:cNvSpPr/>
            <p:nvPr/>
          </p:nvSpPr>
          <p:spPr bwMode="auto">
            <a:xfrm>
              <a:off x="6216650" y="2711451"/>
              <a:ext cx="26988" cy="95250"/>
            </a:xfrm>
            <a:custGeom>
              <a:avLst/>
              <a:gdLst>
                <a:gd name="T0" fmla="*/ 8 w 8"/>
                <a:gd name="T1" fmla="*/ 19 h 29"/>
                <a:gd name="T2" fmla="*/ 8 w 8"/>
                <a:gd name="T3" fmla="*/ 0 h 29"/>
                <a:gd name="T4" fmla="*/ 3 w 8"/>
                <a:gd name="T5" fmla="*/ 3 h 29"/>
                <a:gd name="T6" fmla="*/ 3 w 8"/>
                <a:gd name="T7" fmla="*/ 22 h 29"/>
                <a:gd name="T8" fmla="*/ 3 w 8"/>
                <a:gd name="T9" fmla="*/ 22 h 29"/>
                <a:gd name="T10" fmla="*/ 0 w 8"/>
                <a:gd name="T11" fmla="*/ 29 h 29"/>
                <a:gd name="T12" fmla="*/ 5 w 8"/>
                <a:gd name="T13" fmla="*/ 26 h 29"/>
                <a:gd name="T14" fmla="*/ 8 w 8"/>
                <a:gd name="T15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9">
                  <a:moveTo>
                    <a:pt x="8" y="19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6"/>
                    <a:pt x="2" y="28"/>
                    <a:pt x="0" y="29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7" y="25"/>
                    <a:pt x="8" y="23"/>
                    <a:pt x="8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3" name="i$ḻíďè"/>
            <p:cNvSpPr/>
            <p:nvPr/>
          </p:nvSpPr>
          <p:spPr bwMode="auto">
            <a:xfrm>
              <a:off x="6188075" y="2084388"/>
              <a:ext cx="19050" cy="563563"/>
            </a:xfrm>
            <a:custGeom>
              <a:avLst/>
              <a:gdLst>
                <a:gd name="T0" fmla="*/ 0 w 12"/>
                <a:gd name="T1" fmla="*/ 355 h 355"/>
                <a:gd name="T2" fmla="*/ 12 w 12"/>
                <a:gd name="T3" fmla="*/ 349 h 355"/>
                <a:gd name="T4" fmla="*/ 12 w 12"/>
                <a:gd name="T5" fmla="*/ 0 h 355"/>
                <a:gd name="T6" fmla="*/ 2 w 12"/>
                <a:gd name="T7" fmla="*/ 6 h 355"/>
                <a:gd name="T8" fmla="*/ 0 w 12"/>
                <a:gd name="T9" fmla="*/ 355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355">
                  <a:moveTo>
                    <a:pt x="0" y="355"/>
                  </a:moveTo>
                  <a:lnTo>
                    <a:pt x="12" y="349"/>
                  </a:lnTo>
                  <a:lnTo>
                    <a:pt x="12" y="0"/>
                  </a:lnTo>
                  <a:lnTo>
                    <a:pt x="2" y="6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4" name="íś1íďe"/>
            <p:cNvSpPr/>
            <p:nvPr/>
          </p:nvSpPr>
          <p:spPr bwMode="auto">
            <a:xfrm>
              <a:off x="5381625" y="1616076"/>
              <a:ext cx="825500" cy="477838"/>
            </a:xfrm>
            <a:custGeom>
              <a:avLst/>
              <a:gdLst>
                <a:gd name="T0" fmla="*/ 510 w 520"/>
                <a:gd name="T1" fmla="*/ 301 h 301"/>
                <a:gd name="T2" fmla="*/ 520 w 520"/>
                <a:gd name="T3" fmla="*/ 295 h 301"/>
                <a:gd name="T4" fmla="*/ 11 w 520"/>
                <a:gd name="T5" fmla="*/ 0 h 301"/>
                <a:gd name="T6" fmla="*/ 0 w 520"/>
                <a:gd name="T7" fmla="*/ 9 h 301"/>
                <a:gd name="T8" fmla="*/ 510 w 520"/>
                <a:gd name="T9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0" h="301">
                  <a:moveTo>
                    <a:pt x="510" y="301"/>
                  </a:moveTo>
                  <a:lnTo>
                    <a:pt x="520" y="295"/>
                  </a:lnTo>
                  <a:lnTo>
                    <a:pt x="11" y="0"/>
                  </a:lnTo>
                  <a:lnTo>
                    <a:pt x="0" y="9"/>
                  </a:lnTo>
                  <a:lnTo>
                    <a:pt x="510" y="30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5" name="íṣḷiďè"/>
            <p:cNvSpPr/>
            <p:nvPr/>
          </p:nvSpPr>
          <p:spPr bwMode="auto">
            <a:xfrm>
              <a:off x="5349875" y="1570038"/>
              <a:ext cx="896938" cy="1150938"/>
            </a:xfrm>
            <a:custGeom>
              <a:avLst/>
              <a:gdLst>
                <a:gd name="T0" fmla="*/ 272 w 272"/>
                <a:gd name="T1" fmla="*/ 163 h 349"/>
                <a:gd name="T2" fmla="*/ 261 w 272"/>
                <a:gd name="T3" fmla="*/ 145 h 349"/>
                <a:gd name="T4" fmla="*/ 13 w 272"/>
                <a:gd name="T5" fmla="*/ 2 h 349"/>
                <a:gd name="T6" fmla="*/ 6 w 272"/>
                <a:gd name="T7" fmla="*/ 1 h 349"/>
                <a:gd name="T8" fmla="*/ 0 w 272"/>
                <a:gd name="T9" fmla="*/ 4 h 349"/>
                <a:gd name="T10" fmla="*/ 8 w 272"/>
                <a:gd name="T11" fmla="*/ 5 h 349"/>
                <a:gd name="T12" fmla="*/ 255 w 272"/>
                <a:gd name="T13" fmla="*/ 148 h 349"/>
                <a:gd name="T14" fmla="*/ 266 w 272"/>
                <a:gd name="T15" fmla="*/ 167 h 349"/>
                <a:gd name="T16" fmla="*/ 266 w 272"/>
                <a:gd name="T17" fmla="*/ 334 h 349"/>
                <a:gd name="T18" fmla="*/ 266 w 272"/>
                <a:gd name="T19" fmla="*/ 349 h 349"/>
                <a:gd name="T20" fmla="*/ 271 w 272"/>
                <a:gd name="T21" fmla="*/ 346 h 349"/>
                <a:gd name="T22" fmla="*/ 271 w 272"/>
                <a:gd name="T23" fmla="*/ 331 h 349"/>
                <a:gd name="T24" fmla="*/ 272 w 272"/>
                <a:gd name="T25" fmla="*/ 163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2" h="349">
                  <a:moveTo>
                    <a:pt x="272" y="163"/>
                  </a:moveTo>
                  <a:cubicBezTo>
                    <a:pt x="272" y="157"/>
                    <a:pt x="267" y="149"/>
                    <a:pt x="261" y="145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0" y="0"/>
                    <a:pt x="8" y="0"/>
                    <a:pt x="6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3"/>
                    <a:pt x="5" y="4"/>
                    <a:pt x="8" y="5"/>
                  </a:cubicBezTo>
                  <a:cubicBezTo>
                    <a:pt x="255" y="148"/>
                    <a:pt x="255" y="148"/>
                    <a:pt x="255" y="148"/>
                  </a:cubicBezTo>
                  <a:cubicBezTo>
                    <a:pt x="261" y="152"/>
                    <a:pt x="266" y="160"/>
                    <a:pt x="266" y="167"/>
                  </a:cubicBezTo>
                  <a:cubicBezTo>
                    <a:pt x="266" y="334"/>
                    <a:pt x="266" y="334"/>
                    <a:pt x="266" y="334"/>
                  </a:cubicBezTo>
                  <a:cubicBezTo>
                    <a:pt x="266" y="349"/>
                    <a:pt x="266" y="349"/>
                    <a:pt x="266" y="349"/>
                  </a:cubicBezTo>
                  <a:cubicBezTo>
                    <a:pt x="271" y="346"/>
                    <a:pt x="271" y="346"/>
                    <a:pt x="271" y="346"/>
                  </a:cubicBezTo>
                  <a:cubicBezTo>
                    <a:pt x="271" y="331"/>
                    <a:pt x="271" y="331"/>
                    <a:pt x="271" y="331"/>
                  </a:cubicBezTo>
                  <a:lnTo>
                    <a:pt x="272" y="163"/>
                  </a:ln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6" name="îs1ïḍé"/>
            <p:cNvSpPr/>
            <p:nvPr/>
          </p:nvSpPr>
          <p:spPr bwMode="auto">
            <a:xfrm>
              <a:off x="5338763" y="1576388"/>
              <a:ext cx="889000" cy="1144588"/>
            </a:xfrm>
            <a:custGeom>
              <a:avLst/>
              <a:gdLst>
                <a:gd name="T0" fmla="*/ 258 w 269"/>
                <a:gd name="T1" fmla="*/ 146 h 347"/>
                <a:gd name="T2" fmla="*/ 269 w 269"/>
                <a:gd name="T3" fmla="*/ 165 h 347"/>
                <a:gd name="T4" fmla="*/ 269 w 269"/>
                <a:gd name="T5" fmla="*/ 332 h 347"/>
                <a:gd name="T6" fmla="*/ 269 w 269"/>
                <a:gd name="T7" fmla="*/ 335 h 347"/>
                <a:gd name="T8" fmla="*/ 269 w 269"/>
                <a:gd name="T9" fmla="*/ 347 h 347"/>
                <a:gd name="T10" fmla="*/ 0 w 269"/>
                <a:gd name="T11" fmla="*/ 192 h 347"/>
                <a:gd name="T12" fmla="*/ 0 w 269"/>
                <a:gd name="T13" fmla="*/ 9 h 347"/>
                <a:gd name="T14" fmla="*/ 11 w 269"/>
                <a:gd name="T15" fmla="*/ 3 h 347"/>
                <a:gd name="T16" fmla="*/ 258 w 269"/>
                <a:gd name="T17" fmla="*/ 146 h 347"/>
                <a:gd name="T18" fmla="*/ 12 w 269"/>
                <a:gd name="T19" fmla="*/ 184 h 347"/>
                <a:gd name="T20" fmla="*/ 257 w 269"/>
                <a:gd name="T21" fmla="*/ 325 h 347"/>
                <a:gd name="T22" fmla="*/ 258 w 269"/>
                <a:gd name="T23" fmla="*/ 157 h 347"/>
                <a:gd name="T24" fmla="*/ 13 w 269"/>
                <a:gd name="T25" fmla="*/ 16 h 347"/>
                <a:gd name="T26" fmla="*/ 12 w 269"/>
                <a:gd name="T27" fmla="*/ 184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9" h="347">
                  <a:moveTo>
                    <a:pt x="258" y="146"/>
                  </a:moveTo>
                  <a:cubicBezTo>
                    <a:pt x="264" y="150"/>
                    <a:pt x="269" y="158"/>
                    <a:pt x="269" y="165"/>
                  </a:cubicBezTo>
                  <a:cubicBezTo>
                    <a:pt x="269" y="332"/>
                    <a:pt x="269" y="332"/>
                    <a:pt x="269" y="332"/>
                  </a:cubicBezTo>
                  <a:cubicBezTo>
                    <a:pt x="269" y="335"/>
                    <a:pt x="269" y="335"/>
                    <a:pt x="269" y="335"/>
                  </a:cubicBezTo>
                  <a:cubicBezTo>
                    <a:pt x="269" y="347"/>
                    <a:pt x="269" y="347"/>
                    <a:pt x="269" y="347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190"/>
                    <a:pt x="0" y="192"/>
                    <a:pt x="0" y="9"/>
                  </a:cubicBezTo>
                  <a:cubicBezTo>
                    <a:pt x="0" y="3"/>
                    <a:pt x="5" y="0"/>
                    <a:pt x="11" y="3"/>
                  </a:cubicBezTo>
                  <a:cubicBezTo>
                    <a:pt x="258" y="146"/>
                    <a:pt x="258" y="146"/>
                    <a:pt x="258" y="146"/>
                  </a:cubicBezTo>
                  <a:moveTo>
                    <a:pt x="12" y="184"/>
                  </a:moveTo>
                  <a:cubicBezTo>
                    <a:pt x="257" y="325"/>
                    <a:pt x="257" y="325"/>
                    <a:pt x="257" y="325"/>
                  </a:cubicBezTo>
                  <a:cubicBezTo>
                    <a:pt x="258" y="157"/>
                    <a:pt x="258" y="157"/>
                    <a:pt x="258" y="157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2" y="184"/>
                    <a:pt x="12" y="184"/>
                    <a:pt x="12" y="184"/>
                  </a:cubicBezTo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7" name="îslîḍé"/>
            <p:cNvSpPr/>
            <p:nvPr/>
          </p:nvSpPr>
          <p:spPr bwMode="auto">
            <a:xfrm>
              <a:off x="6972300" y="3376613"/>
              <a:ext cx="314325" cy="250825"/>
            </a:xfrm>
            <a:custGeom>
              <a:avLst/>
              <a:gdLst>
                <a:gd name="T0" fmla="*/ 90 w 95"/>
                <a:gd name="T1" fmla="*/ 32 h 76"/>
                <a:gd name="T2" fmla="*/ 34 w 95"/>
                <a:gd name="T3" fmla="*/ 0 h 76"/>
                <a:gd name="T4" fmla="*/ 39 w 95"/>
                <a:gd name="T5" fmla="*/ 10 h 76"/>
                <a:gd name="T6" fmla="*/ 34 w 95"/>
                <a:gd name="T7" fmla="*/ 19 h 76"/>
                <a:gd name="T8" fmla="*/ 3 w 95"/>
                <a:gd name="T9" fmla="*/ 37 h 76"/>
                <a:gd name="T10" fmla="*/ 0 w 95"/>
                <a:gd name="T11" fmla="*/ 42 h 76"/>
                <a:gd name="T12" fmla="*/ 1 w 95"/>
                <a:gd name="T13" fmla="*/ 44 h 76"/>
                <a:gd name="T14" fmla="*/ 57 w 95"/>
                <a:gd name="T15" fmla="*/ 76 h 76"/>
                <a:gd name="T16" fmla="*/ 57 w 95"/>
                <a:gd name="T17" fmla="*/ 74 h 76"/>
                <a:gd name="T18" fmla="*/ 59 w 95"/>
                <a:gd name="T19" fmla="*/ 69 h 76"/>
                <a:gd name="T20" fmla="*/ 90 w 95"/>
                <a:gd name="T21" fmla="*/ 52 h 76"/>
                <a:gd name="T22" fmla="*/ 95 w 95"/>
                <a:gd name="T23" fmla="*/ 43 h 76"/>
                <a:gd name="T24" fmla="*/ 90 w 95"/>
                <a:gd name="T25" fmla="*/ 3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76">
                  <a:moveTo>
                    <a:pt x="90" y="32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7" y="1"/>
                    <a:pt x="39" y="5"/>
                    <a:pt x="39" y="10"/>
                  </a:cubicBezTo>
                  <a:cubicBezTo>
                    <a:pt x="39" y="13"/>
                    <a:pt x="37" y="17"/>
                    <a:pt x="34" y="19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2" y="38"/>
                    <a:pt x="0" y="40"/>
                    <a:pt x="0" y="42"/>
                  </a:cubicBezTo>
                  <a:cubicBezTo>
                    <a:pt x="0" y="43"/>
                    <a:pt x="1" y="43"/>
                    <a:pt x="1" y="44"/>
                  </a:cubicBezTo>
                  <a:cubicBezTo>
                    <a:pt x="57" y="76"/>
                    <a:pt x="57" y="76"/>
                    <a:pt x="57" y="76"/>
                  </a:cubicBezTo>
                  <a:cubicBezTo>
                    <a:pt x="57" y="76"/>
                    <a:pt x="57" y="75"/>
                    <a:pt x="57" y="74"/>
                  </a:cubicBezTo>
                  <a:cubicBezTo>
                    <a:pt x="57" y="73"/>
                    <a:pt x="58" y="70"/>
                    <a:pt x="59" y="69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3" y="50"/>
                    <a:pt x="95" y="46"/>
                    <a:pt x="95" y="43"/>
                  </a:cubicBezTo>
                  <a:cubicBezTo>
                    <a:pt x="95" y="38"/>
                    <a:pt x="93" y="34"/>
                    <a:pt x="90" y="32"/>
                  </a:cubicBez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8" name="ïş1ïdê"/>
            <p:cNvSpPr/>
            <p:nvPr/>
          </p:nvSpPr>
          <p:spPr bwMode="auto">
            <a:xfrm>
              <a:off x="6953250" y="3278188"/>
              <a:ext cx="201613" cy="131763"/>
            </a:xfrm>
            <a:custGeom>
              <a:avLst/>
              <a:gdLst>
                <a:gd name="T0" fmla="*/ 127 w 127"/>
                <a:gd name="T1" fmla="*/ 68 h 83"/>
                <a:gd name="T2" fmla="*/ 8 w 127"/>
                <a:gd name="T3" fmla="*/ 0 h 83"/>
                <a:gd name="T4" fmla="*/ 0 w 127"/>
                <a:gd name="T5" fmla="*/ 14 h 83"/>
                <a:gd name="T6" fmla="*/ 118 w 127"/>
                <a:gd name="T7" fmla="*/ 83 h 83"/>
                <a:gd name="T8" fmla="*/ 127 w 127"/>
                <a:gd name="T9" fmla="*/ 6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83">
                  <a:moveTo>
                    <a:pt x="127" y="68"/>
                  </a:moveTo>
                  <a:lnTo>
                    <a:pt x="8" y="0"/>
                  </a:lnTo>
                  <a:lnTo>
                    <a:pt x="0" y="14"/>
                  </a:lnTo>
                  <a:lnTo>
                    <a:pt x="118" y="83"/>
                  </a:lnTo>
                  <a:lnTo>
                    <a:pt x="127" y="68"/>
                  </a:lnTo>
                  <a:close/>
                </a:path>
              </a:pathLst>
            </a:custGeom>
            <a:solidFill>
              <a:srgbClr val="21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49" name="ïSḷiḓé"/>
            <p:cNvSpPr/>
            <p:nvPr/>
          </p:nvSpPr>
          <p:spPr bwMode="auto">
            <a:xfrm>
              <a:off x="6965950" y="3278188"/>
              <a:ext cx="317500" cy="180975"/>
            </a:xfrm>
            <a:custGeom>
              <a:avLst/>
              <a:gdLst>
                <a:gd name="T0" fmla="*/ 200 w 200"/>
                <a:gd name="T1" fmla="*/ 114 h 114"/>
                <a:gd name="T2" fmla="*/ 83 w 200"/>
                <a:gd name="T3" fmla="*/ 48 h 114"/>
                <a:gd name="T4" fmla="*/ 0 w 200"/>
                <a:gd name="T5" fmla="*/ 0 h 114"/>
                <a:gd name="T6" fmla="*/ 119 w 200"/>
                <a:gd name="T7" fmla="*/ 68 h 114"/>
                <a:gd name="T8" fmla="*/ 200 w 200"/>
                <a:gd name="T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114">
                  <a:moveTo>
                    <a:pt x="200" y="114"/>
                  </a:moveTo>
                  <a:lnTo>
                    <a:pt x="83" y="48"/>
                  </a:lnTo>
                  <a:lnTo>
                    <a:pt x="0" y="0"/>
                  </a:lnTo>
                  <a:lnTo>
                    <a:pt x="119" y="68"/>
                  </a:lnTo>
                  <a:lnTo>
                    <a:pt x="200" y="114"/>
                  </a:lnTo>
                  <a:close/>
                </a:path>
              </a:pathLst>
            </a:custGeom>
            <a:solidFill>
              <a:srgbClr val="1C1E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0" name="î$ḻídé"/>
            <p:cNvSpPr/>
            <p:nvPr/>
          </p:nvSpPr>
          <p:spPr bwMode="auto">
            <a:xfrm>
              <a:off x="7140575" y="3386138"/>
              <a:ext cx="161925" cy="244475"/>
            </a:xfrm>
            <a:custGeom>
              <a:avLst/>
              <a:gdLst>
                <a:gd name="T0" fmla="*/ 4 w 49"/>
                <a:gd name="T1" fmla="*/ 0 h 74"/>
                <a:gd name="T2" fmla="*/ 0 w 49"/>
                <a:gd name="T3" fmla="*/ 7 h 74"/>
                <a:gd name="T4" fmla="*/ 39 w 49"/>
                <a:gd name="T5" fmla="*/ 29 h 74"/>
                <a:gd name="T6" fmla="*/ 44 w 49"/>
                <a:gd name="T7" fmla="*/ 40 h 74"/>
                <a:gd name="T8" fmla="*/ 39 w 49"/>
                <a:gd name="T9" fmla="*/ 49 h 74"/>
                <a:gd name="T10" fmla="*/ 8 w 49"/>
                <a:gd name="T11" fmla="*/ 66 h 74"/>
                <a:gd name="T12" fmla="*/ 6 w 49"/>
                <a:gd name="T13" fmla="*/ 71 h 74"/>
                <a:gd name="T14" fmla="*/ 8 w 49"/>
                <a:gd name="T15" fmla="*/ 73 h 74"/>
                <a:gd name="T16" fmla="*/ 39 w 49"/>
                <a:gd name="T17" fmla="*/ 55 h 74"/>
                <a:gd name="T18" fmla="*/ 49 w 49"/>
                <a:gd name="T19" fmla="*/ 39 h 74"/>
                <a:gd name="T20" fmla="*/ 40 w 49"/>
                <a:gd name="T21" fmla="*/ 22 h 74"/>
                <a:gd name="T22" fmla="*/ 4 w 49"/>
                <a:gd name="T23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9" h="74">
                  <a:moveTo>
                    <a:pt x="4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2" y="31"/>
                    <a:pt x="44" y="35"/>
                    <a:pt x="44" y="40"/>
                  </a:cubicBezTo>
                  <a:cubicBezTo>
                    <a:pt x="44" y="43"/>
                    <a:pt x="42" y="47"/>
                    <a:pt x="39" y="49"/>
                  </a:cubicBezTo>
                  <a:cubicBezTo>
                    <a:pt x="8" y="66"/>
                    <a:pt x="8" y="66"/>
                    <a:pt x="8" y="66"/>
                  </a:cubicBezTo>
                  <a:cubicBezTo>
                    <a:pt x="7" y="67"/>
                    <a:pt x="6" y="70"/>
                    <a:pt x="6" y="71"/>
                  </a:cubicBezTo>
                  <a:cubicBezTo>
                    <a:pt x="6" y="73"/>
                    <a:pt x="7" y="74"/>
                    <a:pt x="8" y="73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5" y="52"/>
                    <a:pt x="49" y="46"/>
                    <a:pt x="49" y="39"/>
                  </a:cubicBezTo>
                  <a:cubicBezTo>
                    <a:pt x="49" y="32"/>
                    <a:pt x="44" y="25"/>
                    <a:pt x="40" y="2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1" name="ïṩľïḍè"/>
            <p:cNvSpPr/>
            <p:nvPr/>
          </p:nvSpPr>
          <p:spPr bwMode="auto">
            <a:xfrm>
              <a:off x="6735763" y="2427288"/>
              <a:ext cx="42863" cy="15875"/>
            </a:xfrm>
            <a:custGeom>
              <a:avLst/>
              <a:gdLst>
                <a:gd name="T0" fmla="*/ 6 w 13"/>
                <a:gd name="T1" fmla="*/ 1 h 5"/>
                <a:gd name="T2" fmla="*/ 0 w 13"/>
                <a:gd name="T3" fmla="*/ 4 h 5"/>
                <a:gd name="T4" fmla="*/ 8 w 13"/>
                <a:gd name="T5" fmla="*/ 5 h 5"/>
                <a:gd name="T6" fmla="*/ 13 w 13"/>
                <a:gd name="T7" fmla="*/ 2 h 5"/>
                <a:gd name="T8" fmla="*/ 6 w 13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5">
                  <a:moveTo>
                    <a:pt x="6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3"/>
                    <a:pt x="5" y="4"/>
                    <a:pt x="8" y="5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0" y="0"/>
                    <a:pt x="8" y="0"/>
                    <a:pt x="6" y="1"/>
                  </a:cubicBezTo>
                  <a:close/>
                </a:path>
              </a:pathLst>
            </a:custGeom>
            <a:solidFill>
              <a:srgbClr val="69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2" name="ísḷíḓê"/>
            <p:cNvSpPr/>
            <p:nvPr/>
          </p:nvSpPr>
          <p:spPr bwMode="auto">
            <a:xfrm>
              <a:off x="6764338" y="2473326"/>
              <a:ext cx="828675" cy="1031875"/>
            </a:xfrm>
            <a:custGeom>
              <a:avLst/>
              <a:gdLst>
                <a:gd name="T0" fmla="*/ 13 w 522"/>
                <a:gd name="T1" fmla="*/ 349 h 650"/>
                <a:gd name="T2" fmla="*/ 13 w 522"/>
                <a:gd name="T3" fmla="*/ 0 h 650"/>
                <a:gd name="T4" fmla="*/ 2 w 522"/>
                <a:gd name="T5" fmla="*/ 8 h 650"/>
                <a:gd name="T6" fmla="*/ 0 w 522"/>
                <a:gd name="T7" fmla="*/ 357 h 650"/>
                <a:gd name="T8" fmla="*/ 510 w 522"/>
                <a:gd name="T9" fmla="*/ 650 h 650"/>
                <a:gd name="T10" fmla="*/ 522 w 522"/>
                <a:gd name="T11" fmla="*/ 644 h 650"/>
                <a:gd name="T12" fmla="*/ 13 w 522"/>
                <a:gd name="T13" fmla="*/ 349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2" h="650">
                  <a:moveTo>
                    <a:pt x="13" y="349"/>
                  </a:moveTo>
                  <a:lnTo>
                    <a:pt x="13" y="0"/>
                  </a:lnTo>
                  <a:lnTo>
                    <a:pt x="2" y="8"/>
                  </a:lnTo>
                  <a:lnTo>
                    <a:pt x="0" y="357"/>
                  </a:lnTo>
                  <a:lnTo>
                    <a:pt x="510" y="650"/>
                  </a:lnTo>
                  <a:lnTo>
                    <a:pt x="522" y="644"/>
                  </a:lnTo>
                  <a:lnTo>
                    <a:pt x="13" y="349"/>
                  </a:ln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3" name="išḻîḍe"/>
            <p:cNvSpPr/>
            <p:nvPr/>
          </p:nvSpPr>
          <p:spPr bwMode="auto">
            <a:xfrm>
              <a:off x="7602538" y="3568701"/>
              <a:ext cx="26988" cy="95250"/>
            </a:xfrm>
            <a:custGeom>
              <a:avLst/>
              <a:gdLst>
                <a:gd name="T0" fmla="*/ 8 w 8"/>
                <a:gd name="T1" fmla="*/ 19 h 29"/>
                <a:gd name="T2" fmla="*/ 8 w 8"/>
                <a:gd name="T3" fmla="*/ 0 h 29"/>
                <a:gd name="T4" fmla="*/ 3 w 8"/>
                <a:gd name="T5" fmla="*/ 3 h 29"/>
                <a:gd name="T6" fmla="*/ 3 w 8"/>
                <a:gd name="T7" fmla="*/ 22 h 29"/>
                <a:gd name="T8" fmla="*/ 3 w 8"/>
                <a:gd name="T9" fmla="*/ 22 h 29"/>
                <a:gd name="T10" fmla="*/ 0 w 8"/>
                <a:gd name="T11" fmla="*/ 29 h 29"/>
                <a:gd name="T12" fmla="*/ 5 w 8"/>
                <a:gd name="T13" fmla="*/ 26 h 29"/>
                <a:gd name="T14" fmla="*/ 8 w 8"/>
                <a:gd name="T15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9">
                  <a:moveTo>
                    <a:pt x="8" y="19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6"/>
                    <a:pt x="2" y="28"/>
                    <a:pt x="0" y="29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7" y="25"/>
                    <a:pt x="8" y="23"/>
                    <a:pt x="8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4" name="ïṣľiḋê"/>
            <p:cNvSpPr/>
            <p:nvPr/>
          </p:nvSpPr>
          <p:spPr bwMode="auto">
            <a:xfrm>
              <a:off x="7573963" y="2941638"/>
              <a:ext cx="19050" cy="563563"/>
            </a:xfrm>
            <a:custGeom>
              <a:avLst/>
              <a:gdLst>
                <a:gd name="T0" fmla="*/ 0 w 12"/>
                <a:gd name="T1" fmla="*/ 355 h 355"/>
                <a:gd name="T2" fmla="*/ 12 w 12"/>
                <a:gd name="T3" fmla="*/ 349 h 355"/>
                <a:gd name="T4" fmla="*/ 12 w 12"/>
                <a:gd name="T5" fmla="*/ 0 h 355"/>
                <a:gd name="T6" fmla="*/ 2 w 12"/>
                <a:gd name="T7" fmla="*/ 6 h 355"/>
                <a:gd name="T8" fmla="*/ 0 w 12"/>
                <a:gd name="T9" fmla="*/ 355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355">
                  <a:moveTo>
                    <a:pt x="0" y="355"/>
                  </a:moveTo>
                  <a:lnTo>
                    <a:pt x="12" y="349"/>
                  </a:lnTo>
                  <a:lnTo>
                    <a:pt x="12" y="0"/>
                  </a:lnTo>
                  <a:lnTo>
                    <a:pt x="2" y="6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5" name="îṥlíḍe"/>
            <p:cNvSpPr/>
            <p:nvPr/>
          </p:nvSpPr>
          <p:spPr bwMode="auto">
            <a:xfrm>
              <a:off x="6767513" y="2473326"/>
              <a:ext cx="825500" cy="477838"/>
            </a:xfrm>
            <a:custGeom>
              <a:avLst/>
              <a:gdLst>
                <a:gd name="T0" fmla="*/ 510 w 520"/>
                <a:gd name="T1" fmla="*/ 301 h 301"/>
                <a:gd name="T2" fmla="*/ 520 w 520"/>
                <a:gd name="T3" fmla="*/ 295 h 301"/>
                <a:gd name="T4" fmla="*/ 11 w 520"/>
                <a:gd name="T5" fmla="*/ 0 h 301"/>
                <a:gd name="T6" fmla="*/ 0 w 520"/>
                <a:gd name="T7" fmla="*/ 8 h 301"/>
                <a:gd name="T8" fmla="*/ 510 w 520"/>
                <a:gd name="T9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0" h="301">
                  <a:moveTo>
                    <a:pt x="510" y="301"/>
                  </a:moveTo>
                  <a:lnTo>
                    <a:pt x="520" y="295"/>
                  </a:lnTo>
                  <a:lnTo>
                    <a:pt x="11" y="0"/>
                  </a:lnTo>
                  <a:lnTo>
                    <a:pt x="0" y="8"/>
                  </a:lnTo>
                  <a:lnTo>
                    <a:pt x="510" y="30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6" name="î$1îḑê"/>
            <p:cNvSpPr/>
            <p:nvPr/>
          </p:nvSpPr>
          <p:spPr bwMode="auto">
            <a:xfrm>
              <a:off x="6735763" y="2427288"/>
              <a:ext cx="896938" cy="1150938"/>
            </a:xfrm>
            <a:custGeom>
              <a:avLst/>
              <a:gdLst>
                <a:gd name="T0" fmla="*/ 272 w 272"/>
                <a:gd name="T1" fmla="*/ 163 h 349"/>
                <a:gd name="T2" fmla="*/ 261 w 272"/>
                <a:gd name="T3" fmla="*/ 145 h 349"/>
                <a:gd name="T4" fmla="*/ 13 w 272"/>
                <a:gd name="T5" fmla="*/ 2 h 349"/>
                <a:gd name="T6" fmla="*/ 6 w 272"/>
                <a:gd name="T7" fmla="*/ 1 h 349"/>
                <a:gd name="T8" fmla="*/ 0 w 272"/>
                <a:gd name="T9" fmla="*/ 4 h 349"/>
                <a:gd name="T10" fmla="*/ 8 w 272"/>
                <a:gd name="T11" fmla="*/ 5 h 349"/>
                <a:gd name="T12" fmla="*/ 255 w 272"/>
                <a:gd name="T13" fmla="*/ 148 h 349"/>
                <a:gd name="T14" fmla="*/ 266 w 272"/>
                <a:gd name="T15" fmla="*/ 167 h 349"/>
                <a:gd name="T16" fmla="*/ 266 w 272"/>
                <a:gd name="T17" fmla="*/ 334 h 349"/>
                <a:gd name="T18" fmla="*/ 266 w 272"/>
                <a:gd name="T19" fmla="*/ 349 h 349"/>
                <a:gd name="T20" fmla="*/ 271 w 272"/>
                <a:gd name="T21" fmla="*/ 346 h 349"/>
                <a:gd name="T22" fmla="*/ 271 w 272"/>
                <a:gd name="T23" fmla="*/ 331 h 349"/>
                <a:gd name="T24" fmla="*/ 272 w 272"/>
                <a:gd name="T25" fmla="*/ 163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2" h="349">
                  <a:moveTo>
                    <a:pt x="272" y="163"/>
                  </a:moveTo>
                  <a:cubicBezTo>
                    <a:pt x="272" y="157"/>
                    <a:pt x="267" y="149"/>
                    <a:pt x="261" y="145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0" y="0"/>
                    <a:pt x="8" y="0"/>
                    <a:pt x="6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3"/>
                    <a:pt x="5" y="4"/>
                    <a:pt x="8" y="5"/>
                  </a:cubicBezTo>
                  <a:cubicBezTo>
                    <a:pt x="255" y="148"/>
                    <a:pt x="255" y="148"/>
                    <a:pt x="255" y="148"/>
                  </a:cubicBezTo>
                  <a:cubicBezTo>
                    <a:pt x="261" y="152"/>
                    <a:pt x="266" y="160"/>
                    <a:pt x="266" y="167"/>
                  </a:cubicBezTo>
                  <a:cubicBezTo>
                    <a:pt x="266" y="334"/>
                    <a:pt x="266" y="334"/>
                    <a:pt x="266" y="334"/>
                  </a:cubicBezTo>
                  <a:cubicBezTo>
                    <a:pt x="266" y="349"/>
                    <a:pt x="266" y="349"/>
                    <a:pt x="266" y="349"/>
                  </a:cubicBezTo>
                  <a:cubicBezTo>
                    <a:pt x="271" y="346"/>
                    <a:pt x="271" y="346"/>
                    <a:pt x="271" y="346"/>
                  </a:cubicBezTo>
                  <a:cubicBezTo>
                    <a:pt x="271" y="331"/>
                    <a:pt x="271" y="331"/>
                    <a:pt x="271" y="331"/>
                  </a:cubicBezTo>
                  <a:lnTo>
                    <a:pt x="272" y="163"/>
                  </a:ln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7" name="isľîḑe"/>
            <p:cNvSpPr/>
            <p:nvPr/>
          </p:nvSpPr>
          <p:spPr bwMode="auto">
            <a:xfrm>
              <a:off x="6724650" y="2433638"/>
              <a:ext cx="889000" cy="1144588"/>
            </a:xfrm>
            <a:custGeom>
              <a:avLst/>
              <a:gdLst>
                <a:gd name="T0" fmla="*/ 258 w 269"/>
                <a:gd name="T1" fmla="*/ 146 h 347"/>
                <a:gd name="T2" fmla="*/ 269 w 269"/>
                <a:gd name="T3" fmla="*/ 165 h 347"/>
                <a:gd name="T4" fmla="*/ 269 w 269"/>
                <a:gd name="T5" fmla="*/ 332 h 347"/>
                <a:gd name="T6" fmla="*/ 269 w 269"/>
                <a:gd name="T7" fmla="*/ 335 h 347"/>
                <a:gd name="T8" fmla="*/ 269 w 269"/>
                <a:gd name="T9" fmla="*/ 347 h 347"/>
                <a:gd name="T10" fmla="*/ 0 w 269"/>
                <a:gd name="T11" fmla="*/ 192 h 347"/>
                <a:gd name="T12" fmla="*/ 0 w 269"/>
                <a:gd name="T13" fmla="*/ 9 h 347"/>
                <a:gd name="T14" fmla="*/ 11 w 269"/>
                <a:gd name="T15" fmla="*/ 3 h 347"/>
                <a:gd name="T16" fmla="*/ 258 w 269"/>
                <a:gd name="T17" fmla="*/ 146 h 347"/>
                <a:gd name="T18" fmla="*/ 12 w 269"/>
                <a:gd name="T19" fmla="*/ 184 h 347"/>
                <a:gd name="T20" fmla="*/ 257 w 269"/>
                <a:gd name="T21" fmla="*/ 325 h 347"/>
                <a:gd name="T22" fmla="*/ 258 w 269"/>
                <a:gd name="T23" fmla="*/ 157 h 347"/>
                <a:gd name="T24" fmla="*/ 13 w 269"/>
                <a:gd name="T25" fmla="*/ 16 h 347"/>
                <a:gd name="T26" fmla="*/ 12 w 269"/>
                <a:gd name="T27" fmla="*/ 184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9" h="347">
                  <a:moveTo>
                    <a:pt x="258" y="146"/>
                  </a:moveTo>
                  <a:cubicBezTo>
                    <a:pt x="264" y="150"/>
                    <a:pt x="269" y="158"/>
                    <a:pt x="269" y="165"/>
                  </a:cubicBezTo>
                  <a:cubicBezTo>
                    <a:pt x="269" y="332"/>
                    <a:pt x="269" y="332"/>
                    <a:pt x="269" y="332"/>
                  </a:cubicBezTo>
                  <a:cubicBezTo>
                    <a:pt x="269" y="335"/>
                    <a:pt x="269" y="335"/>
                    <a:pt x="269" y="335"/>
                  </a:cubicBezTo>
                  <a:cubicBezTo>
                    <a:pt x="269" y="347"/>
                    <a:pt x="269" y="347"/>
                    <a:pt x="269" y="347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190"/>
                    <a:pt x="0" y="192"/>
                    <a:pt x="0" y="9"/>
                  </a:cubicBezTo>
                  <a:cubicBezTo>
                    <a:pt x="0" y="3"/>
                    <a:pt x="5" y="0"/>
                    <a:pt x="11" y="3"/>
                  </a:cubicBezTo>
                  <a:cubicBezTo>
                    <a:pt x="258" y="146"/>
                    <a:pt x="258" y="146"/>
                    <a:pt x="258" y="146"/>
                  </a:cubicBezTo>
                  <a:moveTo>
                    <a:pt x="12" y="184"/>
                  </a:moveTo>
                  <a:cubicBezTo>
                    <a:pt x="257" y="325"/>
                    <a:pt x="257" y="325"/>
                    <a:pt x="257" y="325"/>
                  </a:cubicBezTo>
                  <a:cubicBezTo>
                    <a:pt x="258" y="157"/>
                    <a:pt x="258" y="157"/>
                    <a:pt x="258" y="157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2" y="184"/>
                    <a:pt x="12" y="184"/>
                    <a:pt x="12" y="184"/>
                  </a:cubicBezTo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8" name="ïṥlïdê"/>
            <p:cNvSpPr/>
            <p:nvPr/>
          </p:nvSpPr>
          <p:spPr bwMode="auto">
            <a:xfrm>
              <a:off x="7421563" y="4775201"/>
              <a:ext cx="312738" cy="249238"/>
            </a:xfrm>
            <a:custGeom>
              <a:avLst/>
              <a:gdLst>
                <a:gd name="T0" fmla="*/ 90 w 95"/>
                <a:gd name="T1" fmla="*/ 32 h 76"/>
                <a:gd name="T2" fmla="*/ 34 w 95"/>
                <a:gd name="T3" fmla="*/ 0 h 76"/>
                <a:gd name="T4" fmla="*/ 39 w 95"/>
                <a:gd name="T5" fmla="*/ 10 h 76"/>
                <a:gd name="T6" fmla="*/ 34 w 95"/>
                <a:gd name="T7" fmla="*/ 19 h 76"/>
                <a:gd name="T8" fmla="*/ 3 w 95"/>
                <a:gd name="T9" fmla="*/ 37 h 76"/>
                <a:gd name="T10" fmla="*/ 0 w 95"/>
                <a:gd name="T11" fmla="*/ 42 h 76"/>
                <a:gd name="T12" fmla="*/ 1 w 95"/>
                <a:gd name="T13" fmla="*/ 44 h 76"/>
                <a:gd name="T14" fmla="*/ 57 w 95"/>
                <a:gd name="T15" fmla="*/ 76 h 76"/>
                <a:gd name="T16" fmla="*/ 57 w 95"/>
                <a:gd name="T17" fmla="*/ 74 h 76"/>
                <a:gd name="T18" fmla="*/ 59 w 95"/>
                <a:gd name="T19" fmla="*/ 69 h 76"/>
                <a:gd name="T20" fmla="*/ 90 w 95"/>
                <a:gd name="T21" fmla="*/ 52 h 76"/>
                <a:gd name="T22" fmla="*/ 95 w 95"/>
                <a:gd name="T23" fmla="*/ 43 h 76"/>
                <a:gd name="T24" fmla="*/ 90 w 95"/>
                <a:gd name="T25" fmla="*/ 3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76">
                  <a:moveTo>
                    <a:pt x="90" y="32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7" y="1"/>
                    <a:pt x="39" y="5"/>
                    <a:pt x="39" y="10"/>
                  </a:cubicBezTo>
                  <a:cubicBezTo>
                    <a:pt x="39" y="13"/>
                    <a:pt x="37" y="17"/>
                    <a:pt x="34" y="19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2" y="38"/>
                    <a:pt x="0" y="40"/>
                    <a:pt x="0" y="42"/>
                  </a:cubicBezTo>
                  <a:cubicBezTo>
                    <a:pt x="0" y="43"/>
                    <a:pt x="1" y="43"/>
                    <a:pt x="1" y="44"/>
                  </a:cubicBezTo>
                  <a:cubicBezTo>
                    <a:pt x="57" y="76"/>
                    <a:pt x="57" y="76"/>
                    <a:pt x="57" y="76"/>
                  </a:cubicBezTo>
                  <a:cubicBezTo>
                    <a:pt x="57" y="76"/>
                    <a:pt x="57" y="75"/>
                    <a:pt x="57" y="74"/>
                  </a:cubicBezTo>
                  <a:cubicBezTo>
                    <a:pt x="57" y="73"/>
                    <a:pt x="58" y="70"/>
                    <a:pt x="59" y="69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3" y="50"/>
                    <a:pt x="95" y="46"/>
                    <a:pt x="95" y="43"/>
                  </a:cubicBezTo>
                  <a:cubicBezTo>
                    <a:pt x="95" y="38"/>
                    <a:pt x="93" y="34"/>
                    <a:pt x="90" y="32"/>
                  </a:cubicBez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59" name="îSḷïḑè"/>
            <p:cNvSpPr/>
            <p:nvPr/>
          </p:nvSpPr>
          <p:spPr bwMode="auto">
            <a:xfrm>
              <a:off x="7402513" y="4675188"/>
              <a:ext cx="200025" cy="131763"/>
            </a:xfrm>
            <a:custGeom>
              <a:avLst/>
              <a:gdLst>
                <a:gd name="T0" fmla="*/ 126 w 126"/>
                <a:gd name="T1" fmla="*/ 69 h 83"/>
                <a:gd name="T2" fmla="*/ 8 w 126"/>
                <a:gd name="T3" fmla="*/ 0 h 83"/>
                <a:gd name="T4" fmla="*/ 0 w 126"/>
                <a:gd name="T5" fmla="*/ 15 h 83"/>
                <a:gd name="T6" fmla="*/ 118 w 126"/>
                <a:gd name="T7" fmla="*/ 83 h 83"/>
                <a:gd name="T8" fmla="*/ 126 w 126"/>
                <a:gd name="T9" fmla="*/ 6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83">
                  <a:moveTo>
                    <a:pt x="126" y="69"/>
                  </a:moveTo>
                  <a:lnTo>
                    <a:pt x="8" y="0"/>
                  </a:lnTo>
                  <a:lnTo>
                    <a:pt x="0" y="15"/>
                  </a:lnTo>
                  <a:lnTo>
                    <a:pt x="118" y="83"/>
                  </a:lnTo>
                  <a:lnTo>
                    <a:pt x="126" y="69"/>
                  </a:lnTo>
                  <a:close/>
                </a:path>
              </a:pathLst>
            </a:custGeom>
            <a:solidFill>
              <a:srgbClr val="21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0" name="išlîdê"/>
            <p:cNvSpPr/>
            <p:nvPr/>
          </p:nvSpPr>
          <p:spPr bwMode="auto">
            <a:xfrm>
              <a:off x="7415213" y="4675188"/>
              <a:ext cx="315913" cy="180975"/>
            </a:xfrm>
            <a:custGeom>
              <a:avLst/>
              <a:gdLst>
                <a:gd name="T0" fmla="*/ 199 w 199"/>
                <a:gd name="T1" fmla="*/ 114 h 114"/>
                <a:gd name="T2" fmla="*/ 83 w 199"/>
                <a:gd name="T3" fmla="*/ 48 h 114"/>
                <a:gd name="T4" fmla="*/ 0 w 199"/>
                <a:gd name="T5" fmla="*/ 0 h 114"/>
                <a:gd name="T6" fmla="*/ 118 w 199"/>
                <a:gd name="T7" fmla="*/ 69 h 114"/>
                <a:gd name="T8" fmla="*/ 199 w 199"/>
                <a:gd name="T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" h="114">
                  <a:moveTo>
                    <a:pt x="199" y="114"/>
                  </a:moveTo>
                  <a:lnTo>
                    <a:pt x="83" y="48"/>
                  </a:lnTo>
                  <a:lnTo>
                    <a:pt x="0" y="0"/>
                  </a:lnTo>
                  <a:lnTo>
                    <a:pt x="118" y="69"/>
                  </a:lnTo>
                  <a:lnTo>
                    <a:pt x="199" y="114"/>
                  </a:lnTo>
                  <a:close/>
                </a:path>
              </a:pathLst>
            </a:custGeom>
            <a:solidFill>
              <a:srgbClr val="1C1E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1" name="iṧḷîḑé"/>
            <p:cNvSpPr/>
            <p:nvPr/>
          </p:nvSpPr>
          <p:spPr bwMode="auto">
            <a:xfrm>
              <a:off x="7589838" y="4784726"/>
              <a:ext cx="161925" cy="242888"/>
            </a:xfrm>
            <a:custGeom>
              <a:avLst/>
              <a:gdLst>
                <a:gd name="T0" fmla="*/ 4 w 49"/>
                <a:gd name="T1" fmla="*/ 0 h 74"/>
                <a:gd name="T2" fmla="*/ 0 w 49"/>
                <a:gd name="T3" fmla="*/ 7 h 74"/>
                <a:gd name="T4" fmla="*/ 39 w 49"/>
                <a:gd name="T5" fmla="*/ 29 h 74"/>
                <a:gd name="T6" fmla="*/ 44 w 49"/>
                <a:gd name="T7" fmla="*/ 40 h 74"/>
                <a:gd name="T8" fmla="*/ 39 w 49"/>
                <a:gd name="T9" fmla="*/ 49 h 74"/>
                <a:gd name="T10" fmla="*/ 8 w 49"/>
                <a:gd name="T11" fmla="*/ 66 h 74"/>
                <a:gd name="T12" fmla="*/ 6 w 49"/>
                <a:gd name="T13" fmla="*/ 71 h 74"/>
                <a:gd name="T14" fmla="*/ 8 w 49"/>
                <a:gd name="T15" fmla="*/ 73 h 74"/>
                <a:gd name="T16" fmla="*/ 39 w 49"/>
                <a:gd name="T17" fmla="*/ 55 h 74"/>
                <a:gd name="T18" fmla="*/ 49 w 49"/>
                <a:gd name="T19" fmla="*/ 39 h 74"/>
                <a:gd name="T20" fmla="*/ 40 w 49"/>
                <a:gd name="T21" fmla="*/ 22 h 74"/>
                <a:gd name="T22" fmla="*/ 4 w 49"/>
                <a:gd name="T23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9" h="74">
                  <a:moveTo>
                    <a:pt x="4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2" y="31"/>
                    <a:pt x="44" y="35"/>
                    <a:pt x="44" y="40"/>
                  </a:cubicBezTo>
                  <a:cubicBezTo>
                    <a:pt x="44" y="43"/>
                    <a:pt x="42" y="47"/>
                    <a:pt x="39" y="49"/>
                  </a:cubicBezTo>
                  <a:cubicBezTo>
                    <a:pt x="8" y="66"/>
                    <a:pt x="8" y="66"/>
                    <a:pt x="8" y="66"/>
                  </a:cubicBezTo>
                  <a:cubicBezTo>
                    <a:pt x="7" y="67"/>
                    <a:pt x="6" y="70"/>
                    <a:pt x="6" y="71"/>
                  </a:cubicBezTo>
                  <a:cubicBezTo>
                    <a:pt x="6" y="73"/>
                    <a:pt x="7" y="74"/>
                    <a:pt x="8" y="73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5" y="52"/>
                    <a:pt x="49" y="46"/>
                    <a:pt x="49" y="39"/>
                  </a:cubicBezTo>
                  <a:cubicBezTo>
                    <a:pt x="49" y="32"/>
                    <a:pt x="44" y="25"/>
                    <a:pt x="40" y="2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2" name="ïṩliḍè"/>
            <p:cNvSpPr/>
            <p:nvPr/>
          </p:nvSpPr>
          <p:spPr bwMode="auto">
            <a:xfrm>
              <a:off x="7183438" y="3824288"/>
              <a:ext cx="42863" cy="17463"/>
            </a:xfrm>
            <a:custGeom>
              <a:avLst/>
              <a:gdLst>
                <a:gd name="T0" fmla="*/ 6 w 13"/>
                <a:gd name="T1" fmla="*/ 1 h 5"/>
                <a:gd name="T2" fmla="*/ 0 w 13"/>
                <a:gd name="T3" fmla="*/ 4 h 5"/>
                <a:gd name="T4" fmla="*/ 8 w 13"/>
                <a:gd name="T5" fmla="*/ 5 h 5"/>
                <a:gd name="T6" fmla="*/ 13 w 13"/>
                <a:gd name="T7" fmla="*/ 2 h 5"/>
                <a:gd name="T8" fmla="*/ 6 w 13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5">
                  <a:moveTo>
                    <a:pt x="6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3"/>
                    <a:pt x="5" y="4"/>
                    <a:pt x="8" y="5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0" y="0"/>
                    <a:pt x="8" y="0"/>
                    <a:pt x="6" y="1"/>
                  </a:cubicBezTo>
                  <a:close/>
                </a:path>
              </a:pathLst>
            </a:custGeom>
            <a:solidFill>
              <a:srgbClr val="696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3" name="î$1ídé"/>
            <p:cNvSpPr/>
            <p:nvPr/>
          </p:nvSpPr>
          <p:spPr bwMode="auto">
            <a:xfrm>
              <a:off x="7213600" y="3871913"/>
              <a:ext cx="828675" cy="1030288"/>
            </a:xfrm>
            <a:custGeom>
              <a:avLst/>
              <a:gdLst>
                <a:gd name="T0" fmla="*/ 13 w 522"/>
                <a:gd name="T1" fmla="*/ 348 h 649"/>
                <a:gd name="T2" fmla="*/ 13 w 522"/>
                <a:gd name="T3" fmla="*/ 0 h 649"/>
                <a:gd name="T4" fmla="*/ 2 w 522"/>
                <a:gd name="T5" fmla="*/ 8 h 649"/>
                <a:gd name="T6" fmla="*/ 0 w 522"/>
                <a:gd name="T7" fmla="*/ 357 h 649"/>
                <a:gd name="T8" fmla="*/ 509 w 522"/>
                <a:gd name="T9" fmla="*/ 649 h 649"/>
                <a:gd name="T10" fmla="*/ 522 w 522"/>
                <a:gd name="T11" fmla="*/ 643 h 649"/>
                <a:gd name="T12" fmla="*/ 13 w 522"/>
                <a:gd name="T13" fmla="*/ 348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2" h="649">
                  <a:moveTo>
                    <a:pt x="13" y="348"/>
                  </a:moveTo>
                  <a:lnTo>
                    <a:pt x="13" y="0"/>
                  </a:lnTo>
                  <a:lnTo>
                    <a:pt x="2" y="8"/>
                  </a:lnTo>
                  <a:lnTo>
                    <a:pt x="0" y="357"/>
                  </a:lnTo>
                  <a:lnTo>
                    <a:pt x="509" y="649"/>
                  </a:lnTo>
                  <a:lnTo>
                    <a:pt x="522" y="643"/>
                  </a:lnTo>
                  <a:lnTo>
                    <a:pt x="13" y="348"/>
                  </a:ln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4" name="îŝľíḓè"/>
            <p:cNvSpPr/>
            <p:nvPr/>
          </p:nvSpPr>
          <p:spPr bwMode="auto">
            <a:xfrm>
              <a:off x="8051800" y="4965701"/>
              <a:ext cx="26988" cy="95250"/>
            </a:xfrm>
            <a:custGeom>
              <a:avLst/>
              <a:gdLst>
                <a:gd name="T0" fmla="*/ 8 w 8"/>
                <a:gd name="T1" fmla="*/ 19 h 29"/>
                <a:gd name="T2" fmla="*/ 8 w 8"/>
                <a:gd name="T3" fmla="*/ 0 h 29"/>
                <a:gd name="T4" fmla="*/ 3 w 8"/>
                <a:gd name="T5" fmla="*/ 3 h 29"/>
                <a:gd name="T6" fmla="*/ 3 w 8"/>
                <a:gd name="T7" fmla="*/ 22 h 29"/>
                <a:gd name="T8" fmla="*/ 3 w 8"/>
                <a:gd name="T9" fmla="*/ 22 h 29"/>
                <a:gd name="T10" fmla="*/ 0 w 8"/>
                <a:gd name="T11" fmla="*/ 29 h 29"/>
                <a:gd name="T12" fmla="*/ 5 w 8"/>
                <a:gd name="T13" fmla="*/ 26 h 29"/>
                <a:gd name="T14" fmla="*/ 8 w 8"/>
                <a:gd name="T15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9">
                  <a:moveTo>
                    <a:pt x="8" y="19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6"/>
                    <a:pt x="2" y="28"/>
                    <a:pt x="0" y="29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7" y="25"/>
                    <a:pt x="8" y="23"/>
                    <a:pt x="8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5" name="íṧḷïḑé"/>
            <p:cNvSpPr/>
            <p:nvPr/>
          </p:nvSpPr>
          <p:spPr bwMode="auto">
            <a:xfrm>
              <a:off x="8021638" y="4338638"/>
              <a:ext cx="20638" cy="563563"/>
            </a:xfrm>
            <a:custGeom>
              <a:avLst/>
              <a:gdLst>
                <a:gd name="T0" fmla="*/ 0 w 13"/>
                <a:gd name="T1" fmla="*/ 355 h 355"/>
                <a:gd name="T2" fmla="*/ 13 w 13"/>
                <a:gd name="T3" fmla="*/ 349 h 355"/>
                <a:gd name="T4" fmla="*/ 13 w 13"/>
                <a:gd name="T5" fmla="*/ 0 h 355"/>
                <a:gd name="T6" fmla="*/ 2 w 13"/>
                <a:gd name="T7" fmla="*/ 7 h 355"/>
                <a:gd name="T8" fmla="*/ 0 w 13"/>
                <a:gd name="T9" fmla="*/ 355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355">
                  <a:moveTo>
                    <a:pt x="0" y="355"/>
                  </a:moveTo>
                  <a:lnTo>
                    <a:pt x="13" y="349"/>
                  </a:lnTo>
                  <a:lnTo>
                    <a:pt x="13" y="0"/>
                  </a:lnTo>
                  <a:lnTo>
                    <a:pt x="2" y="7"/>
                  </a:lnTo>
                  <a:lnTo>
                    <a:pt x="0" y="355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6" name="îṣḻíḑé"/>
            <p:cNvSpPr/>
            <p:nvPr/>
          </p:nvSpPr>
          <p:spPr bwMode="auto">
            <a:xfrm>
              <a:off x="7216775" y="3871913"/>
              <a:ext cx="825500" cy="477838"/>
            </a:xfrm>
            <a:custGeom>
              <a:avLst/>
              <a:gdLst>
                <a:gd name="T0" fmla="*/ 509 w 520"/>
                <a:gd name="T1" fmla="*/ 301 h 301"/>
                <a:gd name="T2" fmla="*/ 520 w 520"/>
                <a:gd name="T3" fmla="*/ 294 h 301"/>
                <a:gd name="T4" fmla="*/ 11 w 520"/>
                <a:gd name="T5" fmla="*/ 0 h 301"/>
                <a:gd name="T6" fmla="*/ 0 w 520"/>
                <a:gd name="T7" fmla="*/ 8 h 301"/>
                <a:gd name="T8" fmla="*/ 509 w 520"/>
                <a:gd name="T9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0" h="301">
                  <a:moveTo>
                    <a:pt x="509" y="301"/>
                  </a:moveTo>
                  <a:lnTo>
                    <a:pt x="520" y="294"/>
                  </a:lnTo>
                  <a:lnTo>
                    <a:pt x="11" y="0"/>
                  </a:lnTo>
                  <a:lnTo>
                    <a:pt x="0" y="8"/>
                  </a:lnTo>
                  <a:lnTo>
                    <a:pt x="509" y="30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7" name="íśḻïḋé"/>
            <p:cNvSpPr/>
            <p:nvPr/>
          </p:nvSpPr>
          <p:spPr bwMode="auto">
            <a:xfrm>
              <a:off x="7183438" y="3824288"/>
              <a:ext cx="898525" cy="1150938"/>
            </a:xfrm>
            <a:custGeom>
              <a:avLst/>
              <a:gdLst>
                <a:gd name="T0" fmla="*/ 272 w 272"/>
                <a:gd name="T1" fmla="*/ 163 h 349"/>
                <a:gd name="T2" fmla="*/ 261 w 272"/>
                <a:gd name="T3" fmla="*/ 145 h 349"/>
                <a:gd name="T4" fmla="*/ 13 w 272"/>
                <a:gd name="T5" fmla="*/ 2 h 349"/>
                <a:gd name="T6" fmla="*/ 6 w 272"/>
                <a:gd name="T7" fmla="*/ 1 h 349"/>
                <a:gd name="T8" fmla="*/ 0 w 272"/>
                <a:gd name="T9" fmla="*/ 4 h 349"/>
                <a:gd name="T10" fmla="*/ 8 w 272"/>
                <a:gd name="T11" fmla="*/ 5 h 349"/>
                <a:gd name="T12" fmla="*/ 255 w 272"/>
                <a:gd name="T13" fmla="*/ 148 h 349"/>
                <a:gd name="T14" fmla="*/ 266 w 272"/>
                <a:gd name="T15" fmla="*/ 167 h 349"/>
                <a:gd name="T16" fmla="*/ 266 w 272"/>
                <a:gd name="T17" fmla="*/ 334 h 349"/>
                <a:gd name="T18" fmla="*/ 266 w 272"/>
                <a:gd name="T19" fmla="*/ 349 h 349"/>
                <a:gd name="T20" fmla="*/ 271 w 272"/>
                <a:gd name="T21" fmla="*/ 346 h 349"/>
                <a:gd name="T22" fmla="*/ 271 w 272"/>
                <a:gd name="T23" fmla="*/ 331 h 349"/>
                <a:gd name="T24" fmla="*/ 272 w 272"/>
                <a:gd name="T25" fmla="*/ 163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2" h="349">
                  <a:moveTo>
                    <a:pt x="272" y="163"/>
                  </a:moveTo>
                  <a:cubicBezTo>
                    <a:pt x="272" y="157"/>
                    <a:pt x="267" y="149"/>
                    <a:pt x="261" y="145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0" y="0"/>
                    <a:pt x="8" y="0"/>
                    <a:pt x="6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3"/>
                    <a:pt x="5" y="4"/>
                    <a:pt x="8" y="5"/>
                  </a:cubicBezTo>
                  <a:cubicBezTo>
                    <a:pt x="255" y="148"/>
                    <a:pt x="255" y="148"/>
                    <a:pt x="255" y="148"/>
                  </a:cubicBezTo>
                  <a:cubicBezTo>
                    <a:pt x="261" y="152"/>
                    <a:pt x="266" y="160"/>
                    <a:pt x="266" y="167"/>
                  </a:cubicBezTo>
                  <a:cubicBezTo>
                    <a:pt x="266" y="334"/>
                    <a:pt x="266" y="334"/>
                    <a:pt x="266" y="334"/>
                  </a:cubicBezTo>
                  <a:cubicBezTo>
                    <a:pt x="266" y="349"/>
                    <a:pt x="266" y="349"/>
                    <a:pt x="266" y="349"/>
                  </a:cubicBezTo>
                  <a:cubicBezTo>
                    <a:pt x="271" y="346"/>
                    <a:pt x="271" y="346"/>
                    <a:pt x="271" y="346"/>
                  </a:cubicBezTo>
                  <a:cubicBezTo>
                    <a:pt x="271" y="331"/>
                    <a:pt x="271" y="331"/>
                    <a:pt x="271" y="331"/>
                  </a:cubicBezTo>
                  <a:lnTo>
                    <a:pt x="272" y="163"/>
                  </a:ln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8" name="îŝļíḍè"/>
            <p:cNvSpPr/>
            <p:nvPr/>
          </p:nvSpPr>
          <p:spPr bwMode="auto">
            <a:xfrm>
              <a:off x="7173913" y="3832226"/>
              <a:ext cx="887413" cy="1143000"/>
            </a:xfrm>
            <a:custGeom>
              <a:avLst/>
              <a:gdLst>
                <a:gd name="T0" fmla="*/ 258 w 269"/>
                <a:gd name="T1" fmla="*/ 146 h 347"/>
                <a:gd name="T2" fmla="*/ 269 w 269"/>
                <a:gd name="T3" fmla="*/ 165 h 347"/>
                <a:gd name="T4" fmla="*/ 269 w 269"/>
                <a:gd name="T5" fmla="*/ 332 h 347"/>
                <a:gd name="T6" fmla="*/ 269 w 269"/>
                <a:gd name="T7" fmla="*/ 335 h 347"/>
                <a:gd name="T8" fmla="*/ 269 w 269"/>
                <a:gd name="T9" fmla="*/ 347 h 347"/>
                <a:gd name="T10" fmla="*/ 0 w 269"/>
                <a:gd name="T11" fmla="*/ 192 h 347"/>
                <a:gd name="T12" fmla="*/ 0 w 269"/>
                <a:gd name="T13" fmla="*/ 9 h 347"/>
                <a:gd name="T14" fmla="*/ 11 w 269"/>
                <a:gd name="T15" fmla="*/ 3 h 347"/>
                <a:gd name="T16" fmla="*/ 258 w 269"/>
                <a:gd name="T17" fmla="*/ 146 h 347"/>
                <a:gd name="T18" fmla="*/ 12 w 269"/>
                <a:gd name="T19" fmla="*/ 184 h 347"/>
                <a:gd name="T20" fmla="*/ 257 w 269"/>
                <a:gd name="T21" fmla="*/ 325 h 347"/>
                <a:gd name="T22" fmla="*/ 258 w 269"/>
                <a:gd name="T23" fmla="*/ 157 h 347"/>
                <a:gd name="T24" fmla="*/ 13 w 269"/>
                <a:gd name="T25" fmla="*/ 16 h 347"/>
                <a:gd name="T26" fmla="*/ 12 w 269"/>
                <a:gd name="T27" fmla="*/ 184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9" h="347">
                  <a:moveTo>
                    <a:pt x="258" y="146"/>
                  </a:moveTo>
                  <a:cubicBezTo>
                    <a:pt x="264" y="150"/>
                    <a:pt x="269" y="158"/>
                    <a:pt x="269" y="165"/>
                  </a:cubicBezTo>
                  <a:cubicBezTo>
                    <a:pt x="269" y="332"/>
                    <a:pt x="269" y="332"/>
                    <a:pt x="269" y="332"/>
                  </a:cubicBezTo>
                  <a:cubicBezTo>
                    <a:pt x="269" y="335"/>
                    <a:pt x="269" y="335"/>
                    <a:pt x="269" y="335"/>
                  </a:cubicBezTo>
                  <a:cubicBezTo>
                    <a:pt x="269" y="347"/>
                    <a:pt x="269" y="347"/>
                    <a:pt x="269" y="347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190"/>
                    <a:pt x="0" y="192"/>
                    <a:pt x="0" y="9"/>
                  </a:cubicBezTo>
                  <a:cubicBezTo>
                    <a:pt x="0" y="3"/>
                    <a:pt x="5" y="0"/>
                    <a:pt x="11" y="3"/>
                  </a:cubicBezTo>
                  <a:lnTo>
                    <a:pt x="258" y="146"/>
                  </a:lnTo>
                  <a:close/>
                  <a:moveTo>
                    <a:pt x="12" y="184"/>
                  </a:moveTo>
                  <a:cubicBezTo>
                    <a:pt x="257" y="325"/>
                    <a:pt x="257" y="325"/>
                    <a:pt x="257" y="325"/>
                  </a:cubicBezTo>
                  <a:cubicBezTo>
                    <a:pt x="258" y="157"/>
                    <a:pt x="258" y="157"/>
                    <a:pt x="258" y="157"/>
                  </a:cubicBezTo>
                  <a:cubicBezTo>
                    <a:pt x="13" y="16"/>
                    <a:pt x="13" y="16"/>
                    <a:pt x="13" y="16"/>
                  </a:cubicBezTo>
                  <a:lnTo>
                    <a:pt x="12" y="184"/>
                  </a:ln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9" name="iṧḷîďè"/>
            <p:cNvSpPr/>
            <p:nvPr/>
          </p:nvSpPr>
          <p:spPr bwMode="auto">
            <a:xfrm>
              <a:off x="5900738" y="1563688"/>
              <a:ext cx="444500" cy="630238"/>
            </a:xfrm>
            <a:custGeom>
              <a:avLst/>
              <a:gdLst>
                <a:gd name="T0" fmla="*/ 20 w 135"/>
                <a:gd name="T1" fmla="*/ 1 h 191"/>
                <a:gd name="T2" fmla="*/ 15 w 135"/>
                <a:gd name="T3" fmla="*/ 0 h 191"/>
                <a:gd name="T4" fmla="*/ 15 w 135"/>
                <a:gd name="T5" fmla="*/ 0 h 191"/>
                <a:gd name="T6" fmla="*/ 14 w 135"/>
                <a:gd name="T7" fmla="*/ 1 h 191"/>
                <a:gd name="T8" fmla="*/ 13 w 135"/>
                <a:gd name="T9" fmla="*/ 1 h 191"/>
                <a:gd name="T10" fmla="*/ 12 w 135"/>
                <a:gd name="T11" fmla="*/ 1 h 191"/>
                <a:gd name="T12" fmla="*/ 11 w 135"/>
                <a:gd name="T13" fmla="*/ 1 h 191"/>
                <a:gd name="T14" fmla="*/ 11 w 135"/>
                <a:gd name="T15" fmla="*/ 2 h 191"/>
                <a:gd name="T16" fmla="*/ 10 w 135"/>
                <a:gd name="T17" fmla="*/ 2 h 191"/>
                <a:gd name="T18" fmla="*/ 9 w 135"/>
                <a:gd name="T19" fmla="*/ 2 h 191"/>
                <a:gd name="T20" fmla="*/ 8 w 135"/>
                <a:gd name="T21" fmla="*/ 3 h 191"/>
                <a:gd name="T22" fmla="*/ 8 w 135"/>
                <a:gd name="T23" fmla="*/ 3 h 191"/>
                <a:gd name="T24" fmla="*/ 7 w 135"/>
                <a:gd name="T25" fmla="*/ 3 h 191"/>
                <a:gd name="T26" fmla="*/ 6 w 135"/>
                <a:gd name="T27" fmla="*/ 3 h 191"/>
                <a:gd name="T28" fmla="*/ 5 w 135"/>
                <a:gd name="T29" fmla="*/ 4 h 191"/>
                <a:gd name="T30" fmla="*/ 4 w 135"/>
                <a:gd name="T31" fmla="*/ 4 h 191"/>
                <a:gd name="T32" fmla="*/ 0 w 135"/>
                <a:gd name="T33" fmla="*/ 13 h 191"/>
                <a:gd name="T34" fmla="*/ 8 w 135"/>
                <a:gd name="T35" fmla="*/ 129 h 191"/>
                <a:gd name="T36" fmla="*/ 23 w 135"/>
                <a:gd name="T37" fmla="*/ 169 h 191"/>
                <a:gd name="T38" fmla="*/ 23 w 135"/>
                <a:gd name="T39" fmla="*/ 169 h 191"/>
                <a:gd name="T40" fmla="*/ 24 w 135"/>
                <a:gd name="T41" fmla="*/ 168 h 191"/>
                <a:gd name="T42" fmla="*/ 24 w 135"/>
                <a:gd name="T43" fmla="*/ 168 h 191"/>
                <a:gd name="T44" fmla="*/ 24 w 135"/>
                <a:gd name="T45" fmla="*/ 168 h 191"/>
                <a:gd name="T46" fmla="*/ 25 w 135"/>
                <a:gd name="T47" fmla="*/ 168 h 191"/>
                <a:gd name="T48" fmla="*/ 25 w 135"/>
                <a:gd name="T49" fmla="*/ 168 h 191"/>
                <a:gd name="T50" fmla="*/ 26 w 135"/>
                <a:gd name="T51" fmla="*/ 168 h 191"/>
                <a:gd name="T52" fmla="*/ 26 w 135"/>
                <a:gd name="T53" fmla="*/ 168 h 191"/>
                <a:gd name="T54" fmla="*/ 26 w 135"/>
                <a:gd name="T55" fmla="*/ 167 h 191"/>
                <a:gd name="T56" fmla="*/ 27 w 135"/>
                <a:gd name="T57" fmla="*/ 167 h 191"/>
                <a:gd name="T58" fmla="*/ 27 w 135"/>
                <a:gd name="T59" fmla="*/ 167 h 191"/>
                <a:gd name="T60" fmla="*/ 28 w 135"/>
                <a:gd name="T61" fmla="*/ 167 h 191"/>
                <a:gd name="T62" fmla="*/ 28 w 135"/>
                <a:gd name="T63" fmla="*/ 167 h 191"/>
                <a:gd name="T64" fmla="*/ 28 w 135"/>
                <a:gd name="T65" fmla="*/ 167 h 191"/>
                <a:gd name="T66" fmla="*/ 29 w 135"/>
                <a:gd name="T67" fmla="*/ 167 h 191"/>
                <a:gd name="T68" fmla="*/ 29 w 135"/>
                <a:gd name="T69" fmla="*/ 167 h 191"/>
                <a:gd name="T70" fmla="*/ 30 w 135"/>
                <a:gd name="T71" fmla="*/ 166 h 191"/>
                <a:gd name="T72" fmla="*/ 30 w 135"/>
                <a:gd name="T73" fmla="*/ 166 h 191"/>
                <a:gd name="T74" fmla="*/ 30 w 135"/>
                <a:gd name="T75" fmla="*/ 166 h 191"/>
                <a:gd name="T76" fmla="*/ 31 w 135"/>
                <a:gd name="T77" fmla="*/ 166 h 191"/>
                <a:gd name="T78" fmla="*/ 31 w 135"/>
                <a:gd name="T79" fmla="*/ 166 h 191"/>
                <a:gd name="T80" fmla="*/ 31 w 135"/>
                <a:gd name="T81" fmla="*/ 166 h 191"/>
                <a:gd name="T82" fmla="*/ 32 w 135"/>
                <a:gd name="T83" fmla="*/ 166 h 191"/>
                <a:gd name="T84" fmla="*/ 32 w 135"/>
                <a:gd name="T85" fmla="*/ 166 h 191"/>
                <a:gd name="T86" fmla="*/ 33 w 135"/>
                <a:gd name="T87" fmla="*/ 165 h 191"/>
                <a:gd name="T88" fmla="*/ 33 w 135"/>
                <a:gd name="T89" fmla="*/ 165 h 191"/>
                <a:gd name="T90" fmla="*/ 33 w 135"/>
                <a:gd name="T91" fmla="*/ 165 h 191"/>
                <a:gd name="T92" fmla="*/ 34 w 135"/>
                <a:gd name="T93" fmla="*/ 165 h 191"/>
                <a:gd name="T94" fmla="*/ 34 w 135"/>
                <a:gd name="T95" fmla="*/ 165 h 191"/>
                <a:gd name="T96" fmla="*/ 35 w 135"/>
                <a:gd name="T97" fmla="*/ 165 h 191"/>
                <a:gd name="T98" fmla="*/ 35 w 135"/>
                <a:gd name="T99" fmla="*/ 165 h 191"/>
                <a:gd name="T100" fmla="*/ 118 w 135"/>
                <a:gd name="T101" fmla="*/ 190 h 191"/>
                <a:gd name="T102" fmla="*/ 123 w 135"/>
                <a:gd name="T103" fmla="*/ 191 h 191"/>
                <a:gd name="T104" fmla="*/ 135 w 135"/>
                <a:gd name="T105" fmla="*/ 178 h 191"/>
                <a:gd name="T106" fmla="*/ 128 w 135"/>
                <a:gd name="T107" fmla="*/ 6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191">
                  <a:moveTo>
                    <a:pt x="128" y="61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18" y="0"/>
                    <a:pt x="17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2" y="5"/>
                    <a:pt x="0" y="8"/>
                    <a:pt x="0" y="13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19"/>
                    <a:pt x="3" y="127"/>
                    <a:pt x="8" y="129"/>
                  </a:cubicBezTo>
                  <a:cubicBezTo>
                    <a:pt x="23" y="139"/>
                    <a:pt x="23" y="139"/>
                    <a:pt x="23" y="139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7"/>
                    <a:pt x="26" y="167"/>
                    <a:pt x="26" y="167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7"/>
                    <a:pt x="26" y="167"/>
                    <a:pt x="26" y="167"/>
                  </a:cubicBezTo>
                  <a:cubicBezTo>
                    <a:pt x="26" y="167"/>
                    <a:pt x="26" y="167"/>
                    <a:pt x="26" y="167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9" y="166"/>
                    <a:pt x="29" y="166"/>
                    <a:pt x="29" y="166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6"/>
                    <a:pt x="29" y="166"/>
                    <a:pt x="29" y="166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2" y="165"/>
                    <a:pt x="32" y="165"/>
                    <a:pt x="32" y="165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5"/>
                    <a:pt x="32" y="165"/>
                    <a:pt x="32" y="165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4"/>
                    <a:pt x="35" y="164"/>
                    <a:pt x="35" y="164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48" y="153"/>
                    <a:pt x="48" y="153"/>
                    <a:pt x="48" y="153"/>
                  </a:cubicBezTo>
                  <a:cubicBezTo>
                    <a:pt x="118" y="190"/>
                    <a:pt x="118" y="190"/>
                    <a:pt x="118" y="190"/>
                  </a:cubicBezTo>
                  <a:cubicBezTo>
                    <a:pt x="120" y="191"/>
                    <a:pt x="121" y="191"/>
                    <a:pt x="122" y="191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31" y="187"/>
                    <a:pt x="135" y="188"/>
                    <a:pt x="135" y="178"/>
                  </a:cubicBezTo>
                  <a:cubicBezTo>
                    <a:pt x="135" y="79"/>
                    <a:pt x="135" y="79"/>
                    <a:pt x="135" y="79"/>
                  </a:cubicBezTo>
                  <a:cubicBezTo>
                    <a:pt x="135" y="72"/>
                    <a:pt x="132" y="64"/>
                    <a:pt x="128" y="61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0" name="íṧḻíḋê"/>
            <p:cNvSpPr/>
            <p:nvPr/>
          </p:nvSpPr>
          <p:spPr bwMode="auto">
            <a:xfrm>
              <a:off x="5900738" y="1570038"/>
              <a:ext cx="415925" cy="630238"/>
            </a:xfrm>
            <a:custGeom>
              <a:avLst/>
              <a:gdLst>
                <a:gd name="T0" fmla="*/ 118 w 126"/>
                <a:gd name="T1" fmla="*/ 63 h 191"/>
                <a:gd name="T2" fmla="*/ 8 w 126"/>
                <a:gd name="T3" fmla="*/ 3 h 191"/>
                <a:gd name="T4" fmla="*/ 0 w 126"/>
                <a:gd name="T5" fmla="*/ 11 h 191"/>
                <a:gd name="T6" fmla="*/ 0 w 126"/>
                <a:gd name="T7" fmla="*/ 110 h 191"/>
                <a:gd name="T8" fmla="*/ 8 w 126"/>
                <a:gd name="T9" fmla="*/ 127 h 191"/>
                <a:gd name="T10" fmla="*/ 23 w 126"/>
                <a:gd name="T11" fmla="*/ 137 h 191"/>
                <a:gd name="T12" fmla="*/ 23 w 126"/>
                <a:gd name="T13" fmla="*/ 167 h 191"/>
                <a:gd name="T14" fmla="*/ 43 w 126"/>
                <a:gd name="T15" fmla="*/ 149 h 191"/>
                <a:gd name="T16" fmla="*/ 118 w 126"/>
                <a:gd name="T17" fmla="*/ 188 h 191"/>
                <a:gd name="T18" fmla="*/ 126 w 126"/>
                <a:gd name="T19" fmla="*/ 180 h 191"/>
                <a:gd name="T20" fmla="*/ 126 w 126"/>
                <a:gd name="T21" fmla="*/ 81 h 191"/>
                <a:gd name="T22" fmla="*/ 118 w 126"/>
                <a:gd name="T23" fmla="*/ 63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6" h="191">
                  <a:moveTo>
                    <a:pt x="118" y="63"/>
                  </a:moveTo>
                  <a:cubicBezTo>
                    <a:pt x="8" y="3"/>
                    <a:pt x="8" y="3"/>
                    <a:pt x="8" y="3"/>
                  </a:cubicBezTo>
                  <a:cubicBezTo>
                    <a:pt x="3" y="0"/>
                    <a:pt x="0" y="4"/>
                    <a:pt x="0" y="11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7"/>
                    <a:pt x="3" y="125"/>
                    <a:pt x="8" y="127"/>
                  </a:cubicBezTo>
                  <a:cubicBezTo>
                    <a:pt x="23" y="137"/>
                    <a:pt x="23" y="137"/>
                    <a:pt x="23" y="137"/>
                  </a:cubicBezTo>
                  <a:cubicBezTo>
                    <a:pt x="23" y="167"/>
                    <a:pt x="23" y="167"/>
                    <a:pt x="23" y="167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118" y="188"/>
                    <a:pt x="118" y="188"/>
                    <a:pt x="118" y="188"/>
                  </a:cubicBezTo>
                  <a:cubicBezTo>
                    <a:pt x="123" y="191"/>
                    <a:pt x="126" y="187"/>
                    <a:pt x="126" y="180"/>
                  </a:cubicBezTo>
                  <a:cubicBezTo>
                    <a:pt x="126" y="81"/>
                    <a:pt x="126" y="81"/>
                    <a:pt x="126" y="81"/>
                  </a:cubicBezTo>
                  <a:cubicBezTo>
                    <a:pt x="126" y="74"/>
                    <a:pt x="123" y="66"/>
                    <a:pt x="118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1" name="ïşḻîḍê"/>
            <p:cNvSpPr/>
            <p:nvPr/>
          </p:nvSpPr>
          <p:spPr bwMode="auto">
            <a:xfrm>
              <a:off x="6008688" y="1820863"/>
              <a:ext cx="26988" cy="55563"/>
            </a:xfrm>
            <a:custGeom>
              <a:avLst/>
              <a:gdLst>
                <a:gd name="T0" fmla="*/ 8 w 8"/>
                <a:gd name="T1" fmla="*/ 11 h 17"/>
                <a:gd name="T2" fmla="*/ 4 w 8"/>
                <a:gd name="T3" fmla="*/ 16 h 17"/>
                <a:gd name="T4" fmla="*/ 0 w 8"/>
                <a:gd name="T5" fmla="*/ 6 h 17"/>
                <a:gd name="T6" fmla="*/ 4 w 8"/>
                <a:gd name="T7" fmla="*/ 2 h 17"/>
                <a:gd name="T8" fmla="*/ 8 w 8"/>
                <a:gd name="T9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7">
                  <a:moveTo>
                    <a:pt x="8" y="11"/>
                  </a:moveTo>
                  <a:cubicBezTo>
                    <a:pt x="8" y="15"/>
                    <a:pt x="6" y="17"/>
                    <a:pt x="4" y="16"/>
                  </a:cubicBezTo>
                  <a:cubicBezTo>
                    <a:pt x="1" y="14"/>
                    <a:pt x="0" y="10"/>
                    <a:pt x="0" y="6"/>
                  </a:cubicBezTo>
                  <a:cubicBezTo>
                    <a:pt x="0" y="2"/>
                    <a:pt x="1" y="0"/>
                    <a:pt x="4" y="2"/>
                  </a:cubicBezTo>
                  <a:cubicBezTo>
                    <a:pt x="6" y="3"/>
                    <a:pt x="8" y="7"/>
                    <a:pt x="8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2" name="ísḷídê"/>
            <p:cNvSpPr/>
            <p:nvPr/>
          </p:nvSpPr>
          <p:spPr bwMode="auto">
            <a:xfrm>
              <a:off x="6088063" y="1870076"/>
              <a:ext cx="26988" cy="52388"/>
            </a:xfrm>
            <a:custGeom>
              <a:avLst/>
              <a:gdLst>
                <a:gd name="T0" fmla="*/ 8 w 8"/>
                <a:gd name="T1" fmla="*/ 10 h 16"/>
                <a:gd name="T2" fmla="*/ 4 w 8"/>
                <a:gd name="T3" fmla="*/ 15 h 16"/>
                <a:gd name="T4" fmla="*/ 0 w 8"/>
                <a:gd name="T5" fmla="*/ 6 h 16"/>
                <a:gd name="T6" fmla="*/ 4 w 8"/>
                <a:gd name="T7" fmla="*/ 1 h 16"/>
                <a:gd name="T8" fmla="*/ 8 w 8"/>
                <a:gd name="T9" fmla="*/ 1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6">
                  <a:moveTo>
                    <a:pt x="8" y="10"/>
                  </a:moveTo>
                  <a:cubicBezTo>
                    <a:pt x="8" y="14"/>
                    <a:pt x="6" y="16"/>
                    <a:pt x="4" y="15"/>
                  </a:cubicBezTo>
                  <a:cubicBezTo>
                    <a:pt x="1" y="14"/>
                    <a:pt x="0" y="9"/>
                    <a:pt x="0" y="6"/>
                  </a:cubicBezTo>
                  <a:cubicBezTo>
                    <a:pt x="0" y="2"/>
                    <a:pt x="1" y="0"/>
                    <a:pt x="4" y="1"/>
                  </a:cubicBezTo>
                  <a:cubicBezTo>
                    <a:pt x="6" y="2"/>
                    <a:pt x="8" y="7"/>
                    <a:pt x="8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3" name="ïṧľïḓe"/>
            <p:cNvSpPr/>
            <p:nvPr/>
          </p:nvSpPr>
          <p:spPr bwMode="auto">
            <a:xfrm>
              <a:off x="6167438" y="1916113"/>
              <a:ext cx="26988" cy="55563"/>
            </a:xfrm>
            <a:custGeom>
              <a:avLst/>
              <a:gdLst>
                <a:gd name="T0" fmla="*/ 8 w 8"/>
                <a:gd name="T1" fmla="*/ 11 h 17"/>
                <a:gd name="T2" fmla="*/ 4 w 8"/>
                <a:gd name="T3" fmla="*/ 15 h 17"/>
                <a:gd name="T4" fmla="*/ 0 w 8"/>
                <a:gd name="T5" fmla="*/ 6 h 17"/>
                <a:gd name="T6" fmla="*/ 4 w 8"/>
                <a:gd name="T7" fmla="*/ 1 h 17"/>
                <a:gd name="T8" fmla="*/ 8 w 8"/>
                <a:gd name="T9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7">
                  <a:moveTo>
                    <a:pt x="8" y="11"/>
                  </a:moveTo>
                  <a:cubicBezTo>
                    <a:pt x="8" y="14"/>
                    <a:pt x="6" y="17"/>
                    <a:pt x="4" y="15"/>
                  </a:cubicBezTo>
                  <a:cubicBezTo>
                    <a:pt x="1" y="14"/>
                    <a:pt x="0" y="10"/>
                    <a:pt x="0" y="6"/>
                  </a:cubicBezTo>
                  <a:cubicBezTo>
                    <a:pt x="0" y="2"/>
                    <a:pt x="1" y="0"/>
                    <a:pt x="4" y="1"/>
                  </a:cubicBezTo>
                  <a:cubicBezTo>
                    <a:pt x="6" y="3"/>
                    <a:pt x="8" y="7"/>
                    <a:pt x="8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4" name="ïSľíḑê"/>
            <p:cNvSpPr/>
            <p:nvPr/>
          </p:nvSpPr>
          <p:spPr bwMode="auto">
            <a:xfrm>
              <a:off x="7219950" y="2308226"/>
              <a:ext cx="446088" cy="630238"/>
            </a:xfrm>
            <a:custGeom>
              <a:avLst/>
              <a:gdLst>
                <a:gd name="T0" fmla="*/ 20 w 135"/>
                <a:gd name="T1" fmla="*/ 1 h 191"/>
                <a:gd name="T2" fmla="*/ 15 w 135"/>
                <a:gd name="T3" fmla="*/ 0 h 191"/>
                <a:gd name="T4" fmla="*/ 15 w 135"/>
                <a:gd name="T5" fmla="*/ 1 h 191"/>
                <a:gd name="T6" fmla="*/ 14 w 135"/>
                <a:gd name="T7" fmla="*/ 1 h 191"/>
                <a:gd name="T8" fmla="*/ 13 w 135"/>
                <a:gd name="T9" fmla="*/ 1 h 191"/>
                <a:gd name="T10" fmla="*/ 12 w 135"/>
                <a:gd name="T11" fmla="*/ 1 h 191"/>
                <a:gd name="T12" fmla="*/ 11 w 135"/>
                <a:gd name="T13" fmla="*/ 2 h 191"/>
                <a:gd name="T14" fmla="*/ 11 w 135"/>
                <a:gd name="T15" fmla="*/ 2 h 191"/>
                <a:gd name="T16" fmla="*/ 10 w 135"/>
                <a:gd name="T17" fmla="*/ 2 h 191"/>
                <a:gd name="T18" fmla="*/ 9 w 135"/>
                <a:gd name="T19" fmla="*/ 3 h 191"/>
                <a:gd name="T20" fmla="*/ 8 w 135"/>
                <a:gd name="T21" fmla="*/ 3 h 191"/>
                <a:gd name="T22" fmla="*/ 8 w 135"/>
                <a:gd name="T23" fmla="*/ 3 h 191"/>
                <a:gd name="T24" fmla="*/ 7 w 135"/>
                <a:gd name="T25" fmla="*/ 3 h 191"/>
                <a:gd name="T26" fmla="*/ 6 w 135"/>
                <a:gd name="T27" fmla="*/ 4 h 191"/>
                <a:gd name="T28" fmla="*/ 5 w 135"/>
                <a:gd name="T29" fmla="*/ 4 h 191"/>
                <a:gd name="T30" fmla="*/ 4 w 135"/>
                <a:gd name="T31" fmla="*/ 4 h 191"/>
                <a:gd name="T32" fmla="*/ 0 w 135"/>
                <a:gd name="T33" fmla="*/ 14 h 191"/>
                <a:gd name="T34" fmla="*/ 8 w 135"/>
                <a:gd name="T35" fmla="*/ 130 h 191"/>
                <a:gd name="T36" fmla="*/ 23 w 135"/>
                <a:gd name="T37" fmla="*/ 169 h 191"/>
                <a:gd name="T38" fmla="*/ 23 w 135"/>
                <a:gd name="T39" fmla="*/ 169 h 191"/>
                <a:gd name="T40" fmla="*/ 24 w 135"/>
                <a:gd name="T41" fmla="*/ 169 h 191"/>
                <a:gd name="T42" fmla="*/ 24 w 135"/>
                <a:gd name="T43" fmla="*/ 169 h 191"/>
                <a:gd name="T44" fmla="*/ 24 w 135"/>
                <a:gd name="T45" fmla="*/ 168 h 191"/>
                <a:gd name="T46" fmla="*/ 25 w 135"/>
                <a:gd name="T47" fmla="*/ 168 h 191"/>
                <a:gd name="T48" fmla="*/ 25 w 135"/>
                <a:gd name="T49" fmla="*/ 168 h 191"/>
                <a:gd name="T50" fmla="*/ 26 w 135"/>
                <a:gd name="T51" fmla="*/ 168 h 191"/>
                <a:gd name="T52" fmla="*/ 26 w 135"/>
                <a:gd name="T53" fmla="*/ 168 h 191"/>
                <a:gd name="T54" fmla="*/ 26 w 135"/>
                <a:gd name="T55" fmla="*/ 168 h 191"/>
                <a:gd name="T56" fmla="*/ 27 w 135"/>
                <a:gd name="T57" fmla="*/ 168 h 191"/>
                <a:gd name="T58" fmla="*/ 27 w 135"/>
                <a:gd name="T59" fmla="*/ 167 h 191"/>
                <a:gd name="T60" fmla="*/ 28 w 135"/>
                <a:gd name="T61" fmla="*/ 167 h 191"/>
                <a:gd name="T62" fmla="*/ 28 w 135"/>
                <a:gd name="T63" fmla="*/ 167 h 191"/>
                <a:gd name="T64" fmla="*/ 28 w 135"/>
                <a:gd name="T65" fmla="*/ 167 h 191"/>
                <a:gd name="T66" fmla="*/ 29 w 135"/>
                <a:gd name="T67" fmla="*/ 167 h 191"/>
                <a:gd name="T68" fmla="*/ 29 w 135"/>
                <a:gd name="T69" fmla="*/ 167 h 191"/>
                <a:gd name="T70" fmla="*/ 30 w 135"/>
                <a:gd name="T71" fmla="*/ 167 h 191"/>
                <a:gd name="T72" fmla="*/ 30 w 135"/>
                <a:gd name="T73" fmla="*/ 167 h 191"/>
                <a:gd name="T74" fmla="*/ 30 w 135"/>
                <a:gd name="T75" fmla="*/ 166 h 191"/>
                <a:gd name="T76" fmla="*/ 31 w 135"/>
                <a:gd name="T77" fmla="*/ 166 h 191"/>
                <a:gd name="T78" fmla="*/ 31 w 135"/>
                <a:gd name="T79" fmla="*/ 166 h 191"/>
                <a:gd name="T80" fmla="*/ 31 w 135"/>
                <a:gd name="T81" fmla="*/ 166 h 191"/>
                <a:gd name="T82" fmla="*/ 32 w 135"/>
                <a:gd name="T83" fmla="*/ 166 h 191"/>
                <a:gd name="T84" fmla="*/ 32 w 135"/>
                <a:gd name="T85" fmla="*/ 166 h 191"/>
                <a:gd name="T86" fmla="*/ 33 w 135"/>
                <a:gd name="T87" fmla="*/ 166 h 191"/>
                <a:gd name="T88" fmla="*/ 33 w 135"/>
                <a:gd name="T89" fmla="*/ 166 h 191"/>
                <a:gd name="T90" fmla="*/ 33 w 135"/>
                <a:gd name="T91" fmla="*/ 165 h 191"/>
                <a:gd name="T92" fmla="*/ 34 w 135"/>
                <a:gd name="T93" fmla="*/ 165 h 191"/>
                <a:gd name="T94" fmla="*/ 34 w 135"/>
                <a:gd name="T95" fmla="*/ 165 h 191"/>
                <a:gd name="T96" fmla="*/ 35 w 135"/>
                <a:gd name="T97" fmla="*/ 165 h 191"/>
                <a:gd name="T98" fmla="*/ 35 w 135"/>
                <a:gd name="T99" fmla="*/ 165 h 191"/>
                <a:gd name="T100" fmla="*/ 118 w 135"/>
                <a:gd name="T101" fmla="*/ 191 h 191"/>
                <a:gd name="T102" fmla="*/ 123 w 135"/>
                <a:gd name="T103" fmla="*/ 191 h 191"/>
                <a:gd name="T104" fmla="*/ 135 w 135"/>
                <a:gd name="T105" fmla="*/ 178 h 191"/>
                <a:gd name="T106" fmla="*/ 128 w 135"/>
                <a:gd name="T107" fmla="*/ 62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191">
                  <a:moveTo>
                    <a:pt x="128" y="62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18" y="0"/>
                    <a:pt x="17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2" y="5"/>
                    <a:pt x="0" y="8"/>
                    <a:pt x="0" y="14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19"/>
                    <a:pt x="3" y="127"/>
                    <a:pt x="8" y="130"/>
                  </a:cubicBezTo>
                  <a:cubicBezTo>
                    <a:pt x="23" y="139"/>
                    <a:pt x="23" y="139"/>
                    <a:pt x="23" y="139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4" y="169"/>
                    <a:pt x="24" y="169"/>
                    <a:pt x="24" y="169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4" y="169"/>
                    <a:pt x="24" y="169"/>
                    <a:pt x="24" y="169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7" y="168"/>
                    <a:pt x="27" y="168"/>
                    <a:pt x="27" y="168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48" y="153"/>
                    <a:pt x="48" y="153"/>
                    <a:pt x="48" y="153"/>
                  </a:cubicBezTo>
                  <a:cubicBezTo>
                    <a:pt x="118" y="191"/>
                    <a:pt x="118" y="191"/>
                    <a:pt x="118" y="191"/>
                  </a:cubicBezTo>
                  <a:cubicBezTo>
                    <a:pt x="120" y="191"/>
                    <a:pt x="121" y="191"/>
                    <a:pt x="122" y="191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31" y="188"/>
                    <a:pt x="135" y="188"/>
                    <a:pt x="135" y="178"/>
                  </a:cubicBezTo>
                  <a:cubicBezTo>
                    <a:pt x="135" y="79"/>
                    <a:pt x="135" y="79"/>
                    <a:pt x="135" y="79"/>
                  </a:cubicBezTo>
                  <a:cubicBezTo>
                    <a:pt x="135" y="72"/>
                    <a:pt x="132" y="64"/>
                    <a:pt x="128" y="62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5" name="ïsḷîďé"/>
            <p:cNvSpPr/>
            <p:nvPr/>
          </p:nvSpPr>
          <p:spPr bwMode="auto">
            <a:xfrm>
              <a:off x="7219950" y="2314576"/>
              <a:ext cx="415925" cy="630238"/>
            </a:xfrm>
            <a:custGeom>
              <a:avLst/>
              <a:gdLst>
                <a:gd name="T0" fmla="*/ 118 w 126"/>
                <a:gd name="T1" fmla="*/ 64 h 191"/>
                <a:gd name="T2" fmla="*/ 8 w 126"/>
                <a:gd name="T3" fmla="*/ 3 h 191"/>
                <a:gd name="T4" fmla="*/ 0 w 126"/>
                <a:gd name="T5" fmla="*/ 12 h 191"/>
                <a:gd name="T6" fmla="*/ 0 w 126"/>
                <a:gd name="T7" fmla="*/ 110 h 191"/>
                <a:gd name="T8" fmla="*/ 8 w 126"/>
                <a:gd name="T9" fmla="*/ 128 h 191"/>
                <a:gd name="T10" fmla="*/ 23 w 126"/>
                <a:gd name="T11" fmla="*/ 137 h 191"/>
                <a:gd name="T12" fmla="*/ 23 w 126"/>
                <a:gd name="T13" fmla="*/ 167 h 191"/>
                <a:gd name="T14" fmla="*/ 43 w 126"/>
                <a:gd name="T15" fmla="*/ 149 h 191"/>
                <a:gd name="T16" fmla="*/ 118 w 126"/>
                <a:gd name="T17" fmla="*/ 189 h 191"/>
                <a:gd name="T18" fmla="*/ 126 w 126"/>
                <a:gd name="T19" fmla="*/ 180 h 191"/>
                <a:gd name="T20" fmla="*/ 126 w 126"/>
                <a:gd name="T21" fmla="*/ 81 h 191"/>
                <a:gd name="T22" fmla="*/ 118 w 126"/>
                <a:gd name="T23" fmla="*/ 6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6" h="191">
                  <a:moveTo>
                    <a:pt x="118" y="64"/>
                  </a:moveTo>
                  <a:cubicBezTo>
                    <a:pt x="8" y="3"/>
                    <a:pt x="8" y="3"/>
                    <a:pt x="8" y="3"/>
                  </a:cubicBezTo>
                  <a:cubicBezTo>
                    <a:pt x="3" y="0"/>
                    <a:pt x="0" y="4"/>
                    <a:pt x="0" y="12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7"/>
                    <a:pt x="3" y="125"/>
                    <a:pt x="8" y="128"/>
                  </a:cubicBezTo>
                  <a:cubicBezTo>
                    <a:pt x="23" y="137"/>
                    <a:pt x="23" y="137"/>
                    <a:pt x="23" y="137"/>
                  </a:cubicBezTo>
                  <a:cubicBezTo>
                    <a:pt x="23" y="167"/>
                    <a:pt x="23" y="167"/>
                    <a:pt x="23" y="167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118" y="189"/>
                    <a:pt x="118" y="189"/>
                    <a:pt x="118" y="189"/>
                  </a:cubicBezTo>
                  <a:cubicBezTo>
                    <a:pt x="123" y="191"/>
                    <a:pt x="126" y="187"/>
                    <a:pt x="126" y="180"/>
                  </a:cubicBezTo>
                  <a:cubicBezTo>
                    <a:pt x="126" y="81"/>
                    <a:pt x="126" y="81"/>
                    <a:pt x="126" y="81"/>
                  </a:cubicBezTo>
                  <a:cubicBezTo>
                    <a:pt x="126" y="74"/>
                    <a:pt x="123" y="66"/>
                    <a:pt x="118" y="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6" name="îš1iďe"/>
            <p:cNvSpPr/>
            <p:nvPr/>
          </p:nvSpPr>
          <p:spPr bwMode="auto">
            <a:xfrm>
              <a:off x="7329488" y="2568576"/>
              <a:ext cx="25400" cy="53975"/>
            </a:xfrm>
            <a:custGeom>
              <a:avLst/>
              <a:gdLst>
                <a:gd name="T0" fmla="*/ 8 w 8"/>
                <a:gd name="T1" fmla="*/ 10 h 16"/>
                <a:gd name="T2" fmla="*/ 4 w 8"/>
                <a:gd name="T3" fmla="*/ 15 h 16"/>
                <a:gd name="T4" fmla="*/ 0 w 8"/>
                <a:gd name="T5" fmla="*/ 6 h 16"/>
                <a:gd name="T6" fmla="*/ 4 w 8"/>
                <a:gd name="T7" fmla="*/ 1 h 16"/>
                <a:gd name="T8" fmla="*/ 8 w 8"/>
                <a:gd name="T9" fmla="*/ 1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6">
                  <a:moveTo>
                    <a:pt x="8" y="10"/>
                  </a:moveTo>
                  <a:cubicBezTo>
                    <a:pt x="8" y="14"/>
                    <a:pt x="6" y="16"/>
                    <a:pt x="4" y="15"/>
                  </a:cubicBezTo>
                  <a:cubicBezTo>
                    <a:pt x="1" y="14"/>
                    <a:pt x="0" y="9"/>
                    <a:pt x="0" y="6"/>
                  </a:cubicBezTo>
                  <a:cubicBezTo>
                    <a:pt x="0" y="2"/>
                    <a:pt x="1" y="0"/>
                    <a:pt x="4" y="1"/>
                  </a:cubicBezTo>
                  <a:cubicBezTo>
                    <a:pt x="6" y="2"/>
                    <a:pt x="8" y="7"/>
                    <a:pt x="8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7" name="îSlïdè"/>
            <p:cNvSpPr/>
            <p:nvPr/>
          </p:nvSpPr>
          <p:spPr bwMode="auto">
            <a:xfrm>
              <a:off x="7408863" y="2614613"/>
              <a:ext cx="25400" cy="57150"/>
            </a:xfrm>
            <a:custGeom>
              <a:avLst/>
              <a:gdLst>
                <a:gd name="T0" fmla="*/ 8 w 8"/>
                <a:gd name="T1" fmla="*/ 11 h 17"/>
                <a:gd name="T2" fmla="*/ 4 w 8"/>
                <a:gd name="T3" fmla="*/ 15 h 17"/>
                <a:gd name="T4" fmla="*/ 0 w 8"/>
                <a:gd name="T5" fmla="*/ 6 h 17"/>
                <a:gd name="T6" fmla="*/ 4 w 8"/>
                <a:gd name="T7" fmla="*/ 1 h 17"/>
                <a:gd name="T8" fmla="*/ 8 w 8"/>
                <a:gd name="T9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7">
                  <a:moveTo>
                    <a:pt x="8" y="11"/>
                  </a:moveTo>
                  <a:cubicBezTo>
                    <a:pt x="8" y="14"/>
                    <a:pt x="6" y="17"/>
                    <a:pt x="4" y="15"/>
                  </a:cubicBezTo>
                  <a:cubicBezTo>
                    <a:pt x="1" y="14"/>
                    <a:pt x="0" y="10"/>
                    <a:pt x="0" y="6"/>
                  </a:cubicBezTo>
                  <a:cubicBezTo>
                    <a:pt x="0" y="2"/>
                    <a:pt x="1" y="0"/>
                    <a:pt x="4" y="1"/>
                  </a:cubicBezTo>
                  <a:cubicBezTo>
                    <a:pt x="6" y="3"/>
                    <a:pt x="8" y="7"/>
                    <a:pt x="8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8" name="îṧļïḓe"/>
            <p:cNvSpPr/>
            <p:nvPr/>
          </p:nvSpPr>
          <p:spPr bwMode="auto">
            <a:xfrm>
              <a:off x="7488238" y="2660651"/>
              <a:ext cx="25400" cy="57150"/>
            </a:xfrm>
            <a:custGeom>
              <a:avLst/>
              <a:gdLst>
                <a:gd name="T0" fmla="*/ 8 w 8"/>
                <a:gd name="T1" fmla="*/ 11 h 17"/>
                <a:gd name="T2" fmla="*/ 4 w 8"/>
                <a:gd name="T3" fmla="*/ 15 h 17"/>
                <a:gd name="T4" fmla="*/ 0 w 8"/>
                <a:gd name="T5" fmla="*/ 6 h 17"/>
                <a:gd name="T6" fmla="*/ 4 w 8"/>
                <a:gd name="T7" fmla="*/ 1 h 17"/>
                <a:gd name="T8" fmla="*/ 8 w 8"/>
                <a:gd name="T9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7">
                  <a:moveTo>
                    <a:pt x="8" y="11"/>
                  </a:moveTo>
                  <a:cubicBezTo>
                    <a:pt x="8" y="15"/>
                    <a:pt x="6" y="17"/>
                    <a:pt x="4" y="15"/>
                  </a:cubicBezTo>
                  <a:cubicBezTo>
                    <a:pt x="2" y="14"/>
                    <a:pt x="0" y="10"/>
                    <a:pt x="0" y="6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6" y="3"/>
                    <a:pt x="8" y="7"/>
                    <a:pt x="8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9" name="ïṥ1ïḓe"/>
            <p:cNvSpPr/>
            <p:nvPr/>
          </p:nvSpPr>
          <p:spPr bwMode="auto">
            <a:xfrm>
              <a:off x="4567238" y="1982788"/>
              <a:ext cx="446088" cy="631825"/>
            </a:xfrm>
            <a:custGeom>
              <a:avLst/>
              <a:gdLst>
                <a:gd name="T0" fmla="*/ 20 w 135"/>
                <a:gd name="T1" fmla="*/ 1 h 192"/>
                <a:gd name="T2" fmla="*/ 15 w 135"/>
                <a:gd name="T3" fmla="*/ 1 h 192"/>
                <a:gd name="T4" fmla="*/ 15 w 135"/>
                <a:gd name="T5" fmla="*/ 1 h 192"/>
                <a:gd name="T6" fmla="*/ 14 w 135"/>
                <a:gd name="T7" fmla="*/ 1 h 192"/>
                <a:gd name="T8" fmla="*/ 13 w 135"/>
                <a:gd name="T9" fmla="*/ 1 h 192"/>
                <a:gd name="T10" fmla="*/ 12 w 135"/>
                <a:gd name="T11" fmla="*/ 2 h 192"/>
                <a:gd name="T12" fmla="*/ 11 w 135"/>
                <a:gd name="T13" fmla="*/ 2 h 192"/>
                <a:gd name="T14" fmla="*/ 11 w 135"/>
                <a:gd name="T15" fmla="*/ 2 h 192"/>
                <a:gd name="T16" fmla="*/ 10 w 135"/>
                <a:gd name="T17" fmla="*/ 2 h 192"/>
                <a:gd name="T18" fmla="*/ 9 w 135"/>
                <a:gd name="T19" fmla="*/ 3 h 192"/>
                <a:gd name="T20" fmla="*/ 8 w 135"/>
                <a:gd name="T21" fmla="*/ 3 h 192"/>
                <a:gd name="T22" fmla="*/ 8 w 135"/>
                <a:gd name="T23" fmla="*/ 3 h 192"/>
                <a:gd name="T24" fmla="*/ 7 w 135"/>
                <a:gd name="T25" fmla="*/ 3 h 192"/>
                <a:gd name="T26" fmla="*/ 6 w 135"/>
                <a:gd name="T27" fmla="*/ 4 h 192"/>
                <a:gd name="T28" fmla="*/ 5 w 135"/>
                <a:gd name="T29" fmla="*/ 4 h 192"/>
                <a:gd name="T30" fmla="*/ 5 w 135"/>
                <a:gd name="T31" fmla="*/ 4 h 192"/>
                <a:gd name="T32" fmla="*/ 0 w 135"/>
                <a:gd name="T33" fmla="*/ 14 h 192"/>
                <a:gd name="T34" fmla="*/ 8 w 135"/>
                <a:gd name="T35" fmla="*/ 130 h 192"/>
                <a:gd name="T36" fmla="*/ 23 w 135"/>
                <a:gd name="T37" fmla="*/ 169 h 192"/>
                <a:gd name="T38" fmla="*/ 23 w 135"/>
                <a:gd name="T39" fmla="*/ 169 h 192"/>
                <a:gd name="T40" fmla="*/ 24 w 135"/>
                <a:gd name="T41" fmla="*/ 169 h 192"/>
                <a:gd name="T42" fmla="*/ 24 w 135"/>
                <a:gd name="T43" fmla="*/ 169 h 192"/>
                <a:gd name="T44" fmla="*/ 25 w 135"/>
                <a:gd name="T45" fmla="*/ 169 h 192"/>
                <a:gd name="T46" fmla="*/ 25 w 135"/>
                <a:gd name="T47" fmla="*/ 168 h 192"/>
                <a:gd name="T48" fmla="*/ 25 w 135"/>
                <a:gd name="T49" fmla="*/ 168 h 192"/>
                <a:gd name="T50" fmla="*/ 26 w 135"/>
                <a:gd name="T51" fmla="*/ 168 h 192"/>
                <a:gd name="T52" fmla="*/ 26 w 135"/>
                <a:gd name="T53" fmla="*/ 168 h 192"/>
                <a:gd name="T54" fmla="*/ 26 w 135"/>
                <a:gd name="T55" fmla="*/ 168 h 192"/>
                <a:gd name="T56" fmla="*/ 27 w 135"/>
                <a:gd name="T57" fmla="*/ 168 h 192"/>
                <a:gd name="T58" fmla="*/ 27 w 135"/>
                <a:gd name="T59" fmla="*/ 168 h 192"/>
                <a:gd name="T60" fmla="*/ 28 w 135"/>
                <a:gd name="T61" fmla="*/ 168 h 192"/>
                <a:gd name="T62" fmla="*/ 28 w 135"/>
                <a:gd name="T63" fmla="*/ 167 h 192"/>
                <a:gd name="T64" fmla="*/ 28 w 135"/>
                <a:gd name="T65" fmla="*/ 167 h 192"/>
                <a:gd name="T66" fmla="*/ 29 w 135"/>
                <a:gd name="T67" fmla="*/ 167 h 192"/>
                <a:gd name="T68" fmla="*/ 29 w 135"/>
                <a:gd name="T69" fmla="*/ 167 h 192"/>
                <a:gd name="T70" fmla="*/ 30 w 135"/>
                <a:gd name="T71" fmla="*/ 167 h 192"/>
                <a:gd name="T72" fmla="*/ 30 w 135"/>
                <a:gd name="T73" fmla="*/ 167 h 192"/>
                <a:gd name="T74" fmla="*/ 30 w 135"/>
                <a:gd name="T75" fmla="*/ 167 h 192"/>
                <a:gd name="T76" fmla="*/ 31 w 135"/>
                <a:gd name="T77" fmla="*/ 166 h 192"/>
                <a:gd name="T78" fmla="*/ 31 w 135"/>
                <a:gd name="T79" fmla="*/ 166 h 192"/>
                <a:gd name="T80" fmla="*/ 31 w 135"/>
                <a:gd name="T81" fmla="*/ 166 h 192"/>
                <a:gd name="T82" fmla="*/ 32 w 135"/>
                <a:gd name="T83" fmla="*/ 166 h 192"/>
                <a:gd name="T84" fmla="*/ 32 w 135"/>
                <a:gd name="T85" fmla="*/ 166 h 192"/>
                <a:gd name="T86" fmla="*/ 33 w 135"/>
                <a:gd name="T87" fmla="*/ 166 h 192"/>
                <a:gd name="T88" fmla="*/ 33 w 135"/>
                <a:gd name="T89" fmla="*/ 166 h 192"/>
                <a:gd name="T90" fmla="*/ 33 w 135"/>
                <a:gd name="T91" fmla="*/ 166 h 192"/>
                <a:gd name="T92" fmla="*/ 34 w 135"/>
                <a:gd name="T93" fmla="*/ 165 h 192"/>
                <a:gd name="T94" fmla="*/ 34 w 135"/>
                <a:gd name="T95" fmla="*/ 165 h 192"/>
                <a:gd name="T96" fmla="*/ 35 w 135"/>
                <a:gd name="T97" fmla="*/ 165 h 192"/>
                <a:gd name="T98" fmla="*/ 35 w 135"/>
                <a:gd name="T99" fmla="*/ 165 h 192"/>
                <a:gd name="T100" fmla="*/ 118 w 135"/>
                <a:gd name="T101" fmla="*/ 191 h 192"/>
                <a:gd name="T102" fmla="*/ 123 w 135"/>
                <a:gd name="T103" fmla="*/ 191 h 192"/>
                <a:gd name="T104" fmla="*/ 135 w 135"/>
                <a:gd name="T105" fmla="*/ 178 h 192"/>
                <a:gd name="T106" fmla="*/ 128 w 135"/>
                <a:gd name="T107" fmla="*/ 6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192">
                  <a:moveTo>
                    <a:pt x="128" y="62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18" y="0"/>
                    <a:pt x="17" y="0"/>
                    <a:pt x="16" y="0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2" y="5"/>
                    <a:pt x="0" y="9"/>
                    <a:pt x="0" y="14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19"/>
                    <a:pt x="3" y="127"/>
                    <a:pt x="8" y="130"/>
                  </a:cubicBezTo>
                  <a:cubicBezTo>
                    <a:pt x="23" y="139"/>
                    <a:pt x="23" y="139"/>
                    <a:pt x="23" y="139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24" y="169"/>
                    <a:pt x="24" y="169"/>
                    <a:pt x="24" y="169"/>
                  </a:cubicBezTo>
                  <a:cubicBezTo>
                    <a:pt x="24" y="169"/>
                    <a:pt x="24" y="169"/>
                    <a:pt x="24" y="169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4" y="169"/>
                    <a:pt x="24" y="169"/>
                    <a:pt x="24" y="169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9"/>
                    <a:pt x="25" y="169"/>
                    <a:pt x="25" y="169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7" y="168"/>
                    <a:pt x="27" y="168"/>
                    <a:pt x="27" y="168"/>
                  </a:cubicBezTo>
                  <a:cubicBezTo>
                    <a:pt x="27" y="168"/>
                    <a:pt x="27" y="168"/>
                    <a:pt x="27" y="168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7" y="168"/>
                    <a:pt x="27" y="168"/>
                    <a:pt x="27" y="168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8"/>
                    <a:pt x="28" y="168"/>
                    <a:pt x="28" y="168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48" y="154"/>
                    <a:pt x="48" y="154"/>
                    <a:pt x="48" y="154"/>
                  </a:cubicBezTo>
                  <a:cubicBezTo>
                    <a:pt x="118" y="191"/>
                    <a:pt x="118" y="191"/>
                    <a:pt x="118" y="191"/>
                  </a:cubicBezTo>
                  <a:cubicBezTo>
                    <a:pt x="120" y="192"/>
                    <a:pt x="121" y="192"/>
                    <a:pt x="122" y="191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31" y="188"/>
                    <a:pt x="135" y="188"/>
                    <a:pt x="135" y="178"/>
                  </a:cubicBezTo>
                  <a:cubicBezTo>
                    <a:pt x="135" y="80"/>
                    <a:pt x="135" y="80"/>
                    <a:pt x="135" y="80"/>
                  </a:cubicBezTo>
                  <a:cubicBezTo>
                    <a:pt x="135" y="72"/>
                    <a:pt x="132" y="64"/>
                    <a:pt x="128" y="62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0" name="íṩľiḓe"/>
            <p:cNvSpPr/>
            <p:nvPr/>
          </p:nvSpPr>
          <p:spPr bwMode="auto">
            <a:xfrm>
              <a:off x="4567238" y="1989138"/>
              <a:ext cx="415925" cy="628650"/>
            </a:xfrm>
            <a:custGeom>
              <a:avLst/>
              <a:gdLst>
                <a:gd name="T0" fmla="*/ 118 w 126"/>
                <a:gd name="T1" fmla="*/ 64 h 191"/>
                <a:gd name="T2" fmla="*/ 8 w 126"/>
                <a:gd name="T3" fmla="*/ 3 h 191"/>
                <a:gd name="T4" fmla="*/ 0 w 126"/>
                <a:gd name="T5" fmla="*/ 12 h 191"/>
                <a:gd name="T6" fmla="*/ 0 w 126"/>
                <a:gd name="T7" fmla="*/ 110 h 191"/>
                <a:gd name="T8" fmla="*/ 8 w 126"/>
                <a:gd name="T9" fmla="*/ 128 h 191"/>
                <a:gd name="T10" fmla="*/ 23 w 126"/>
                <a:gd name="T11" fmla="*/ 137 h 191"/>
                <a:gd name="T12" fmla="*/ 23 w 126"/>
                <a:gd name="T13" fmla="*/ 167 h 191"/>
                <a:gd name="T14" fmla="*/ 43 w 126"/>
                <a:gd name="T15" fmla="*/ 149 h 191"/>
                <a:gd name="T16" fmla="*/ 118 w 126"/>
                <a:gd name="T17" fmla="*/ 189 h 191"/>
                <a:gd name="T18" fmla="*/ 126 w 126"/>
                <a:gd name="T19" fmla="*/ 180 h 191"/>
                <a:gd name="T20" fmla="*/ 126 w 126"/>
                <a:gd name="T21" fmla="*/ 82 h 191"/>
                <a:gd name="T22" fmla="*/ 118 w 126"/>
                <a:gd name="T23" fmla="*/ 6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6" h="191">
                  <a:moveTo>
                    <a:pt x="118" y="64"/>
                  </a:moveTo>
                  <a:cubicBezTo>
                    <a:pt x="8" y="3"/>
                    <a:pt x="8" y="3"/>
                    <a:pt x="8" y="3"/>
                  </a:cubicBezTo>
                  <a:cubicBezTo>
                    <a:pt x="3" y="0"/>
                    <a:pt x="0" y="4"/>
                    <a:pt x="0" y="12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7"/>
                    <a:pt x="3" y="125"/>
                    <a:pt x="8" y="128"/>
                  </a:cubicBezTo>
                  <a:cubicBezTo>
                    <a:pt x="23" y="137"/>
                    <a:pt x="23" y="137"/>
                    <a:pt x="23" y="137"/>
                  </a:cubicBezTo>
                  <a:cubicBezTo>
                    <a:pt x="23" y="167"/>
                    <a:pt x="23" y="167"/>
                    <a:pt x="23" y="167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118" y="189"/>
                    <a:pt x="118" y="189"/>
                    <a:pt x="118" y="189"/>
                  </a:cubicBezTo>
                  <a:cubicBezTo>
                    <a:pt x="123" y="191"/>
                    <a:pt x="126" y="187"/>
                    <a:pt x="126" y="180"/>
                  </a:cubicBezTo>
                  <a:cubicBezTo>
                    <a:pt x="126" y="82"/>
                    <a:pt x="126" y="82"/>
                    <a:pt x="126" y="82"/>
                  </a:cubicBezTo>
                  <a:cubicBezTo>
                    <a:pt x="126" y="74"/>
                    <a:pt x="123" y="66"/>
                    <a:pt x="118" y="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1" name="išlïḓè"/>
            <p:cNvSpPr/>
            <p:nvPr/>
          </p:nvSpPr>
          <p:spPr bwMode="auto">
            <a:xfrm>
              <a:off x="4676775" y="2243138"/>
              <a:ext cx="25400" cy="52388"/>
            </a:xfrm>
            <a:custGeom>
              <a:avLst/>
              <a:gdLst>
                <a:gd name="T0" fmla="*/ 8 w 8"/>
                <a:gd name="T1" fmla="*/ 11 h 16"/>
                <a:gd name="T2" fmla="*/ 4 w 8"/>
                <a:gd name="T3" fmla="*/ 15 h 16"/>
                <a:gd name="T4" fmla="*/ 0 w 8"/>
                <a:gd name="T5" fmla="*/ 6 h 16"/>
                <a:gd name="T6" fmla="*/ 4 w 8"/>
                <a:gd name="T7" fmla="*/ 1 h 16"/>
                <a:gd name="T8" fmla="*/ 8 w 8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6">
                  <a:moveTo>
                    <a:pt x="8" y="11"/>
                  </a:moveTo>
                  <a:cubicBezTo>
                    <a:pt x="8" y="14"/>
                    <a:pt x="6" y="16"/>
                    <a:pt x="4" y="15"/>
                  </a:cubicBezTo>
                  <a:cubicBezTo>
                    <a:pt x="2" y="14"/>
                    <a:pt x="0" y="10"/>
                    <a:pt x="0" y="6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6" y="3"/>
                    <a:pt x="8" y="7"/>
                    <a:pt x="8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2" name="ïṣḻíḋé"/>
            <p:cNvSpPr/>
            <p:nvPr/>
          </p:nvSpPr>
          <p:spPr bwMode="auto">
            <a:xfrm>
              <a:off x="4756150" y="2289176"/>
              <a:ext cx="25400" cy="55563"/>
            </a:xfrm>
            <a:custGeom>
              <a:avLst/>
              <a:gdLst>
                <a:gd name="T0" fmla="*/ 8 w 8"/>
                <a:gd name="T1" fmla="*/ 11 h 17"/>
                <a:gd name="T2" fmla="*/ 4 w 8"/>
                <a:gd name="T3" fmla="*/ 15 h 17"/>
                <a:gd name="T4" fmla="*/ 0 w 8"/>
                <a:gd name="T5" fmla="*/ 6 h 17"/>
                <a:gd name="T6" fmla="*/ 4 w 8"/>
                <a:gd name="T7" fmla="*/ 1 h 17"/>
                <a:gd name="T8" fmla="*/ 8 w 8"/>
                <a:gd name="T9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7">
                  <a:moveTo>
                    <a:pt x="8" y="11"/>
                  </a:moveTo>
                  <a:cubicBezTo>
                    <a:pt x="8" y="15"/>
                    <a:pt x="6" y="17"/>
                    <a:pt x="4" y="15"/>
                  </a:cubicBezTo>
                  <a:cubicBezTo>
                    <a:pt x="2" y="14"/>
                    <a:pt x="0" y="10"/>
                    <a:pt x="0" y="6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6" y="3"/>
                    <a:pt x="8" y="7"/>
                    <a:pt x="8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3" name="ïşḻiḓê"/>
            <p:cNvSpPr/>
            <p:nvPr/>
          </p:nvSpPr>
          <p:spPr bwMode="auto">
            <a:xfrm>
              <a:off x="4833938" y="2335213"/>
              <a:ext cx="26988" cy="55563"/>
            </a:xfrm>
            <a:custGeom>
              <a:avLst/>
              <a:gdLst>
                <a:gd name="T0" fmla="*/ 8 w 8"/>
                <a:gd name="T1" fmla="*/ 11 h 17"/>
                <a:gd name="T2" fmla="*/ 4 w 8"/>
                <a:gd name="T3" fmla="*/ 16 h 17"/>
                <a:gd name="T4" fmla="*/ 0 w 8"/>
                <a:gd name="T5" fmla="*/ 6 h 17"/>
                <a:gd name="T6" fmla="*/ 4 w 8"/>
                <a:gd name="T7" fmla="*/ 2 h 17"/>
                <a:gd name="T8" fmla="*/ 8 w 8"/>
                <a:gd name="T9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7">
                  <a:moveTo>
                    <a:pt x="8" y="11"/>
                  </a:moveTo>
                  <a:cubicBezTo>
                    <a:pt x="8" y="15"/>
                    <a:pt x="6" y="17"/>
                    <a:pt x="4" y="16"/>
                  </a:cubicBezTo>
                  <a:cubicBezTo>
                    <a:pt x="2" y="14"/>
                    <a:pt x="0" y="10"/>
                    <a:pt x="0" y="6"/>
                  </a:cubicBezTo>
                  <a:cubicBezTo>
                    <a:pt x="0" y="2"/>
                    <a:pt x="2" y="0"/>
                    <a:pt x="4" y="2"/>
                  </a:cubicBezTo>
                  <a:cubicBezTo>
                    <a:pt x="6" y="3"/>
                    <a:pt x="8" y="7"/>
                    <a:pt x="8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4" name="işľîḑè"/>
            <p:cNvSpPr/>
            <p:nvPr/>
          </p:nvSpPr>
          <p:spPr bwMode="auto">
            <a:xfrm>
              <a:off x="5992813" y="2760663"/>
              <a:ext cx="446088" cy="631825"/>
            </a:xfrm>
            <a:custGeom>
              <a:avLst/>
              <a:gdLst>
                <a:gd name="T0" fmla="*/ 20 w 135"/>
                <a:gd name="T1" fmla="*/ 1 h 192"/>
                <a:gd name="T2" fmla="*/ 15 w 135"/>
                <a:gd name="T3" fmla="*/ 1 h 192"/>
                <a:gd name="T4" fmla="*/ 15 w 135"/>
                <a:gd name="T5" fmla="*/ 1 h 192"/>
                <a:gd name="T6" fmla="*/ 14 w 135"/>
                <a:gd name="T7" fmla="*/ 1 h 192"/>
                <a:gd name="T8" fmla="*/ 13 w 135"/>
                <a:gd name="T9" fmla="*/ 1 h 192"/>
                <a:gd name="T10" fmla="*/ 12 w 135"/>
                <a:gd name="T11" fmla="*/ 2 h 192"/>
                <a:gd name="T12" fmla="*/ 11 w 135"/>
                <a:gd name="T13" fmla="*/ 2 h 192"/>
                <a:gd name="T14" fmla="*/ 11 w 135"/>
                <a:gd name="T15" fmla="*/ 2 h 192"/>
                <a:gd name="T16" fmla="*/ 10 w 135"/>
                <a:gd name="T17" fmla="*/ 2 h 192"/>
                <a:gd name="T18" fmla="*/ 9 w 135"/>
                <a:gd name="T19" fmla="*/ 3 h 192"/>
                <a:gd name="T20" fmla="*/ 8 w 135"/>
                <a:gd name="T21" fmla="*/ 3 h 192"/>
                <a:gd name="T22" fmla="*/ 8 w 135"/>
                <a:gd name="T23" fmla="*/ 3 h 192"/>
                <a:gd name="T24" fmla="*/ 7 w 135"/>
                <a:gd name="T25" fmla="*/ 3 h 192"/>
                <a:gd name="T26" fmla="*/ 6 w 135"/>
                <a:gd name="T27" fmla="*/ 4 h 192"/>
                <a:gd name="T28" fmla="*/ 5 w 135"/>
                <a:gd name="T29" fmla="*/ 4 h 192"/>
                <a:gd name="T30" fmla="*/ 5 w 135"/>
                <a:gd name="T31" fmla="*/ 4 h 192"/>
                <a:gd name="T32" fmla="*/ 0 w 135"/>
                <a:gd name="T33" fmla="*/ 14 h 192"/>
                <a:gd name="T34" fmla="*/ 8 w 135"/>
                <a:gd name="T35" fmla="*/ 130 h 192"/>
                <a:gd name="T36" fmla="*/ 23 w 135"/>
                <a:gd name="T37" fmla="*/ 169 h 192"/>
                <a:gd name="T38" fmla="*/ 23 w 135"/>
                <a:gd name="T39" fmla="*/ 169 h 192"/>
                <a:gd name="T40" fmla="*/ 24 w 135"/>
                <a:gd name="T41" fmla="*/ 169 h 192"/>
                <a:gd name="T42" fmla="*/ 24 w 135"/>
                <a:gd name="T43" fmla="*/ 169 h 192"/>
                <a:gd name="T44" fmla="*/ 25 w 135"/>
                <a:gd name="T45" fmla="*/ 169 h 192"/>
                <a:gd name="T46" fmla="*/ 25 w 135"/>
                <a:gd name="T47" fmla="*/ 168 h 192"/>
                <a:gd name="T48" fmla="*/ 25 w 135"/>
                <a:gd name="T49" fmla="*/ 168 h 192"/>
                <a:gd name="T50" fmla="*/ 26 w 135"/>
                <a:gd name="T51" fmla="*/ 168 h 192"/>
                <a:gd name="T52" fmla="*/ 26 w 135"/>
                <a:gd name="T53" fmla="*/ 168 h 192"/>
                <a:gd name="T54" fmla="*/ 26 w 135"/>
                <a:gd name="T55" fmla="*/ 168 h 192"/>
                <a:gd name="T56" fmla="*/ 27 w 135"/>
                <a:gd name="T57" fmla="*/ 168 h 192"/>
                <a:gd name="T58" fmla="*/ 27 w 135"/>
                <a:gd name="T59" fmla="*/ 168 h 192"/>
                <a:gd name="T60" fmla="*/ 28 w 135"/>
                <a:gd name="T61" fmla="*/ 168 h 192"/>
                <a:gd name="T62" fmla="*/ 28 w 135"/>
                <a:gd name="T63" fmla="*/ 167 h 192"/>
                <a:gd name="T64" fmla="*/ 28 w 135"/>
                <a:gd name="T65" fmla="*/ 167 h 192"/>
                <a:gd name="T66" fmla="*/ 29 w 135"/>
                <a:gd name="T67" fmla="*/ 167 h 192"/>
                <a:gd name="T68" fmla="*/ 29 w 135"/>
                <a:gd name="T69" fmla="*/ 167 h 192"/>
                <a:gd name="T70" fmla="*/ 30 w 135"/>
                <a:gd name="T71" fmla="*/ 167 h 192"/>
                <a:gd name="T72" fmla="*/ 30 w 135"/>
                <a:gd name="T73" fmla="*/ 167 h 192"/>
                <a:gd name="T74" fmla="*/ 30 w 135"/>
                <a:gd name="T75" fmla="*/ 167 h 192"/>
                <a:gd name="T76" fmla="*/ 31 w 135"/>
                <a:gd name="T77" fmla="*/ 166 h 192"/>
                <a:gd name="T78" fmla="*/ 31 w 135"/>
                <a:gd name="T79" fmla="*/ 166 h 192"/>
                <a:gd name="T80" fmla="*/ 31 w 135"/>
                <a:gd name="T81" fmla="*/ 166 h 192"/>
                <a:gd name="T82" fmla="*/ 32 w 135"/>
                <a:gd name="T83" fmla="*/ 166 h 192"/>
                <a:gd name="T84" fmla="*/ 32 w 135"/>
                <a:gd name="T85" fmla="*/ 166 h 192"/>
                <a:gd name="T86" fmla="*/ 33 w 135"/>
                <a:gd name="T87" fmla="*/ 166 h 192"/>
                <a:gd name="T88" fmla="*/ 33 w 135"/>
                <a:gd name="T89" fmla="*/ 166 h 192"/>
                <a:gd name="T90" fmla="*/ 33 w 135"/>
                <a:gd name="T91" fmla="*/ 166 h 192"/>
                <a:gd name="T92" fmla="*/ 34 w 135"/>
                <a:gd name="T93" fmla="*/ 165 h 192"/>
                <a:gd name="T94" fmla="*/ 34 w 135"/>
                <a:gd name="T95" fmla="*/ 165 h 192"/>
                <a:gd name="T96" fmla="*/ 35 w 135"/>
                <a:gd name="T97" fmla="*/ 165 h 192"/>
                <a:gd name="T98" fmla="*/ 35 w 135"/>
                <a:gd name="T99" fmla="*/ 165 h 192"/>
                <a:gd name="T100" fmla="*/ 118 w 135"/>
                <a:gd name="T101" fmla="*/ 191 h 192"/>
                <a:gd name="T102" fmla="*/ 123 w 135"/>
                <a:gd name="T103" fmla="*/ 191 h 192"/>
                <a:gd name="T104" fmla="*/ 135 w 135"/>
                <a:gd name="T105" fmla="*/ 178 h 192"/>
                <a:gd name="T106" fmla="*/ 128 w 135"/>
                <a:gd name="T107" fmla="*/ 6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192">
                  <a:moveTo>
                    <a:pt x="128" y="62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18" y="0"/>
                    <a:pt x="17" y="0"/>
                    <a:pt x="16" y="0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2" y="5"/>
                    <a:pt x="0" y="9"/>
                    <a:pt x="0" y="14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19"/>
                    <a:pt x="3" y="127"/>
                    <a:pt x="8" y="130"/>
                  </a:cubicBezTo>
                  <a:cubicBezTo>
                    <a:pt x="23" y="139"/>
                    <a:pt x="23" y="139"/>
                    <a:pt x="23" y="139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24" y="169"/>
                    <a:pt x="24" y="169"/>
                    <a:pt x="24" y="169"/>
                  </a:cubicBezTo>
                  <a:cubicBezTo>
                    <a:pt x="24" y="169"/>
                    <a:pt x="24" y="169"/>
                    <a:pt x="24" y="169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4" y="169"/>
                    <a:pt x="24" y="169"/>
                    <a:pt x="24" y="169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9"/>
                    <a:pt x="25" y="169"/>
                    <a:pt x="25" y="169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7" y="168"/>
                    <a:pt x="27" y="168"/>
                    <a:pt x="27" y="168"/>
                  </a:cubicBezTo>
                  <a:cubicBezTo>
                    <a:pt x="27" y="168"/>
                    <a:pt x="27" y="168"/>
                    <a:pt x="27" y="168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7" y="168"/>
                    <a:pt x="27" y="168"/>
                    <a:pt x="27" y="168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8"/>
                    <a:pt x="28" y="168"/>
                    <a:pt x="28" y="168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48" y="154"/>
                    <a:pt x="48" y="154"/>
                    <a:pt x="48" y="154"/>
                  </a:cubicBezTo>
                  <a:cubicBezTo>
                    <a:pt x="118" y="191"/>
                    <a:pt x="118" y="191"/>
                    <a:pt x="118" y="191"/>
                  </a:cubicBezTo>
                  <a:cubicBezTo>
                    <a:pt x="120" y="192"/>
                    <a:pt x="121" y="192"/>
                    <a:pt x="122" y="191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31" y="188"/>
                    <a:pt x="135" y="188"/>
                    <a:pt x="135" y="178"/>
                  </a:cubicBezTo>
                  <a:cubicBezTo>
                    <a:pt x="135" y="80"/>
                    <a:pt x="135" y="80"/>
                    <a:pt x="135" y="80"/>
                  </a:cubicBezTo>
                  <a:cubicBezTo>
                    <a:pt x="135" y="72"/>
                    <a:pt x="132" y="64"/>
                    <a:pt x="128" y="62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5" name="îš1ïḓè"/>
            <p:cNvSpPr/>
            <p:nvPr/>
          </p:nvSpPr>
          <p:spPr bwMode="auto">
            <a:xfrm>
              <a:off x="5992813" y="2767013"/>
              <a:ext cx="415925" cy="630238"/>
            </a:xfrm>
            <a:custGeom>
              <a:avLst/>
              <a:gdLst>
                <a:gd name="T0" fmla="*/ 118 w 126"/>
                <a:gd name="T1" fmla="*/ 64 h 191"/>
                <a:gd name="T2" fmla="*/ 8 w 126"/>
                <a:gd name="T3" fmla="*/ 3 h 191"/>
                <a:gd name="T4" fmla="*/ 0 w 126"/>
                <a:gd name="T5" fmla="*/ 12 h 191"/>
                <a:gd name="T6" fmla="*/ 0 w 126"/>
                <a:gd name="T7" fmla="*/ 110 h 191"/>
                <a:gd name="T8" fmla="*/ 8 w 126"/>
                <a:gd name="T9" fmla="*/ 128 h 191"/>
                <a:gd name="T10" fmla="*/ 23 w 126"/>
                <a:gd name="T11" fmla="*/ 137 h 191"/>
                <a:gd name="T12" fmla="*/ 23 w 126"/>
                <a:gd name="T13" fmla="*/ 167 h 191"/>
                <a:gd name="T14" fmla="*/ 43 w 126"/>
                <a:gd name="T15" fmla="*/ 149 h 191"/>
                <a:gd name="T16" fmla="*/ 118 w 126"/>
                <a:gd name="T17" fmla="*/ 189 h 191"/>
                <a:gd name="T18" fmla="*/ 126 w 126"/>
                <a:gd name="T19" fmla="*/ 180 h 191"/>
                <a:gd name="T20" fmla="*/ 126 w 126"/>
                <a:gd name="T21" fmla="*/ 82 h 191"/>
                <a:gd name="T22" fmla="*/ 118 w 126"/>
                <a:gd name="T23" fmla="*/ 6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6" h="191">
                  <a:moveTo>
                    <a:pt x="118" y="64"/>
                  </a:moveTo>
                  <a:cubicBezTo>
                    <a:pt x="8" y="3"/>
                    <a:pt x="8" y="3"/>
                    <a:pt x="8" y="3"/>
                  </a:cubicBezTo>
                  <a:cubicBezTo>
                    <a:pt x="3" y="0"/>
                    <a:pt x="0" y="4"/>
                    <a:pt x="0" y="12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7"/>
                    <a:pt x="3" y="125"/>
                    <a:pt x="8" y="128"/>
                  </a:cubicBezTo>
                  <a:cubicBezTo>
                    <a:pt x="23" y="137"/>
                    <a:pt x="23" y="137"/>
                    <a:pt x="23" y="137"/>
                  </a:cubicBezTo>
                  <a:cubicBezTo>
                    <a:pt x="23" y="167"/>
                    <a:pt x="23" y="167"/>
                    <a:pt x="23" y="167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118" y="189"/>
                    <a:pt x="118" y="189"/>
                    <a:pt x="118" y="189"/>
                  </a:cubicBezTo>
                  <a:cubicBezTo>
                    <a:pt x="123" y="191"/>
                    <a:pt x="126" y="187"/>
                    <a:pt x="126" y="180"/>
                  </a:cubicBezTo>
                  <a:cubicBezTo>
                    <a:pt x="126" y="82"/>
                    <a:pt x="126" y="82"/>
                    <a:pt x="126" y="82"/>
                  </a:cubicBezTo>
                  <a:cubicBezTo>
                    <a:pt x="126" y="74"/>
                    <a:pt x="123" y="66"/>
                    <a:pt x="118" y="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6" name="ïṣliḓe"/>
            <p:cNvSpPr/>
            <p:nvPr/>
          </p:nvSpPr>
          <p:spPr bwMode="auto">
            <a:xfrm>
              <a:off x="6102350" y="3021013"/>
              <a:ext cx="25400" cy="52388"/>
            </a:xfrm>
            <a:custGeom>
              <a:avLst/>
              <a:gdLst>
                <a:gd name="T0" fmla="*/ 8 w 8"/>
                <a:gd name="T1" fmla="*/ 11 h 16"/>
                <a:gd name="T2" fmla="*/ 4 w 8"/>
                <a:gd name="T3" fmla="*/ 15 h 16"/>
                <a:gd name="T4" fmla="*/ 0 w 8"/>
                <a:gd name="T5" fmla="*/ 6 h 16"/>
                <a:gd name="T6" fmla="*/ 4 w 8"/>
                <a:gd name="T7" fmla="*/ 1 h 16"/>
                <a:gd name="T8" fmla="*/ 8 w 8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6">
                  <a:moveTo>
                    <a:pt x="8" y="11"/>
                  </a:moveTo>
                  <a:cubicBezTo>
                    <a:pt x="8" y="14"/>
                    <a:pt x="6" y="16"/>
                    <a:pt x="4" y="15"/>
                  </a:cubicBezTo>
                  <a:cubicBezTo>
                    <a:pt x="2" y="14"/>
                    <a:pt x="0" y="10"/>
                    <a:pt x="0" y="6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6" y="3"/>
                    <a:pt x="8" y="7"/>
                    <a:pt x="8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7" name="iṣ1íde"/>
            <p:cNvSpPr/>
            <p:nvPr/>
          </p:nvSpPr>
          <p:spPr bwMode="auto">
            <a:xfrm>
              <a:off x="6180138" y="3067051"/>
              <a:ext cx="26988" cy="55563"/>
            </a:xfrm>
            <a:custGeom>
              <a:avLst/>
              <a:gdLst>
                <a:gd name="T0" fmla="*/ 8 w 8"/>
                <a:gd name="T1" fmla="*/ 11 h 17"/>
                <a:gd name="T2" fmla="*/ 4 w 8"/>
                <a:gd name="T3" fmla="*/ 15 h 17"/>
                <a:gd name="T4" fmla="*/ 0 w 8"/>
                <a:gd name="T5" fmla="*/ 6 h 17"/>
                <a:gd name="T6" fmla="*/ 4 w 8"/>
                <a:gd name="T7" fmla="*/ 1 h 17"/>
                <a:gd name="T8" fmla="*/ 8 w 8"/>
                <a:gd name="T9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7">
                  <a:moveTo>
                    <a:pt x="8" y="11"/>
                  </a:moveTo>
                  <a:cubicBezTo>
                    <a:pt x="8" y="15"/>
                    <a:pt x="6" y="17"/>
                    <a:pt x="4" y="15"/>
                  </a:cubicBezTo>
                  <a:cubicBezTo>
                    <a:pt x="2" y="14"/>
                    <a:pt x="0" y="10"/>
                    <a:pt x="0" y="6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6" y="3"/>
                    <a:pt x="8" y="7"/>
                    <a:pt x="8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8" name="iŝlídé"/>
            <p:cNvSpPr/>
            <p:nvPr/>
          </p:nvSpPr>
          <p:spPr bwMode="auto">
            <a:xfrm>
              <a:off x="6259513" y="3113088"/>
              <a:ext cx="26988" cy="55563"/>
            </a:xfrm>
            <a:custGeom>
              <a:avLst/>
              <a:gdLst>
                <a:gd name="T0" fmla="*/ 8 w 8"/>
                <a:gd name="T1" fmla="*/ 11 h 17"/>
                <a:gd name="T2" fmla="*/ 4 w 8"/>
                <a:gd name="T3" fmla="*/ 16 h 17"/>
                <a:gd name="T4" fmla="*/ 0 w 8"/>
                <a:gd name="T5" fmla="*/ 6 h 17"/>
                <a:gd name="T6" fmla="*/ 4 w 8"/>
                <a:gd name="T7" fmla="*/ 2 h 17"/>
                <a:gd name="T8" fmla="*/ 8 w 8"/>
                <a:gd name="T9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7">
                  <a:moveTo>
                    <a:pt x="8" y="11"/>
                  </a:moveTo>
                  <a:cubicBezTo>
                    <a:pt x="8" y="15"/>
                    <a:pt x="6" y="17"/>
                    <a:pt x="4" y="16"/>
                  </a:cubicBezTo>
                  <a:cubicBezTo>
                    <a:pt x="2" y="14"/>
                    <a:pt x="0" y="10"/>
                    <a:pt x="0" y="6"/>
                  </a:cubicBezTo>
                  <a:cubicBezTo>
                    <a:pt x="0" y="2"/>
                    <a:pt x="2" y="0"/>
                    <a:pt x="4" y="2"/>
                  </a:cubicBezTo>
                  <a:cubicBezTo>
                    <a:pt x="6" y="3"/>
                    <a:pt x="8" y="7"/>
                    <a:pt x="8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9" name="iśḷîďé"/>
            <p:cNvSpPr/>
            <p:nvPr/>
          </p:nvSpPr>
          <p:spPr bwMode="auto">
            <a:xfrm>
              <a:off x="7510463" y="3560763"/>
              <a:ext cx="446088" cy="630238"/>
            </a:xfrm>
            <a:custGeom>
              <a:avLst/>
              <a:gdLst>
                <a:gd name="T0" fmla="*/ 20 w 135"/>
                <a:gd name="T1" fmla="*/ 1 h 191"/>
                <a:gd name="T2" fmla="*/ 15 w 135"/>
                <a:gd name="T3" fmla="*/ 0 h 191"/>
                <a:gd name="T4" fmla="*/ 15 w 135"/>
                <a:gd name="T5" fmla="*/ 1 h 191"/>
                <a:gd name="T6" fmla="*/ 14 w 135"/>
                <a:gd name="T7" fmla="*/ 1 h 191"/>
                <a:gd name="T8" fmla="*/ 13 w 135"/>
                <a:gd name="T9" fmla="*/ 1 h 191"/>
                <a:gd name="T10" fmla="*/ 12 w 135"/>
                <a:gd name="T11" fmla="*/ 1 h 191"/>
                <a:gd name="T12" fmla="*/ 11 w 135"/>
                <a:gd name="T13" fmla="*/ 2 h 191"/>
                <a:gd name="T14" fmla="*/ 11 w 135"/>
                <a:gd name="T15" fmla="*/ 2 h 191"/>
                <a:gd name="T16" fmla="*/ 10 w 135"/>
                <a:gd name="T17" fmla="*/ 2 h 191"/>
                <a:gd name="T18" fmla="*/ 9 w 135"/>
                <a:gd name="T19" fmla="*/ 3 h 191"/>
                <a:gd name="T20" fmla="*/ 8 w 135"/>
                <a:gd name="T21" fmla="*/ 3 h 191"/>
                <a:gd name="T22" fmla="*/ 8 w 135"/>
                <a:gd name="T23" fmla="*/ 3 h 191"/>
                <a:gd name="T24" fmla="*/ 7 w 135"/>
                <a:gd name="T25" fmla="*/ 3 h 191"/>
                <a:gd name="T26" fmla="*/ 6 w 135"/>
                <a:gd name="T27" fmla="*/ 4 h 191"/>
                <a:gd name="T28" fmla="*/ 5 w 135"/>
                <a:gd name="T29" fmla="*/ 4 h 191"/>
                <a:gd name="T30" fmla="*/ 4 w 135"/>
                <a:gd name="T31" fmla="*/ 4 h 191"/>
                <a:gd name="T32" fmla="*/ 0 w 135"/>
                <a:gd name="T33" fmla="*/ 14 h 191"/>
                <a:gd name="T34" fmla="*/ 8 w 135"/>
                <a:gd name="T35" fmla="*/ 130 h 191"/>
                <a:gd name="T36" fmla="*/ 23 w 135"/>
                <a:gd name="T37" fmla="*/ 169 h 191"/>
                <a:gd name="T38" fmla="*/ 23 w 135"/>
                <a:gd name="T39" fmla="*/ 169 h 191"/>
                <a:gd name="T40" fmla="*/ 24 w 135"/>
                <a:gd name="T41" fmla="*/ 169 h 191"/>
                <a:gd name="T42" fmla="*/ 24 w 135"/>
                <a:gd name="T43" fmla="*/ 169 h 191"/>
                <a:gd name="T44" fmla="*/ 24 w 135"/>
                <a:gd name="T45" fmla="*/ 168 h 191"/>
                <a:gd name="T46" fmla="*/ 25 w 135"/>
                <a:gd name="T47" fmla="*/ 168 h 191"/>
                <a:gd name="T48" fmla="*/ 25 w 135"/>
                <a:gd name="T49" fmla="*/ 168 h 191"/>
                <a:gd name="T50" fmla="*/ 26 w 135"/>
                <a:gd name="T51" fmla="*/ 168 h 191"/>
                <a:gd name="T52" fmla="*/ 26 w 135"/>
                <a:gd name="T53" fmla="*/ 168 h 191"/>
                <a:gd name="T54" fmla="*/ 26 w 135"/>
                <a:gd name="T55" fmla="*/ 168 h 191"/>
                <a:gd name="T56" fmla="*/ 27 w 135"/>
                <a:gd name="T57" fmla="*/ 168 h 191"/>
                <a:gd name="T58" fmla="*/ 27 w 135"/>
                <a:gd name="T59" fmla="*/ 167 h 191"/>
                <a:gd name="T60" fmla="*/ 28 w 135"/>
                <a:gd name="T61" fmla="*/ 167 h 191"/>
                <a:gd name="T62" fmla="*/ 28 w 135"/>
                <a:gd name="T63" fmla="*/ 167 h 191"/>
                <a:gd name="T64" fmla="*/ 28 w 135"/>
                <a:gd name="T65" fmla="*/ 167 h 191"/>
                <a:gd name="T66" fmla="*/ 29 w 135"/>
                <a:gd name="T67" fmla="*/ 167 h 191"/>
                <a:gd name="T68" fmla="*/ 29 w 135"/>
                <a:gd name="T69" fmla="*/ 167 h 191"/>
                <a:gd name="T70" fmla="*/ 30 w 135"/>
                <a:gd name="T71" fmla="*/ 167 h 191"/>
                <a:gd name="T72" fmla="*/ 30 w 135"/>
                <a:gd name="T73" fmla="*/ 167 h 191"/>
                <a:gd name="T74" fmla="*/ 30 w 135"/>
                <a:gd name="T75" fmla="*/ 166 h 191"/>
                <a:gd name="T76" fmla="*/ 31 w 135"/>
                <a:gd name="T77" fmla="*/ 166 h 191"/>
                <a:gd name="T78" fmla="*/ 31 w 135"/>
                <a:gd name="T79" fmla="*/ 166 h 191"/>
                <a:gd name="T80" fmla="*/ 31 w 135"/>
                <a:gd name="T81" fmla="*/ 166 h 191"/>
                <a:gd name="T82" fmla="*/ 32 w 135"/>
                <a:gd name="T83" fmla="*/ 166 h 191"/>
                <a:gd name="T84" fmla="*/ 32 w 135"/>
                <a:gd name="T85" fmla="*/ 166 h 191"/>
                <a:gd name="T86" fmla="*/ 33 w 135"/>
                <a:gd name="T87" fmla="*/ 166 h 191"/>
                <a:gd name="T88" fmla="*/ 33 w 135"/>
                <a:gd name="T89" fmla="*/ 166 h 191"/>
                <a:gd name="T90" fmla="*/ 33 w 135"/>
                <a:gd name="T91" fmla="*/ 165 h 191"/>
                <a:gd name="T92" fmla="*/ 34 w 135"/>
                <a:gd name="T93" fmla="*/ 165 h 191"/>
                <a:gd name="T94" fmla="*/ 34 w 135"/>
                <a:gd name="T95" fmla="*/ 165 h 191"/>
                <a:gd name="T96" fmla="*/ 35 w 135"/>
                <a:gd name="T97" fmla="*/ 165 h 191"/>
                <a:gd name="T98" fmla="*/ 35 w 135"/>
                <a:gd name="T99" fmla="*/ 165 h 191"/>
                <a:gd name="T100" fmla="*/ 118 w 135"/>
                <a:gd name="T101" fmla="*/ 191 h 191"/>
                <a:gd name="T102" fmla="*/ 123 w 135"/>
                <a:gd name="T103" fmla="*/ 191 h 191"/>
                <a:gd name="T104" fmla="*/ 135 w 135"/>
                <a:gd name="T105" fmla="*/ 178 h 191"/>
                <a:gd name="T106" fmla="*/ 128 w 135"/>
                <a:gd name="T107" fmla="*/ 62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5" h="191">
                  <a:moveTo>
                    <a:pt x="128" y="62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18" y="0"/>
                    <a:pt x="17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2" y="5"/>
                    <a:pt x="0" y="8"/>
                    <a:pt x="0" y="14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19"/>
                    <a:pt x="3" y="127"/>
                    <a:pt x="8" y="130"/>
                  </a:cubicBezTo>
                  <a:cubicBezTo>
                    <a:pt x="23" y="139"/>
                    <a:pt x="23" y="139"/>
                    <a:pt x="23" y="139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4" y="169"/>
                    <a:pt x="24" y="169"/>
                    <a:pt x="24" y="169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4" y="169"/>
                    <a:pt x="24" y="169"/>
                    <a:pt x="24" y="169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5" y="168"/>
                    <a:pt x="25" y="168"/>
                    <a:pt x="25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7" y="168"/>
                    <a:pt x="27" y="168"/>
                    <a:pt x="27" y="168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3" y="165"/>
                    <a:pt x="33" y="165"/>
                    <a:pt x="33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48" y="153"/>
                    <a:pt x="48" y="153"/>
                    <a:pt x="48" y="153"/>
                  </a:cubicBezTo>
                  <a:cubicBezTo>
                    <a:pt x="118" y="191"/>
                    <a:pt x="118" y="191"/>
                    <a:pt x="118" y="191"/>
                  </a:cubicBezTo>
                  <a:cubicBezTo>
                    <a:pt x="120" y="191"/>
                    <a:pt x="121" y="191"/>
                    <a:pt x="122" y="191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23" y="191"/>
                    <a:pt x="123" y="191"/>
                    <a:pt x="123" y="191"/>
                  </a:cubicBezTo>
                  <a:cubicBezTo>
                    <a:pt x="131" y="188"/>
                    <a:pt x="135" y="188"/>
                    <a:pt x="135" y="178"/>
                  </a:cubicBezTo>
                  <a:cubicBezTo>
                    <a:pt x="135" y="79"/>
                    <a:pt x="135" y="79"/>
                    <a:pt x="135" y="79"/>
                  </a:cubicBezTo>
                  <a:cubicBezTo>
                    <a:pt x="135" y="72"/>
                    <a:pt x="132" y="64"/>
                    <a:pt x="128" y="62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0" name="ïṩľïḍê"/>
            <p:cNvSpPr/>
            <p:nvPr/>
          </p:nvSpPr>
          <p:spPr bwMode="auto">
            <a:xfrm>
              <a:off x="7510463" y="3568701"/>
              <a:ext cx="415925" cy="628650"/>
            </a:xfrm>
            <a:custGeom>
              <a:avLst/>
              <a:gdLst>
                <a:gd name="T0" fmla="*/ 118 w 126"/>
                <a:gd name="T1" fmla="*/ 64 h 191"/>
                <a:gd name="T2" fmla="*/ 8 w 126"/>
                <a:gd name="T3" fmla="*/ 3 h 191"/>
                <a:gd name="T4" fmla="*/ 0 w 126"/>
                <a:gd name="T5" fmla="*/ 12 h 191"/>
                <a:gd name="T6" fmla="*/ 0 w 126"/>
                <a:gd name="T7" fmla="*/ 110 h 191"/>
                <a:gd name="T8" fmla="*/ 8 w 126"/>
                <a:gd name="T9" fmla="*/ 128 h 191"/>
                <a:gd name="T10" fmla="*/ 23 w 126"/>
                <a:gd name="T11" fmla="*/ 137 h 191"/>
                <a:gd name="T12" fmla="*/ 23 w 126"/>
                <a:gd name="T13" fmla="*/ 167 h 191"/>
                <a:gd name="T14" fmla="*/ 43 w 126"/>
                <a:gd name="T15" fmla="*/ 149 h 191"/>
                <a:gd name="T16" fmla="*/ 118 w 126"/>
                <a:gd name="T17" fmla="*/ 189 h 191"/>
                <a:gd name="T18" fmla="*/ 126 w 126"/>
                <a:gd name="T19" fmla="*/ 180 h 191"/>
                <a:gd name="T20" fmla="*/ 126 w 126"/>
                <a:gd name="T21" fmla="*/ 81 h 191"/>
                <a:gd name="T22" fmla="*/ 118 w 126"/>
                <a:gd name="T23" fmla="*/ 6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6" h="191">
                  <a:moveTo>
                    <a:pt x="118" y="64"/>
                  </a:moveTo>
                  <a:cubicBezTo>
                    <a:pt x="8" y="3"/>
                    <a:pt x="8" y="3"/>
                    <a:pt x="8" y="3"/>
                  </a:cubicBezTo>
                  <a:cubicBezTo>
                    <a:pt x="3" y="0"/>
                    <a:pt x="0" y="4"/>
                    <a:pt x="0" y="12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7"/>
                    <a:pt x="3" y="125"/>
                    <a:pt x="8" y="128"/>
                  </a:cubicBezTo>
                  <a:cubicBezTo>
                    <a:pt x="23" y="137"/>
                    <a:pt x="23" y="137"/>
                    <a:pt x="23" y="137"/>
                  </a:cubicBezTo>
                  <a:cubicBezTo>
                    <a:pt x="23" y="167"/>
                    <a:pt x="23" y="167"/>
                    <a:pt x="23" y="167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118" y="189"/>
                    <a:pt x="118" y="189"/>
                    <a:pt x="118" y="189"/>
                  </a:cubicBezTo>
                  <a:cubicBezTo>
                    <a:pt x="123" y="191"/>
                    <a:pt x="126" y="187"/>
                    <a:pt x="126" y="180"/>
                  </a:cubicBezTo>
                  <a:cubicBezTo>
                    <a:pt x="126" y="81"/>
                    <a:pt x="126" y="81"/>
                    <a:pt x="126" y="81"/>
                  </a:cubicBezTo>
                  <a:cubicBezTo>
                    <a:pt x="126" y="74"/>
                    <a:pt x="123" y="66"/>
                    <a:pt x="118" y="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1" name="işḻíḑé"/>
            <p:cNvSpPr/>
            <p:nvPr/>
          </p:nvSpPr>
          <p:spPr bwMode="auto">
            <a:xfrm>
              <a:off x="7620000" y="3821113"/>
              <a:ext cx="25400" cy="53975"/>
            </a:xfrm>
            <a:custGeom>
              <a:avLst/>
              <a:gdLst>
                <a:gd name="T0" fmla="*/ 8 w 8"/>
                <a:gd name="T1" fmla="*/ 10 h 16"/>
                <a:gd name="T2" fmla="*/ 4 w 8"/>
                <a:gd name="T3" fmla="*/ 15 h 16"/>
                <a:gd name="T4" fmla="*/ 0 w 8"/>
                <a:gd name="T5" fmla="*/ 6 h 16"/>
                <a:gd name="T6" fmla="*/ 4 w 8"/>
                <a:gd name="T7" fmla="*/ 1 h 16"/>
                <a:gd name="T8" fmla="*/ 8 w 8"/>
                <a:gd name="T9" fmla="*/ 1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6">
                  <a:moveTo>
                    <a:pt x="8" y="10"/>
                  </a:moveTo>
                  <a:cubicBezTo>
                    <a:pt x="8" y="14"/>
                    <a:pt x="6" y="16"/>
                    <a:pt x="4" y="15"/>
                  </a:cubicBezTo>
                  <a:cubicBezTo>
                    <a:pt x="1" y="14"/>
                    <a:pt x="0" y="9"/>
                    <a:pt x="0" y="6"/>
                  </a:cubicBezTo>
                  <a:cubicBezTo>
                    <a:pt x="0" y="2"/>
                    <a:pt x="1" y="0"/>
                    <a:pt x="4" y="1"/>
                  </a:cubicBezTo>
                  <a:cubicBezTo>
                    <a:pt x="6" y="2"/>
                    <a:pt x="8" y="7"/>
                    <a:pt x="8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2" name="íŝlïde"/>
            <p:cNvSpPr/>
            <p:nvPr/>
          </p:nvSpPr>
          <p:spPr bwMode="auto">
            <a:xfrm>
              <a:off x="7699375" y="3867151"/>
              <a:ext cx="25400" cy="57150"/>
            </a:xfrm>
            <a:custGeom>
              <a:avLst/>
              <a:gdLst>
                <a:gd name="T0" fmla="*/ 8 w 8"/>
                <a:gd name="T1" fmla="*/ 11 h 17"/>
                <a:gd name="T2" fmla="*/ 4 w 8"/>
                <a:gd name="T3" fmla="*/ 15 h 17"/>
                <a:gd name="T4" fmla="*/ 0 w 8"/>
                <a:gd name="T5" fmla="*/ 6 h 17"/>
                <a:gd name="T6" fmla="*/ 4 w 8"/>
                <a:gd name="T7" fmla="*/ 1 h 17"/>
                <a:gd name="T8" fmla="*/ 8 w 8"/>
                <a:gd name="T9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7">
                  <a:moveTo>
                    <a:pt x="8" y="11"/>
                  </a:moveTo>
                  <a:cubicBezTo>
                    <a:pt x="8" y="14"/>
                    <a:pt x="6" y="17"/>
                    <a:pt x="4" y="15"/>
                  </a:cubicBezTo>
                  <a:cubicBezTo>
                    <a:pt x="1" y="14"/>
                    <a:pt x="0" y="10"/>
                    <a:pt x="0" y="6"/>
                  </a:cubicBezTo>
                  <a:cubicBezTo>
                    <a:pt x="0" y="2"/>
                    <a:pt x="1" y="0"/>
                    <a:pt x="4" y="1"/>
                  </a:cubicBezTo>
                  <a:cubicBezTo>
                    <a:pt x="6" y="3"/>
                    <a:pt x="8" y="7"/>
                    <a:pt x="8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3" name="îšḻiḍê"/>
            <p:cNvSpPr/>
            <p:nvPr/>
          </p:nvSpPr>
          <p:spPr bwMode="auto">
            <a:xfrm>
              <a:off x="7778750" y="3914776"/>
              <a:ext cx="25400" cy="55563"/>
            </a:xfrm>
            <a:custGeom>
              <a:avLst/>
              <a:gdLst>
                <a:gd name="T0" fmla="*/ 8 w 8"/>
                <a:gd name="T1" fmla="*/ 11 h 17"/>
                <a:gd name="T2" fmla="*/ 4 w 8"/>
                <a:gd name="T3" fmla="*/ 15 h 17"/>
                <a:gd name="T4" fmla="*/ 0 w 8"/>
                <a:gd name="T5" fmla="*/ 6 h 17"/>
                <a:gd name="T6" fmla="*/ 4 w 8"/>
                <a:gd name="T7" fmla="*/ 1 h 17"/>
                <a:gd name="T8" fmla="*/ 8 w 8"/>
                <a:gd name="T9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7">
                  <a:moveTo>
                    <a:pt x="8" y="11"/>
                  </a:moveTo>
                  <a:cubicBezTo>
                    <a:pt x="8" y="15"/>
                    <a:pt x="6" y="17"/>
                    <a:pt x="4" y="15"/>
                  </a:cubicBezTo>
                  <a:cubicBezTo>
                    <a:pt x="2" y="14"/>
                    <a:pt x="0" y="10"/>
                    <a:pt x="0" y="6"/>
                  </a:cubicBezTo>
                  <a:cubicBezTo>
                    <a:pt x="0" y="2"/>
                    <a:pt x="2" y="0"/>
                    <a:pt x="4" y="1"/>
                  </a:cubicBezTo>
                  <a:cubicBezTo>
                    <a:pt x="6" y="3"/>
                    <a:pt x="8" y="7"/>
                    <a:pt x="8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4" name="isḷíḑè"/>
            <p:cNvSpPr/>
            <p:nvPr/>
          </p:nvSpPr>
          <p:spPr bwMode="auto">
            <a:xfrm>
              <a:off x="4554538" y="2751138"/>
              <a:ext cx="244475" cy="223838"/>
            </a:xfrm>
            <a:custGeom>
              <a:avLst/>
              <a:gdLst>
                <a:gd name="T0" fmla="*/ 30 w 74"/>
                <a:gd name="T1" fmla="*/ 0 h 68"/>
                <a:gd name="T2" fmla="*/ 7 w 74"/>
                <a:gd name="T3" fmla="*/ 3 h 68"/>
                <a:gd name="T4" fmla="*/ 0 w 74"/>
                <a:gd name="T5" fmla="*/ 26 h 68"/>
                <a:gd name="T6" fmla="*/ 37 w 74"/>
                <a:gd name="T7" fmla="*/ 47 h 68"/>
                <a:gd name="T8" fmla="*/ 74 w 74"/>
                <a:gd name="T9" fmla="*/ 68 h 68"/>
                <a:gd name="T10" fmla="*/ 68 w 74"/>
                <a:gd name="T11" fmla="*/ 38 h 68"/>
                <a:gd name="T12" fmla="*/ 45 w 74"/>
                <a:gd name="T13" fmla="*/ 8 h 68"/>
                <a:gd name="T14" fmla="*/ 30 w 74"/>
                <a:gd name="T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68">
                  <a:moveTo>
                    <a:pt x="30" y="0"/>
                  </a:moveTo>
                  <a:cubicBezTo>
                    <a:pt x="13" y="0"/>
                    <a:pt x="9" y="2"/>
                    <a:pt x="7" y="3"/>
                  </a:cubicBezTo>
                  <a:cubicBezTo>
                    <a:pt x="4" y="4"/>
                    <a:pt x="2" y="16"/>
                    <a:pt x="0" y="26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2" y="56"/>
                    <a:pt x="71" y="43"/>
                    <a:pt x="68" y="38"/>
                  </a:cubicBezTo>
                  <a:cubicBezTo>
                    <a:pt x="66" y="34"/>
                    <a:pt x="61" y="27"/>
                    <a:pt x="45" y="8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F5DC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5" name="ïSḷîḋe"/>
            <p:cNvSpPr/>
            <p:nvPr/>
          </p:nvSpPr>
          <p:spPr bwMode="auto">
            <a:xfrm>
              <a:off x="4554538" y="2751138"/>
              <a:ext cx="244475" cy="223838"/>
            </a:xfrm>
            <a:custGeom>
              <a:avLst/>
              <a:gdLst>
                <a:gd name="T0" fmla="*/ 30 w 74"/>
                <a:gd name="T1" fmla="*/ 0 h 68"/>
                <a:gd name="T2" fmla="*/ 7 w 74"/>
                <a:gd name="T3" fmla="*/ 3 h 68"/>
                <a:gd name="T4" fmla="*/ 0 w 74"/>
                <a:gd name="T5" fmla="*/ 26 h 68"/>
                <a:gd name="T6" fmla="*/ 37 w 74"/>
                <a:gd name="T7" fmla="*/ 47 h 68"/>
                <a:gd name="T8" fmla="*/ 74 w 74"/>
                <a:gd name="T9" fmla="*/ 68 h 68"/>
                <a:gd name="T10" fmla="*/ 68 w 74"/>
                <a:gd name="T11" fmla="*/ 38 h 68"/>
                <a:gd name="T12" fmla="*/ 45 w 74"/>
                <a:gd name="T13" fmla="*/ 8 h 68"/>
                <a:gd name="T14" fmla="*/ 30 w 74"/>
                <a:gd name="T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68">
                  <a:moveTo>
                    <a:pt x="30" y="0"/>
                  </a:moveTo>
                  <a:cubicBezTo>
                    <a:pt x="13" y="0"/>
                    <a:pt x="9" y="2"/>
                    <a:pt x="7" y="3"/>
                  </a:cubicBezTo>
                  <a:cubicBezTo>
                    <a:pt x="4" y="4"/>
                    <a:pt x="2" y="16"/>
                    <a:pt x="0" y="26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2" y="56"/>
                    <a:pt x="71" y="43"/>
                    <a:pt x="68" y="38"/>
                  </a:cubicBezTo>
                  <a:cubicBezTo>
                    <a:pt x="66" y="34"/>
                    <a:pt x="61" y="27"/>
                    <a:pt x="45" y="8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6" name="ïślíḋe"/>
            <p:cNvSpPr/>
            <p:nvPr/>
          </p:nvSpPr>
          <p:spPr bwMode="auto">
            <a:xfrm>
              <a:off x="4649788" y="2644776"/>
              <a:ext cx="52388" cy="165100"/>
            </a:xfrm>
            <a:custGeom>
              <a:avLst/>
              <a:gdLst>
                <a:gd name="T0" fmla="*/ 0 w 16"/>
                <a:gd name="T1" fmla="*/ 13 h 50"/>
                <a:gd name="T2" fmla="*/ 0 w 16"/>
                <a:gd name="T3" fmla="*/ 29 h 50"/>
                <a:gd name="T4" fmla="*/ 0 w 16"/>
                <a:gd name="T5" fmla="*/ 36 h 50"/>
                <a:gd name="T6" fmla="*/ 16 w 16"/>
                <a:gd name="T7" fmla="*/ 45 h 50"/>
                <a:gd name="T8" fmla="*/ 16 w 16"/>
                <a:gd name="T9" fmla="*/ 38 h 50"/>
                <a:gd name="T10" fmla="*/ 16 w 16"/>
                <a:gd name="T11" fmla="*/ 22 h 50"/>
                <a:gd name="T12" fmla="*/ 0 w 16"/>
                <a:gd name="T13" fmla="*/ 1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50">
                  <a:moveTo>
                    <a:pt x="0" y="13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45"/>
                    <a:pt x="12" y="50"/>
                    <a:pt x="16" y="45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9"/>
                    <a:pt x="0" y="0"/>
                    <a:pt x="0" y="13"/>
                  </a:cubicBezTo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7" name="iŝ1îdè"/>
            <p:cNvSpPr/>
            <p:nvPr/>
          </p:nvSpPr>
          <p:spPr bwMode="auto">
            <a:xfrm>
              <a:off x="4616450" y="2622551"/>
              <a:ext cx="20638" cy="42863"/>
            </a:xfrm>
            <a:custGeom>
              <a:avLst/>
              <a:gdLst>
                <a:gd name="T0" fmla="*/ 2 w 6"/>
                <a:gd name="T1" fmla="*/ 0 h 13"/>
                <a:gd name="T2" fmla="*/ 6 w 6"/>
                <a:gd name="T3" fmla="*/ 7 h 13"/>
                <a:gd name="T4" fmla="*/ 5 w 6"/>
                <a:gd name="T5" fmla="*/ 13 h 13"/>
                <a:gd name="T6" fmla="*/ 1 w 6"/>
                <a:gd name="T7" fmla="*/ 6 h 13"/>
                <a:gd name="T8" fmla="*/ 2 w 6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3">
                  <a:moveTo>
                    <a:pt x="2" y="0"/>
                  </a:moveTo>
                  <a:cubicBezTo>
                    <a:pt x="3" y="1"/>
                    <a:pt x="5" y="4"/>
                    <a:pt x="6" y="7"/>
                  </a:cubicBezTo>
                  <a:cubicBezTo>
                    <a:pt x="6" y="11"/>
                    <a:pt x="6" y="13"/>
                    <a:pt x="5" y="13"/>
                  </a:cubicBezTo>
                  <a:cubicBezTo>
                    <a:pt x="3" y="13"/>
                    <a:pt x="1" y="10"/>
                    <a:pt x="1" y="6"/>
                  </a:cubicBezTo>
                  <a:cubicBezTo>
                    <a:pt x="0" y="3"/>
                    <a:pt x="0" y="0"/>
                    <a:pt x="2" y="0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8" name="íṡlîde"/>
            <p:cNvSpPr/>
            <p:nvPr/>
          </p:nvSpPr>
          <p:spPr bwMode="auto">
            <a:xfrm>
              <a:off x="4716463" y="2681288"/>
              <a:ext cx="22225" cy="39688"/>
            </a:xfrm>
            <a:custGeom>
              <a:avLst/>
              <a:gdLst>
                <a:gd name="T0" fmla="*/ 5 w 7"/>
                <a:gd name="T1" fmla="*/ 1 h 12"/>
                <a:gd name="T2" fmla="*/ 1 w 7"/>
                <a:gd name="T3" fmla="*/ 3 h 12"/>
                <a:gd name="T4" fmla="*/ 2 w 7"/>
                <a:gd name="T5" fmla="*/ 11 h 12"/>
                <a:gd name="T6" fmla="*/ 6 w 7"/>
                <a:gd name="T7" fmla="*/ 8 h 12"/>
                <a:gd name="T8" fmla="*/ 5 w 7"/>
                <a:gd name="T9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12">
                  <a:moveTo>
                    <a:pt x="5" y="1"/>
                  </a:moveTo>
                  <a:cubicBezTo>
                    <a:pt x="3" y="0"/>
                    <a:pt x="1" y="1"/>
                    <a:pt x="1" y="3"/>
                  </a:cubicBezTo>
                  <a:cubicBezTo>
                    <a:pt x="0" y="6"/>
                    <a:pt x="0" y="9"/>
                    <a:pt x="2" y="11"/>
                  </a:cubicBezTo>
                  <a:cubicBezTo>
                    <a:pt x="3" y="12"/>
                    <a:pt x="5" y="11"/>
                    <a:pt x="6" y="8"/>
                  </a:cubicBezTo>
                  <a:cubicBezTo>
                    <a:pt x="7" y="6"/>
                    <a:pt x="6" y="2"/>
                    <a:pt x="5" y="1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99" name="ïṣ1îḓè"/>
            <p:cNvSpPr/>
            <p:nvPr/>
          </p:nvSpPr>
          <p:spPr bwMode="auto">
            <a:xfrm>
              <a:off x="4640263" y="2786063"/>
              <a:ext cx="68263" cy="136525"/>
            </a:xfrm>
            <a:custGeom>
              <a:avLst/>
              <a:gdLst>
                <a:gd name="T0" fmla="*/ 11 w 21"/>
                <a:gd name="T1" fmla="*/ 3 h 41"/>
                <a:gd name="T2" fmla="*/ 0 w 21"/>
                <a:gd name="T3" fmla="*/ 1 h 41"/>
                <a:gd name="T4" fmla="*/ 4 w 21"/>
                <a:gd name="T5" fmla="*/ 32 h 41"/>
                <a:gd name="T6" fmla="*/ 19 w 21"/>
                <a:gd name="T7" fmla="*/ 41 h 41"/>
                <a:gd name="T8" fmla="*/ 21 w 21"/>
                <a:gd name="T9" fmla="*/ 13 h 41"/>
                <a:gd name="T10" fmla="*/ 11 w 21"/>
                <a:gd name="T11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41">
                  <a:moveTo>
                    <a:pt x="11" y="3"/>
                  </a:moveTo>
                  <a:cubicBezTo>
                    <a:pt x="11" y="3"/>
                    <a:pt x="0" y="0"/>
                    <a:pt x="0" y="1"/>
                  </a:cubicBezTo>
                  <a:cubicBezTo>
                    <a:pt x="0" y="2"/>
                    <a:pt x="4" y="32"/>
                    <a:pt x="4" y="3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11" y="3"/>
                    <a:pt x="11" y="3"/>
                    <a:pt x="1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0" name="iṣľíḑè"/>
            <p:cNvSpPr/>
            <p:nvPr/>
          </p:nvSpPr>
          <p:spPr bwMode="auto">
            <a:xfrm>
              <a:off x="4616450" y="2751138"/>
              <a:ext cx="46038" cy="144463"/>
            </a:xfrm>
            <a:custGeom>
              <a:avLst/>
              <a:gdLst>
                <a:gd name="T0" fmla="*/ 21 w 29"/>
                <a:gd name="T1" fmla="*/ 0 h 91"/>
                <a:gd name="T2" fmla="*/ 21 w 29"/>
                <a:gd name="T3" fmla="*/ 8 h 91"/>
                <a:gd name="T4" fmla="*/ 29 w 29"/>
                <a:gd name="T5" fmla="*/ 91 h 91"/>
                <a:gd name="T6" fmla="*/ 17 w 29"/>
                <a:gd name="T7" fmla="*/ 85 h 91"/>
                <a:gd name="T8" fmla="*/ 2 w 29"/>
                <a:gd name="T9" fmla="*/ 41 h 91"/>
                <a:gd name="T10" fmla="*/ 17 w 29"/>
                <a:gd name="T11" fmla="*/ 39 h 91"/>
                <a:gd name="T12" fmla="*/ 0 w 29"/>
                <a:gd name="T13" fmla="*/ 20 h 91"/>
                <a:gd name="T14" fmla="*/ 15 w 29"/>
                <a:gd name="T15" fmla="*/ 0 h 91"/>
                <a:gd name="T16" fmla="*/ 21 w 29"/>
                <a:gd name="T17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91">
                  <a:moveTo>
                    <a:pt x="21" y="0"/>
                  </a:moveTo>
                  <a:lnTo>
                    <a:pt x="21" y="8"/>
                  </a:lnTo>
                  <a:lnTo>
                    <a:pt x="29" y="91"/>
                  </a:lnTo>
                  <a:lnTo>
                    <a:pt x="17" y="85"/>
                  </a:lnTo>
                  <a:lnTo>
                    <a:pt x="2" y="41"/>
                  </a:lnTo>
                  <a:lnTo>
                    <a:pt x="17" y="39"/>
                  </a:lnTo>
                  <a:lnTo>
                    <a:pt x="0" y="20"/>
                  </a:lnTo>
                  <a:lnTo>
                    <a:pt x="15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1" name="ïṧľiďê"/>
            <p:cNvSpPr/>
            <p:nvPr/>
          </p:nvSpPr>
          <p:spPr bwMode="auto">
            <a:xfrm>
              <a:off x="4616450" y="2751138"/>
              <a:ext cx="46038" cy="144463"/>
            </a:xfrm>
            <a:custGeom>
              <a:avLst/>
              <a:gdLst>
                <a:gd name="T0" fmla="*/ 21 w 29"/>
                <a:gd name="T1" fmla="*/ 0 h 91"/>
                <a:gd name="T2" fmla="*/ 21 w 29"/>
                <a:gd name="T3" fmla="*/ 8 h 91"/>
                <a:gd name="T4" fmla="*/ 29 w 29"/>
                <a:gd name="T5" fmla="*/ 91 h 91"/>
                <a:gd name="T6" fmla="*/ 17 w 29"/>
                <a:gd name="T7" fmla="*/ 85 h 91"/>
                <a:gd name="T8" fmla="*/ 2 w 29"/>
                <a:gd name="T9" fmla="*/ 41 h 91"/>
                <a:gd name="T10" fmla="*/ 17 w 29"/>
                <a:gd name="T11" fmla="*/ 39 h 91"/>
                <a:gd name="T12" fmla="*/ 0 w 29"/>
                <a:gd name="T13" fmla="*/ 20 h 91"/>
                <a:gd name="T14" fmla="*/ 15 w 29"/>
                <a:gd name="T15" fmla="*/ 0 h 91"/>
                <a:gd name="T16" fmla="*/ 21 w 29"/>
                <a:gd name="T17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91">
                  <a:moveTo>
                    <a:pt x="21" y="0"/>
                  </a:moveTo>
                  <a:lnTo>
                    <a:pt x="21" y="8"/>
                  </a:lnTo>
                  <a:lnTo>
                    <a:pt x="29" y="91"/>
                  </a:lnTo>
                  <a:lnTo>
                    <a:pt x="17" y="85"/>
                  </a:lnTo>
                  <a:lnTo>
                    <a:pt x="2" y="41"/>
                  </a:lnTo>
                  <a:lnTo>
                    <a:pt x="17" y="39"/>
                  </a:lnTo>
                  <a:lnTo>
                    <a:pt x="0" y="20"/>
                  </a:lnTo>
                  <a:lnTo>
                    <a:pt x="15" y="0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2" name="ïṡḷîdé"/>
            <p:cNvSpPr/>
            <p:nvPr/>
          </p:nvSpPr>
          <p:spPr bwMode="auto">
            <a:xfrm>
              <a:off x="4692650" y="2779713"/>
              <a:ext cx="42863" cy="146050"/>
            </a:xfrm>
            <a:custGeom>
              <a:avLst/>
              <a:gdLst>
                <a:gd name="T0" fmla="*/ 6 w 27"/>
                <a:gd name="T1" fmla="*/ 0 h 92"/>
                <a:gd name="T2" fmla="*/ 6 w 27"/>
                <a:gd name="T3" fmla="*/ 9 h 92"/>
                <a:gd name="T4" fmla="*/ 0 w 27"/>
                <a:gd name="T5" fmla="*/ 85 h 92"/>
                <a:gd name="T6" fmla="*/ 13 w 27"/>
                <a:gd name="T7" fmla="*/ 92 h 92"/>
                <a:gd name="T8" fmla="*/ 25 w 27"/>
                <a:gd name="T9" fmla="*/ 65 h 92"/>
                <a:gd name="T10" fmla="*/ 13 w 27"/>
                <a:gd name="T11" fmla="*/ 46 h 92"/>
                <a:gd name="T12" fmla="*/ 27 w 27"/>
                <a:gd name="T13" fmla="*/ 44 h 92"/>
                <a:gd name="T14" fmla="*/ 15 w 27"/>
                <a:gd name="T15" fmla="*/ 9 h 92"/>
                <a:gd name="T16" fmla="*/ 6 w 27"/>
                <a:gd name="T1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92">
                  <a:moveTo>
                    <a:pt x="6" y="0"/>
                  </a:moveTo>
                  <a:lnTo>
                    <a:pt x="6" y="9"/>
                  </a:lnTo>
                  <a:lnTo>
                    <a:pt x="0" y="85"/>
                  </a:lnTo>
                  <a:lnTo>
                    <a:pt x="13" y="92"/>
                  </a:lnTo>
                  <a:lnTo>
                    <a:pt x="25" y="65"/>
                  </a:lnTo>
                  <a:lnTo>
                    <a:pt x="13" y="46"/>
                  </a:lnTo>
                  <a:lnTo>
                    <a:pt x="27" y="44"/>
                  </a:lnTo>
                  <a:lnTo>
                    <a:pt x="15" y="9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3" name="îṡḻíde"/>
            <p:cNvSpPr/>
            <p:nvPr/>
          </p:nvSpPr>
          <p:spPr bwMode="auto">
            <a:xfrm>
              <a:off x="4692650" y="2779713"/>
              <a:ext cx="42863" cy="146050"/>
            </a:xfrm>
            <a:custGeom>
              <a:avLst/>
              <a:gdLst>
                <a:gd name="T0" fmla="*/ 6 w 27"/>
                <a:gd name="T1" fmla="*/ 0 h 92"/>
                <a:gd name="T2" fmla="*/ 6 w 27"/>
                <a:gd name="T3" fmla="*/ 9 h 92"/>
                <a:gd name="T4" fmla="*/ 0 w 27"/>
                <a:gd name="T5" fmla="*/ 85 h 92"/>
                <a:gd name="T6" fmla="*/ 13 w 27"/>
                <a:gd name="T7" fmla="*/ 92 h 92"/>
                <a:gd name="T8" fmla="*/ 25 w 27"/>
                <a:gd name="T9" fmla="*/ 65 h 92"/>
                <a:gd name="T10" fmla="*/ 13 w 27"/>
                <a:gd name="T11" fmla="*/ 46 h 92"/>
                <a:gd name="T12" fmla="*/ 27 w 27"/>
                <a:gd name="T13" fmla="*/ 44 h 92"/>
                <a:gd name="T14" fmla="*/ 15 w 27"/>
                <a:gd name="T15" fmla="*/ 9 h 92"/>
                <a:gd name="T16" fmla="*/ 6 w 27"/>
                <a:gd name="T1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92">
                  <a:moveTo>
                    <a:pt x="6" y="0"/>
                  </a:moveTo>
                  <a:lnTo>
                    <a:pt x="6" y="9"/>
                  </a:lnTo>
                  <a:lnTo>
                    <a:pt x="0" y="85"/>
                  </a:lnTo>
                  <a:lnTo>
                    <a:pt x="13" y="92"/>
                  </a:lnTo>
                  <a:lnTo>
                    <a:pt x="25" y="65"/>
                  </a:lnTo>
                  <a:lnTo>
                    <a:pt x="13" y="46"/>
                  </a:lnTo>
                  <a:lnTo>
                    <a:pt x="27" y="44"/>
                  </a:lnTo>
                  <a:lnTo>
                    <a:pt x="15" y="9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4" name="íś1îḓé"/>
            <p:cNvSpPr/>
            <p:nvPr/>
          </p:nvSpPr>
          <p:spPr bwMode="auto">
            <a:xfrm>
              <a:off x="4665663" y="2797176"/>
              <a:ext cx="23813" cy="28575"/>
            </a:xfrm>
            <a:custGeom>
              <a:avLst/>
              <a:gdLst>
                <a:gd name="T0" fmla="*/ 0 w 7"/>
                <a:gd name="T1" fmla="*/ 3 h 9"/>
                <a:gd name="T2" fmla="*/ 2 w 7"/>
                <a:gd name="T3" fmla="*/ 8 h 9"/>
                <a:gd name="T4" fmla="*/ 5 w 7"/>
                <a:gd name="T5" fmla="*/ 9 h 9"/>
                <a:gd name="T6" fmla="*/ 7 w 7"/>
                <a:gd name="T7" fmla="*/ 6 h 9"/>
                <a:gd name="T8" fmla="*/ 3 w 7"/>
                <a:gd name="T9" fmla="*/ 0 h 9"/>
                <a:gd name="T10" fmla="*/ 0 w 7"/>
                <a:gd name="T11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9">
                  <a:moveTo>
                    <a:pt x="0" y="3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4" y="9"/>
                    <a:pt x="5" y="9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3"/>
                    <a:pt x="0" y="3"/>
                    <a:pt x="0" y="3"/>
                  </a:cubicBezTo>
                </a:path>
              </a:pathLst>
            </a:custGeom>
            <a:solidFill>
              <a:srgbClr val="3838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5" name="iśļïḋé"/>
            <p:cNvSpPr/>
            <p:nvPr/>
          </p:nvSpPr>
          <p:spPr bwMode="auto">
            <a:xfrm>
              <a:off x="4662488" y="2822576"/>
              <a:ext cx="26988" cy="88900"/>
            </a:xfrm>
            <a:custGeom>
              <a:avLst/>
              <a:gdLst>
                <a:gd name="T0" fmla="*/ 7 w 17"/>
                <a:gd name="T1" fmla="*/ 0 h 56"/>
                <a:gd name="T2" fmla="*/ 0 w 17"/>
                <a:gd name="T3" fmla="*/ 48 h 56"/>
                <a:gd name="T4" fmla="*/ 17 w 17"/>
                <a:gd name="T5" fmla="*/ 56 h 56"/>
                <a:gd name="T6" fmla="*/ 13 w 17"/>
                <a:gd name="T7" fmla="*/ 2 h 56"/>
                <a:gd name="T8" fmla="*/ 7 w 17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56">
                  <a:moveTo>
                    <a:pt x="7" y="0"/>
                  </a:moveTo>
                  <a:lnTo>
                    <a:pt x="0" y="48"/>
                  </a:lnTo>
                  <a:lnTo>
                    <a:pt x="17" y="56"/>
                  </a:lnTo>
                  <a:lnTo>
                    <a:pt x="13" y="2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3838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6" name="ïṧ1îḓè"/>
            <p:cNvSpPr/>
            <p:nvPr/>
          </p:nvSpPr>
          <p:spPr bwMode="auto">
            <a:xfrm>
              <a:off x="4662488" y="2822576"/>
              <a:ext cx="26988" cy="88900"/>
            </a:xfrm>
            <a:custGeom>
              <a:avLst/>
              <a:gdLst>
                <a:gd name="T0" fmla="*/ 7 w 17"/>
                <a:gd name="T1" fmla="*/ 0 h 56"/>
                <a:gd name="T2" fmla="*/ 0 w 17"/>
                <a:gd name="T3" fmla="*/ 48 h 56"/>
                <a:gd name="T4" fmla="*/ 17 w 17"/>
                <a:gd name="T5" fmla="*/ 56 h 56"/>
                <a:gd name="T6" fmla="*/ 13 w 17"/>
                <a:gd name="T7" fmla="*/ 2 h 56"/>
                <a:gd name="T8" fmla="*/ 7 w 17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56">
                  <a:moveTo>
                    <a:pt x="7" y="0"/>
                  </a:moveTo>
                  <a:lnTo>
                    <a:pt x="0" y="48"/>
                  </a:lnTo>
                  <a:lnTo>
                    <a:pt x="17" y="56"/>
                  </a:lnTo>
                  <a:lnTo>
                    <a:pt x="13" y="2"/>
                  </a:lnTo>
                  <a:lnTo>
                    <a:pt x="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7" name="ïśľíḑé"/>
            <p:cNvSpPr/>
            <p:nvPr/>
          </p:nvSpPr>
          <p:spPr bwMode="auto">
            <a:xfrm>
              <a:off x="4649788" y="2740026"/>
              <a:ext cx="26988" cy="73025"/>
            </a:xfrm>
            <a:custGeom>
              <a:avLst/>
              <a:gdLst>
                <a:gd name="T0" fmla="*/ 0 w 17"/>
                <a:gd name="T1" fmla="*/ 0 h 46"/>
                <a:gd name="T2" fmla="*/ 0 w 17"/>
                <a:gd name="T3" fmla="*/ 7 h 46"/>
                <a:gd name="T4" fmla="*/ 4 w 17"/>
                <a:gd name="T5" fmla="*/ 46 h 46"/>
                <a:gd name="T6" fmla="*/ 17 w 17"/>
                <a:gd name="T7" fmla="*/ 36 h 46"/>
                <a:gd name="T8" fmla="*/ 0 w 17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46">
                  <a:moveTo>
                    <a:pt x="0" y="0"/>
                  </a:moveTo>
                  <a:lnTo>
                    <a:pt x="0" y="7"/>
                  </a:lnTo>
                  <a:lnTo>
                    <a:pt x="4" y="46"/>
                  </a:lnTo>
                  <a:lnTo>
                    <a:pt x="17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8" name="ísļíďè"/>
            <p:cNvSpPr/>
            <p:nvPr/>
          </p:nvSpPr>
          <p:spPr bwMode="auto">
            <a:xfrm>
              <a:off x="4649788" y="2740026"/>
              <a:ext cx="26988" cy="73025"/>
            </a:xfrm>
            <a:custGeom>
              <a:avLst/>
              <a:gdLst>
                <a:gd name="T0" fmla="*/ 0 w 17"/>
                <a:gd name="T1" fmla="*/ 0 h 46"/>
                <a:gd name="T2" fmla="*/ 0 w 17"/>
                <a:gd name="T3" fmla="*/ 7 h 46"/>
                <a:gd name="T4" fmla="*/ 4 w 17"/>
                <a:gd name="T5" fmla="*/ 46 h 46"/>
                <a:gd name="T6" fmla="*/ 17 w 17"/>
                <a:gd name="T7" fmla="*/ 36 h 46"/>
                <a:gd name="T8" fmla="*/ 0 w 17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46">
                  <a:moveTo>
                    <a:pt x="0" y="0"/>
                  </a:moveTo>
                  <a:lnTo>
                    <a:pt x="0" y="7"/>
                  </a:lnTo>
                  <a:lnTo>
                    <a:pt x="4" y="46"/>
                  </a:lnTo>
                  <a:lnTo>
                    <a:pt x="17" y="3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09" name="íṥļiḋè"/>
            <p:cNvSpPr/>
            <p:nvPr/>
          </p:nvSpPr>
          <p:spPr bwMode="auto">
            <a:xfrm>
              <a:off x="4649788" y="2724151"/>
              <a:ext cx="52388" cy="42863"/>
            </a:xfrm>
            <a:custGeom>
              <a:avLst/>
              <a:gdLst>
                <a:gd name="T0" fmla="*/ 0 w 16"/>
                <a:gd name="T1" fmla="*/ 0 h 13"/>
                <a:gd name="T2" fmla="*/ 0 w 16"/>
                <a:gd name="T3" fmla="*/ 1 h 13"/>
                <a:gd name="T4" fmla="*/ 8 w 16"/>
                <a:gd name="T5" fmla="*/ 12 h 13"/>
                <a:gd name="T6" fmla="*/ 11 w 16"/>
                <a:gd name="T7" fmla="*/ 13 h 13"/>
                <a:gd name="T8" fmla="*/ 16 w 16"/>
                <a:gd name="T9" fmla="*/ 10 h 13"/>
                <a:gd name="T10" fmla="*/ 16 w 16"/>
                <a:gd name="T11" fmla="*/ 9 h 13"/>
                <a:gd name="T12" fmla="*/ 11 w 16"/>
                <a:gd name="T13" fmla="*/ 10 h 13"/>
                <a:gd name="T14" fmla="*/ 8 w 16"/>
                <a:gd name="T15" fmla="*/ 10 h 13"/>
                <a:gd name="T16" fmla="*/ 0 w 16"/>
                <a:gd name="T1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3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4" y="9"/>
                    <a:pt x="8" y="12"/>
                  </a:cubicBezTo>
                  <a:cubicBezTo>
                    <a:pt x="9" y="12"/>
                    <a:pt x="10" y="13"/>
                    <a:pt x="11" y="13"/>
                  </a:cubicBezTo>
                  <a:cubicBezTo>
                    <a:pt x="14" y="13"/>
                    <a:pt x="16" y="10"/>
                    <a:pt x="16" y="1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5" y="10"/>
                    <a:pt x="13" y="10"/>
                    <a:pt x="11" y="10"/>
                  </a:cubicBezTo>
                  <a:cubicBezTo>
                    <a:pt x="10" y="10"/>
                    <a:pt x="9" y="10"/>
                    <a:pt x="8" y="10"/>
                  </a:cubicBezTo>
                  <a:cubicBezTo>
                    <a:pt x="6" y="8"/>
                    <a:pt x="3" y="4"/>
                    <a:pt x="0" y="0"/>
                  </a:cubicBezTo>
                </a:path>
              </a:pathLst>
            </a:custGeom>
            <a:solidFill>
              <a:srgbClr val="CC96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0" name="í$1îďé"/>
            <p:cNvSpPr/>
            <p:nvPr/>
          </p:nvSpPr>
          <p:spPr bwMode="auto">
            <a:xfrm>
              <a:off x="4597400" y="2519363"/>
              <a:ext cx="161925" cy="244475"/>
            </a:xfrm>
            <a:custGeom>
              <a:avLst/>
              <a:gdLst>
                <a:gd name="T0" fmla="*/ 24 w 49"/>
                <a:gd name="T1" fmla="*/ 14 h 74"/>
                <a:gd name="T2" fmla="*/ 11 w 49"/>
                <a:gd name="T3" fmla="*/ 52 h 74"/>
                <a:gd name="T4" fmla="*/ 24 w 49"/>
                <a:gd name="T5" fmla="*/ 72 h 74"/>
                <a:gd name="T6" fmla="*/ 38 w 49"/>
                <a:gd name="T7" fmla="*/ 68 h 74"/>
                <a:gd name="T8" fmla="*/ 24 w 49"/>
                <a:gd name="T9" fmla="*/ 1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74">
                  <a:moveTo>
                    <a:pt x="24" y="14"/>
                  </a:moveTo>
                  <a:cubicBezTo>
                    <a:pt x="0" y="0"/>
                    <a:pt x="9" y="48"/>
                    <a:pt x="11" y="52"/>
                  </a:cubicBezTo>
                  <a:cubicBezTo>
                    <a:pt x="13" y="57"/>
                    <a:pt x="20" y="69"/>
                    <a:pt x="24" y="72"/>
                  </a:cubicBezTo>
                  <a:cubicBezTo>
                    <a:pt x="28" y="74"/>
                    <a:pt x="36" y="70"/>
                    <a:pt x="38" y="68"/>
                  </a:cubicBezTo>
                  <a:cubicBezTo>
                    <a:pt x="39" y="65"/>
                    <a:pt x="49" y="27"/>
                    <a:pt x="24" y="14"/>
                  </a:cubicBezTo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1" name="íS1iďè"/>
            <p:cNvSpPr/>
            <p:nvPr/>
          </p:nvSpPr>
          <p:spPr bwMode="auto">
            <a:xfrm>
              <a:off x="4616450" y="2536826"/>
              <a:ext cx="125413" cy="180975"/>
            </a:xfrm>
            <a:custGeom>
              <a:avLst/>
              <a:gdLst>
                <a:gd name="T0" fmla="*/ 29 w 38"/>
                <a:gd name="T1" fmla="*/ 16 h 55"/>
                <a:gd name="T2" fmla="*/ 4 w 38"/>
                <a:gd name="T3" fmla="*/ 5 h 55"/>
                <a:gd name="T4" fmla="*/ 2 w 38"/>
                <a:gd name="T5" fmla="*/ 36 h 55"/>
                <a:gd name="T6" fmla="*/ 2 w 38"/>
                <a:gd name="T7" fmla="*/ 36 h 55"/>
                <a:gd name="T8" fmla="*/ 2 w 38"/>
                <a:gd name="T9" fmla="*/ 36 h 55"/>
                <a:gd name="T10" fmla="*/ 3 w 38"/>
                <a:gd name="T11" fmla="*/ 37 h 55"/>
                <a:gd name="T12" fmla="*/ 3 w 38"/>
                <a:gd name="T13" fmla="*/ 37 h 55"/>
                <a:gd name="T14" fmla="*/ 3 w 38"/>
                <a:gd name="T15" fmla="*/ 37 h 55"/>
                <a:gd name="T16" fmla="*/ 3 w 38"/>
                <a:gd name="T17" fmla="*/ 34 h 55"/>
                <a:gd name="T18" fmla="*/ 3 w 38"/>
                <a:gd name="T19" fmla="*/ 30 h 55"/>
                <a:gd name="T20" fmla="*/ 7 w 38"/>
                <a:gd name="T21" fmla="*/ 17 h 55"/>
                <a:gd name="T22" fmla="*/ 8 w 38"/>
                <a:gd name="T23" fmla="*/ 16 h 55"/>
                <a:gd name="T24" fmla="*/ 9 w 38"/>
                <a:gd name="T25" fmla="*/ 15 h 55"/>
                <a:gd name="T26" fmla="*/ 9 w 38"/>
                <a:gd name="T27" fmla="*/ 15 h 55"/>
                <a:gd name="T28" fmla="*/ 23 w 38"/>
                <a:gd name="T29" fmla="*/ 25 h 55"/>
                <a:gd name="T30" fmla="*/ 28 w 38"/>
                <a:gd name="T31" fmla="*/ 30 h 55"/>
                <a:gd name="T32" fmla="*/ 29 w 38"/>
                <a:gd name="T33" fmla="*/ 29 h 55"/>
                <a:gd name="T34" fmla="*/ 34 w 38"/>
                <a:gd name="T35" fmla="*/ 49 h 55"/>
                <a:gd name="T36" fmla="*/ 33 w 38"/>
                <a:gd name="T37" fmla="*/ 51 h 55"/>
                <a:gd name="T38" fmla="*/ 33 w 38"/>
                <a:gd name="T39" fmla="*/ 54 h 55"/>
                <a:gd name="T40" fmla="*/ 33 w 38"/>
                <a:gd name="T41" fmla="*/ 54 h 55"/>
                <a:gd name="T42" fmla="*/ 34 w 38"/>
                <a:gd name="T43" fmla="*/ 55 h 55"/>
                <a:gd name="T44" fmla="*/ 34 w 38"/>
                <a:gd name="T45" fmla="*/ 54 h 55"/>
                <a:gd name="T46" fmla="*/ 34 w 38"/>
                <a:gd name="T47" fmla="*/ 53 h 55"/>
                <a:gd name="T48" fmla="*/ 34 w 38"/>
                <a:gd name="T49" fmla="*/ 52 h 55"/>
                <a:gd name="T50" fmla="*/ 29 w 38"/>
                <a:gd name="T51" fmla="*/ 16 h 55"/>
                <a:gd name="T52" fmla="*/ 17 w 38"/>
                <a:gd name="T53" fmla="*/ 17 h 55"/>
                <a:gd name="T54" fmla="*/ 16 w 38"/>
                <a:gd name="T55" fmla="*/ 16 h 55"/>
                <a:gd name="T56" fmla="*/ 17 w 38"/>
                <a:gd name="T57" fmla="*/ 1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8" h="55">
                  <a:moveTo>
                    <a:pt x="29" y="16"/>
                  </a:moveTo>
                  <a:cubicBezTo>
                    <a:pt x="21" y="3"/>
                    <a:pt x="8" y="0"/>
                    <a:pt x="4" y="5"/>
                  </a:cubicBezTo>
                  <a:cubicBezTo>
                    <a:pt x="0" y="11"/>
                    <a:pt x="1" y="25"/>
                    <a:pt x="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6"/>
                    <a:pt x="3" y="34"/>
                    <a:pt x="3" y="34"/>
                  </a:cubicBezTo>
                  <a:cubicBezTo>
                    <a:pt x="3" y="33"/>
                    <a:pt x="3" y="31"/>
                    <a:pt x="3" y="30"/>
                  </a:cubicBezTo>
                  <a:cubicBezTo>
                    <a:pt x="3" y="24"/>
                    <a:pt x="6" y="24"/>
                    <a:pt x="7" y="17"/>
                  </a:cubicBezTo>
                  <a:cubicBezTo>
                    <a:pt x="7" y="17"/>
                    <a:pt x="7" y="16"/>
                    <a:pt x="8" y="16"/>
                  </a:cubicBezTo>
                  <a:cubicBezTo>
                    <a:pt x="8" y="16"/>
                    <a:pt x="8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4" y="15"/>
                    <a:pt x="18" y="21"/>
                    <a:pt x="23" y="25"/>
                  </a:cubicBezTo>
                  <a:cubicBezTo>
                    <a:pt x="24" y="27"/>
                    <a:pt x="26" y="29"/>
                    <a:pt x="28" y="30"/>
                  </a:cubicBezTo>
                  <a:cubicBezTo>
                    <a:pt x="28" y="30"/>
                    <a:pt x="29" y="30"/>
                    <a:pt x="29" y="29"/>
                  </a:cubicBezTo>
                  <a:cubicBezTo>
                    <a:pt x="31" y="38"/>
                    <a:pt x="33" y="42"/>
                    <a:pt x="34" y="49"/>
                  </a:cubicBezTo>
                  <a:cubicBezTo>
                    <a:pt x="34" y="50"/>
                    <a:pt x="33" y="50"/>
                    <a:pt x="33" y="51"/>
                  </a:cubicBezTo>
                  <a:cubicBezTo>
                    <a:pt x="33" y="51"/>
                    <a:pt x="33" y="53"/>
                    <a:pt x="33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3"/>
                  </a:cubicBezTo>
                  <a:cubicBezTo>
                    <a:pt x="34" y="53"/>
                    <a:pt x="34" y="52"/>
                    <a:pt x="34" y="52"/>
                  </a:cubicBezTo>
                  <a:cubicBezTo>
                    <a:pt x="36" y="46"/>
                    <a:pt x="38" y="23"/>
                    <a:pt x="29" y="16"/>
                  </a:cubicBezTo>
                  <a:close/>
                  <a:moveTo>
                    <a:pt x="17" y="17"/>
                  </a:moveTo>
                  <a:cubicBezTo>
                    <a:pt x="16" y="16"/>
                    <a:pt x="16" y="16"/>
                    <a:pt x="16" y="16"/>
                  </a:cubicBezTo>
                  <a:cubicBezTo>
                    <a:pt x="17" y="17"/>
                    <a:pt x="17" y="17"/>
                    <a:pt x="17" y="17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2" name="îşļîḑê"/>
            <p:cNvSpPr/>
            <p:nvPr/>
          </p:nvSpPr>
          <p:spPr bwMode="auto">
            <a:xfrm>
              <a:off x="4676775" y="2770188"/>
              <a:ext cx="28575" cy="69850"/>
            </a:xfrm>
            <a:custGeom>
              <a:avLst/>
              <a:gdLst>
                <a:gd name="T0" fmla="*/ 16 w 18"/>
                <a:gd name="T1" fmla="*/ 0 h 44"/>
                <a:gd name="T2" fmla="*/ 18 w 18"/>
                <a:gd name="T3" fmla="*/ 6 h 44"/>
                <a:gd name="T4" fmla="*/ 14 w 18"/>
                <a:gd name="T5" fmla="*/ 44 h 44"/>
                <a:gd name="T6" fmla="*/ 0 w 18"/>
                <a:gd name="T7" fmla="*/ 17 h 44"/>
                <a:gd name="T8" fmla="*/ 16 w 18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44">
                  <a:moveTo>
                    <a:pt x="16" y="0"/>
                  </a:moveTo>
                  <a:lnTo>
                    <a:pt x="18" y="6"/>
                  </a:lnTo>
                  <a:lnTo>
                    <a:pt x="14" y="44"/>
                  </a:lnTo>
                  <a:lnTo>
                    <a:pt x="0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3" name="ïšḷíḍé"/>
            <p:cNvSpPr/>
            <p:nvPr/>
          </p:nvSpPr>
          <p:spPr bwMode="auto">
            <a:xfrm>
              <a:off x="4676775" y="2770188"/>
              <a:ext cx="28575" cy="69850"/>
            </a:xfrm>
            <a:custGeom>
              <a:avLst/>
              <a:gdLst>
                <a:gd name="T0" fmla="*/ 16 w 18"/>
                <a:gd name="T1" fmla="*/ 0 h 44"/>
                <a:gd name="T2" fmla="*/ 18 w 18"/>
                <a:gd name="T3" fmla="*/ 6 h 44"/>
                <a:gd name="T4" fmla="*/ 14 w 18"/>
                <a:gd name="T5" fmla="*/ 44 h 44"/>
                <a:gd name="T6" fmla="*/ 0 w 18"/>
                <a:gd name="T7" fmla="*/ 17 h 44"/>
                <a:gd name="T8" fmla="*/ 16 w 18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44">
                  <a:moveTo>
                    <a:pt x="16" y="0"/>
                  </a:moveTo>
                  <a:lnTo>
                    <a:pt x="18" y="6"/>
                  </a:lnTo>
                  <a:lnTo>
                    <a:pt x="14" y="44"/>
                  </a:lnTo>
                  <a:lnTo>
                    <a:pt x="0" y="17"/>
                  </a:lnTo>
                  <a:lnTo>
                    <a:pt x="1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4" name="išľiḑé"/>
            <p:cNvSpPr/>
            <p:nvPr/>
          </p:nvSpPr>
          <p:spPr bwMode="auto">
            <a:xfrm>
              <a:off x="4676775" y="279717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182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5" name="ïṣļîḋé"/>
            <p:cNvSpPr/>
            <p:nvPr/>
          </p:nvSpPr>
          <p:spPr bwMode="auto">
            <a:xfrm>
              <a:off x="4649788" y="2736851"/>
              <a:ext cx="52388" cy="60325"/>
            </a:xfrm>
            <a:custGeom>
              <a:avLst/>
              <a:gdLst>
                <a:gd name="T0" fmla="*/ 0 w 16"/>
                <a:gd name="T1" fmla="*/ 0 h 18"/>
                <a:gd name="T2" fmla="*/ 0 w 16"/>
                <a:gd name="T3" fmla="*/ 1 h 18"/>
                <a:gd name="T4" fmla="*/ 8 w 16"/>
                <a:gd name="T5" fmla="*/ 18 h 18"/>
                <a:gd name="T6" fmla="*/ 8 w 16"/>
                <a:gd name="T7" fmla="*/ 18 h 18"/>
                <a:gd name="T8" fmla="*/ 16 w 16"/>
                <a:gd name="T9" fmla="*/ 10 h 18"/>
                <a:gd name="T10" fmla="*/ 16 w 16"/>
                <a:gd name="T11" fmla="*/ 9 h 18"/>
                <a:gd name="T12" fmla="*/ 8 w 16"/>
                <a:gd name="T13" fmla="*/ 17 h 18"/>
                <a:gd name="T14" fmla="*/ 0 w 16"/>
                <a:gd name="T1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8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2B1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6" name="i$ľîdé"/>
            <p:cNvSpPr/>
            <p:nvPr/>
          </p:nvSpPr>
          <p:spPr bwMode="auto">
            <a:xfrm>
              <a:off x="4673600" y="2822576"/>
              <a:ext cx="9525" cy="3175"/>
            </a:xfrm>
            <a:custGeom>
              <a:avLst/>
              <a:gdLst>
                <a:gd name="T0" fmla="*/ 0 w 6"/>
                <a:gd name="T1" fmla="*/ 0 h 2"/>
                <a:gd name="T2" fmla="*/ 0 w 6"/>
                <a:gd name="T3" fmla="*/ 0 h 2"/>
                <a:gd name="T4" fmla="*/ 0 w 6"/>
                <a:gd name="T5" fmla="*/ 0 h 2"/>
                <a:gd name="T6" fmla="*/ 6 w 6"/>
                <a:gd name="T7" fmla="*/ 2 h 2"/>
                <a:gd name="T8" fmla="*/ 6 w 6"/>
                <a:gd name="T9" fmla="*/ 2 h 2"/>
                <a:gd name="T10" fmla="*/ 2 w 6"/>
                <a:gd name="T11" fmla="*/ 0 h 2"/>
                <a:gd name="T12" fmla="*/ 0 w 6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2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" y="2"/>
                  </a:lnTo>
                  <a:lnTo>
                    <a:pt x="6" y="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7" name="îs1íḓê"/>
            <p:cNvSpPr/>
            <p:nvPr/>
          </p:nvSpPr>
          <p:spPr bwMode="auto">
            <a:xfrm>
              <a:off x="4673600" y="2822576"/>
              <a:ext cx="9525" cy="3175"/>
            </a:xfrm>
            <a:custGeom>
              <a:avLst/>
              <a:gdLst>
                <a:gd name="T0" fmla="*/ 0 w 6"/>
                <a:gd name="T1" fmla="*/ 0 h 2"/>
                <a:gd name="T2" fmla="*/ 0 w 6"/>
                <a:gd name="T3" fmla="*/ 0 h 2"/>
                <a:gd name="T4" fmla="*/ 0 w 6"/>
                <a:gd name="T5" fmla="*/ 0 h 2"/>
                <a:gd name="T6" fmla="*/ 6 w 6"/>
                <a:gd name="T7" fmla="*/ 2 h 2"/>
                <a:gd name="T8" fmla="*/ 6 w 6"/>
                <a:gd name="T9" fmla="*/ 2 h 2"/>
                <a:gd name="T10" fmla="*/ 2 w 6"/>
                <a:gd name="T11" fmla="*/ 0 h 2"/>
                <a:gd name="T12" fmla="*/ 0 w 6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2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" y="2"/>
                  </a:lnTo>
                  <a:lnTo>
                    <a:pt x="6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8" name="ïṣ1ïḍè"/>
            <p:cNvSpPr/>
            <p:nvPr/>
          </p:nvSpPr>
          <p:spPr bwMode="auto">
            <a:xfrm>
              <a:off x="6078538" y="3575051"/>
              <a:ext cx="244475" cy="227013"/>
            </a:xfrm>
            <a:custGeom>
              <a:avLst/>
              <a:gdLst>
                <a:gd name="T0" fmla="*/ 30 w 74"/>
                <a:gd name="T1" fmla="*/ 0 h 69"/>
                <a:gd name="T2" fmla="*/ 7 w 74"/>
                <a:gd name="T3" fmla="*/ 4 h 69"/>
                <a:gd name="T4" fmla="*/ 0 w 74"/>
                <a:gd name="T5" fmla="*/ 27 h 69"/>
                <a:gd name="T6" fmla="*/ 37 w 74"/>
                <a:gd name="T7" fmla="*/ 48 h 69"/>
                <a:gd name="T8" fmla="*/ 74 w 74"/>
                <a:gd name="T9" fmla="*/ 69 h 69"/>
                <a:gd name="T10" fmla="*/ 68 w 74"/>
                <a:gd name="T11" fmla="*/ 38 h 69"/>
                <a:gd name="T12" fmla="*/ 45 w 74"/>
                <a:gd name="T13" fmla="*/ 9 h 69"/>
                <a:gd name="T14" fmla="*/ 30 w 74"/>
                <a:gd name="T1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69">
                  <a:moveTo>
                    <a:pt x="30" y="0"/>
                  </a:moveTo>
                  <a:cubicBezTo>
                    <a:pt x="14" y="0"/>
                    <a:pt x="9" y="2"/>
                    <a:pt x="7" y="4"/>
                  </a:cubicBezTo>
                  <a:cubicBezTo>
                    <a:pt x="4" y="5"/>
                    <a:pt x="2" y="17"/>
                    <a:pt x="0" y="27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2" y="57"/>
                    <a:pt x="71" y="43"/>
                    <a:pt x="68" y="38"/>
                  </a:cubicBezTo>
                  <a:cubicBezTo>
                    <a:pt x="66" y="35"/>
                    <a:pt x="61" y="28"/>
                    <a:pt x="45" y="9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F5DC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9" name="îSḻíḑe"/>
            <p:cNvSpPr/>
            <p:nvPr/>
          </p:nvSpPr>
          <p:spPr bwMode="auto">
            <a:xfrm>
              <a:off x="6078538" y="3575051"/>
              <a:ext cx="244475" cy="227013"/>
            </a:xfrm>
            <a:custGeom>
              <a:avLst/>
              <a:gdLst>
                <a:gd name="T0" fmla="*/ 30 w 74"/>
                <a:gd name="T1" fmla="*/ 0 h 69"/>
                <a:gd name="T2" fmla="*/ 7 w 74"/>
                <a:gd name="T3" fmla="*/ 4 h 69"/>
                <a:gd name="T4" fmla="*/ 0 w 74"/>
                <a:gd name="T5" fmla="*/ 27 h 69"/>
                <a:gd name="T6" fmla="*/ 37 w 74"/>
                <a:gd name="T7" fmla="*/ 48 h 69"/>
                <a:gd name="T8" fmla="*/ 74 w 74"/>
                <a:gd name="T9" fmla="*/ 69 h 69"/>
                <a:gd name="T10" fmla="*/ 68 w 74"/>
                <a:gd name="T11" fmla="*/ 38 h 69"/>
                <a:gd name="T12" fmla="*/ 45 w 74"/>
                <a:gd name="T13" fmla="*/ 9 h 69"/>
                <a:gd name="T14" fmla="*/ 30 w 74"/>
                <a:gd name="T1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69">
                  <a:moveTo>
                    <a:pt x="30" y="0"/>
                  </a:moveTo>
                  <a:cubicBezTo>
                    <a:pt x="14" y="0"/>
                    <a:pt x="9" y="2"/>
                    <a:pt x="7" y="4"/>
                  </a:cubicBezTo>
                  <a:cubicBezTo>
                    <a:pt x="4" y="5"/>
                    <a:pt x="2" y="17"/>
                    <a:pt x="0" y="27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2" y="57"/>
                    <a:pt x="71" y="43"/>
                    <a:pt x="68" y="38"/>
                  </a:cubicBezTo>
                  <a:cubicBezTo>
                    <a:pt x="66" y="35"/>
                    <a:pt x="61" y="28"/>
                    <a:pt x="45" y="9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0" name="i$ľíḋè"/>
            <p:cNvSpPr/>
            <p:nvPr/>
          </p:nvSpPr>
          <p:spPr bwMode="auto">
            <a:xfrm>
              <a:off x="6173788" y="3471863"/>
              <a:ext cx="53975" cy="161925"/>
            </a:xfrm>
            <a:custGeom>
              <a:avLst/>
              <a:gdLst>
                <a:gd name="T0" fmla="*/ 0 w 16"/>
                <a:gd name="T1" fmla="*/ 13 h 49"/>
                <a:gd name="T2" fmla="*/ 0 w 16"/>
                <a:gd name="T3" fmla="*/ 28 h 49"/>
                <a:gd name="T4" fmla="*/ 0 w 16"/>
                <a:gd name="T5" fmla="*/ 36 h 49"/>
                <a:gd name="T6" fmla="*/ 16 w 16"/>
                <a:gd name="T7" fmla="*/ 45 h 49"/>
                <a:gd name="T8" fmla="*/ 16 w 16"/>
                <a:gd name="T9" fmla="*/ 37 h 49"/>
                <a:gd name="T10" fmla="*/ 16 w 16"/>
                <a:gd name="T11" fmla="*/ 22 h 49"/>
                <a:gd name="T12" fmla="*/ 0 w 16"/>
                <a:gd name="T13" fmla="*/ 1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9">
                  <a:moveTo>
                    <a:pt x="0" y="13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45"/>
                    <a:pt x="12" y="49"/>
                    <a:pt x="16" y="45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9"/>
                    <a:pt x="0" y="0"/>
                    <a:pt x="0" y="13"/>
                  </a:cubicBezTo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1" name="îšḷiḍè"/>
            <p:cNvSpPr/>
            <p:nvPr/>
          </p:nvSpPr>
          <p:spPr bwMode="auto">
            <a:xfrm>
              <a:off x="6142038" y="3449638"/>
              <a:ext cx="19050" cy="42863"/>
            </a:xfrm>
            <a:custGeom>
              <a:avLst/>
              <a:gdLst>
                <a:gd name="T0" fmla="*/ 2 w 6"/>
                <a:gd name="T1" fmla="*/ 0 h 13"/>
                <a:gd name="T2" fmla="*/ 6 w 6"/>
                <a:gd name="T3" fmla="*/ 7 h 13"/>
                <a:gd name="T4" fmla="*/ 5 w 6"/>
                <a:gd name="T5" fmla="*/ 13 h 13"/>
                <a:gd name="T6" fmla="*/ 1 w 6"/>
                <a:gd name="T7" fmla="*/ 6 h 13"/>
                <a:gd name="T8" fmla="*/ 2 w 6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3">
                  <a:moveTo>
                    <a:pt x="2" y="0"/>
                  </a:moveTo>
                  <a:cubicBezTo>
                    <a:pt x="3" y="0"/>
                    <a:pt x="5" y="3"/>
                    <a:pt x="6" y="7"/>
                  </a:cubicBezTo>
                  <a:cubicBezTo>
                    <a:pt x="6" y="10"/>
                    <a:pt x="6" y="13"/>
                    <a:pt x="5" y="13"/>
                  </a:cubicBezTo>
                  <a:cubicBezTo>
                    <a:pt x="3" y="13"/>
                    <a:pt x="1" y="10"/>
                    <a:pt x="1" y="6"/>
                  </a:cubicBezTo>
                  <a:cubicBezTo>
                    <a:pt x="0" y="3"/>
                    <a:pt x="0" y="0"/>
                    <a:pt x="2" y="0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2" name="íSḷiďè"/>
            <p:cNvSpPr/>
            <p:nvPr/>
          </p:nvSpPr>
          <p:spPr bwMode="auto">
            <a:xfrm>
              <a:off x="6240463" y="3505201"/>
              <a:ext cx="22225" cy="42863"/>
            </a:xfrm>
            <a:custGeom>
              <a:avLst/>
              <a:gdLst>
                <a:gd name="T0" fmla="*/ 5 w 7"/>
                <a:gd name="T1" fmla="*/ 2 h 13"/>
                <a:gd name="T2" fmla="*/ 1 w 7"/>
                <a:gd name="T3" fmla="*/ 4 h 13"/>
                <a:gd name="T4" fmla="*/ 2 w 7"/>
                <a:gd name="T5" fmla="*/ 12 h 13"/>
                <a:gd name="T6" fmla="*/ 6 w 7"/>
                <a:gd name="T7" fmla="*/ 9 h 13"/>
                <a:gd name="T8" fmla="*/ 5 w 7"/>
                <a:gd name="T9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13">
                  <a:moveTo>
                    <a:pt x="5" y="2"/>
                  </a:moveTo>
                  <a:cubicBezTo>
                    <a:pt x="3" y="0"/>
                    <a:pt x="2" y="2"/>
                    <a:pt x="1" y="4"/>
                  </a:cubicBezTo>
                  <a:cubicBezTo>
                    <a:pt x="0" y="7"/>
                    <a:pt x="0" y="10"/>
                    <a:pt x="2" y="12"/>
                  </a:cubicBezTo>
                  <a:cubicBezTo>
                    <a:pt x="3" y="13"/>
                    <a:pt x="5" y="12"/>
                    <a:pt x="6" y="9"/>
                  </a:cubicBezTo>
                  <a:cubicBezTo>
                    <a:pt x="7" y="7"/>
                    <a:pt x="6" y="3"/>
                    <a:pt x="5" y="2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3" name="îš1îḋê"/>
            <p:cNvSpPr/>
            <p:nvPr/>
          </p:nvSpPr>
          <p:spPr bwMode="auto">
            <a:xfrm>
              <a:off x="6164263" y="3614738"/>
              <a:ext cx="69850" cy="131763"/>
            </a:xfrm>
            <a:custGeom>
              <a:avLst/>
              <a:gdLst>
                <a:gd name="T0" fmla="*/ 11 w 21"/>
                <a:gd name="T1" fmla="*/ 3 h 40"/>
                <a:gd name="T2" fmla="*/ 0 w 21"/>
                <a:gd name="T3" fmla="*/ 1 h 40"/>
                <a:gd name="T4" fmla="*/ 4 w 21"/>
                <a:gd name="T5" fmla="*/ 32 h 40"/>
                <a:gd name="T6" fmla="*/ 19 w 21"/>
                <a:gd name="T7" fmla="*/ 40 h 40"/>
                <a:gd name="T8" fmla="*/ 21 w 21"/>
                <a:gd name="T9" fmla="*/ 13 h 40"/>
                <a:gd name="T10" fmla="*/ 11 w 21"/>
                <a:gd name="T11" fmla="*/ 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40">
                  <a:moveTo>
                    <a:pt x="11" y="3"/>
                  </a:moveTo>
                  <a:cubicBezTo>
                    <a:pt x="11" y="3"/>
                    <a:pt x="0" y="0"/>
                    <a:pt x="0" y="1"/>
                  </a:cubicBezTo>
                  <a:cubicBezTo>
                    <a:pt x="0" y="1"/>
                    <a:pt x="4" y="32"/>
                    <a:pt x="4" y="32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11" y="3"/>
                    <a:pt x="11" y="3"/>
                    <a:pt x="1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4" name="î$líďè"/>
            <p:cNvSpPr/>
            <p:nvPr/>
          </p:nvSpPr>
          <p:spPr bwMode="auto">
            <a:xfrm>
              <a:off x="6191250" y="3624263"/>
              <a:ext cx="22225" cy="28575"/>
            </a:xfrm>
            <a:custGeom>
              <a:avLst/>
              <a:gdLst>
                <a:gd name="T0" fmla="*/ 0 w 7"/>
                <a:gd name="T1" fmla="*/ 2 h 9"/>
                <a:gd name="T2" fmla="*/ 2 w 7"/>
                <a:gd name="T3" fmla="*/ 7 h 9"/>
                <a:gd name="T4" fmla="*/ 5 w 7"/>
                <a:gd name="T5" fmla="*/ 9 h 9"/>
                <a:gd name="T6" fmla="*/ 7 w 7"/>
                <a:gd name="T7" fmla="*/ 6 h 9"/>
                <a:gd name="T8" fmla="*/ 3 w 7"/>
                <a:gd name="T9" fmla="*/ 0 h 9"/>
                <a:gd name="T10" fmla="*/ 0 w 7"/>
                <a:gd name="T11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9">
                  <a:moveTo>
                    <a:pt x="0" y="2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3" y="8"/>
                    <a:pt x="4" y="8"/>
                    <a:pt x="5" y="9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838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5" name="îŝļíḑê"/>
            <p:cNvSpPr/>
            <p:nvPr/>
          </p:nvSpPr>
          <p:spPr bwMode="auto">
            <a:xfrm>
              <a:off x="6188075" y="3646488"/>
              <a:ext cx="25400" cy="92075"/>
            </a:xfrm>
            <a:custGeom>
              <a:avLst/>
              <a:gdLst>
                <a:gd name="T0" fmla="*/ 6 w 16"/>
                <a:gd name="T1" fmla="*/ 0 h 58"/>
                <a:gd name="T2" fmla="*/ 0 w 16"/>
                <a:gd name="T3" fmla="*/ 48 h 58"/>
                <a:gd name="T4" fmla="*/ 16 w 16"/>
                <a:gd name="T5" fmla="*/ 58 h 58"/>
                <a:gd name="T6" fmla="*/ 12 w 16"/>
                <a:gd name="T7" fmla="*/ 4 h 58"/>
                <a:gd name="T8" fmla="*/ 6 w 16"/>
                <a:gd name="T9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58">
                  <a:moveTo>
                    <a:pt x="6" y="0"/>
                  </a:moveTo>
                  <a:lnTo>
                    <a:pt x="0" y="48"/>
                  </a:lnTo>
                  <a:lnTo>
                    <a:pt x="16" y="58"/>
                  </a:lnTo>
                  <a:lnTo>
                    <a:pt x="12" y="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838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6" name="iSḻïḑê"/>
            <p:cNvSpPr/>
            <p:nvPr/>
          </p:nvSpPr>
          <p:spPr bwMode="auto">
            <a:xfrm>
              <a:off x="6188075" y="3646488"/>
              <a:ext cx="25400" cy="92075"/>
            </a:xfrm>
            <a:custGeom>
              <a:avLst/>
              <a:gdLst>
                <a:gd name="T0" fmla="*/ 6 w 16"/>
                <a:gd name="T1" fmla="*/ 0 h 58"/>
                <a:gd name="T2" fmla="*/ 0 w 16"/>
                <a:gd name="T3" fmla="*/ 48 h 58"/>
                <a:gd name="T4" fmla="*/ 16 w 16"/>
                <a:gd name="T5" fmla="*/ 58 h 58"/>
                <a:gd name="T6" fmla="*/ 12 w 16"/>
                <a:gd name="T7" fmla="*/ 4 h 58"/>
                <a:gd name="T8" fmla="*/ 6 w 16"/>
                <a:gd name="T9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58">
                  <a:moveTo>
                    <a:pt x="6" y="0"/>
                  </a:moveTo>
                  <a:lnTo>
                    <a:pt x="0" y="48"/>
                  </a:lnTo>
                  <a:lnTo>
                    <a:pt x="16" y="58"/>
                  </a:lnTo>
                  <a:lnTo>
                    <a:pt x="12" y="4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7" name="iš1ïḍè"/>
            <p:cNvSpPr/>
            <p:nvPr/>
          </p:nvSpPr>
          <p:spPr bwMode="auto">
            <a:xfrm>
              <a:off x="6173788" y="3563938"/>
              <a:ext cx="26988" cy="76200"/>
            </a:xfrm>
            <a:custGeom>
              <a:avLst/>
              <a:gdLst>
                <a:gd name="T0" fmla="*/ 0 w 17"/>
                <a:gd name="T1" fmla="*/ 0 h 48"/>
                <a:gd name="T2" fmla="*/ 0 w 17"/>
                <a:gd name="T3" fmla="*/ 7 h 48"/>
                <a:gd name="T4" fmla="*/ 4 w 17"/>
                <a:gd name="T5" fmla="*/ 48 h 48"/>
                <a:gd name="T6" fmla="*/ 17 w 17"/>
                <a:gd name="T7" fmla="*/ 38 h 48"/>
                <a:gd name="T8" fmla="*/ 0 w 17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48">
                  <a:moveTo>
                    <a:pt x="0" y="0"/>
                  </a:moveTo>
                  <a:lnTo>
                    <a:pt x="0" y="7"/>
                  </a:lnTo>
                  <a:lnTo>
                    <a:pt x="4" y="48"/>
                  </a:lnTo>
                  <a:lnTo>
                    <a:pt x="17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8" name="íṣ1îďé"/>
            <p:cNvSpPr/>
            <p:nvPr/>
          </p:nvSpPr>
          <p:spPr bwMode="auto">
            <a:xfrm>
              <a:off x="6173788" y="3563938"/>
              <a:ext cx="26988" cy="76200"/>
            </a:xfrm>
            <a:custGeom>
              <a:avLst/>
              <a:gdLst>
                <a:gd name="T0" fmla="*/ 0 w 17"/>
                <a:gd name="T1" fmla="*/ 0 h 48"/>
                <a:gd name="T2" fmla="*/ 0 w 17"/>
                <a:gd name="T3" fmla="*/ 7 h 48"/>
                <a:gd name="T4" fmla="*/ 4 w 17"/>
                <a:gd name="T5" fmla="*/ 48 h 48"/>
                <a:gd name="T6" fmla="*/ 17 w 17"/>
                <a:gd name="T7" fmla="*/ 38 h 48"/>
                <a:gd name="T8" fmla="*/ 0 w 17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48">
                  <a:moveTo>
                    <a:pt x="0" y="0"/>
                  </a:moveTo>
                  <a:lnTo>
                    <a:pt x="0" y="7"/>
                  </a:lnTo>
                  <a:lnTo>
                    <a:pt x="4" y="48"/>
                  </a:lnTo>
                  <a:lnTo>
                    <a:pt x="17" y="3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9" name="ïṥḻîďe"/>
            <p:cNvSpPr/>
            <p:nvPr/>
          </p:nvSpPr>
          <p:spPr bwMode="auto">
            <a:xfrm>
              <a:off x="6173788" y="3551238"/>
              <a:ext cx="53975" cy="39688"/>
            </a:xfrm>
            <a:custGeom>
              <a:avLst/>
              <a:gdLst>
                <a:gd name="T0" fmla="*/ 0 w 16"/>
                <a:gd name="T1" fmla="*/ 0 h 12"/>
                <a:gd name="T2" fmla="*/ 0 w 16"/>
                <a:gd name="T3" fmla="*/ 1 h 12"/>
                <a:gd name="T4" fmla="*/ 8 w 16"/>
                <a:gd name="T5" fmla="*/ 12 h 12"/>
                <a:gd name="T6" fmla="*/ 11 w 16"/>
                <a:gd name="T7" fmla="*/ 12 h 12"/>
                <a:gd name="T8" fmla="*/ 16 w 16"/>
                <a:gd name="T9" fmla="*/ 10 h 12"/>
                <a:gd name="T10" fmla="*/ 16 w 16"/>
                <a:gd name="T11" fmla="*/ 9 h 12"/>
                <a:gd name="T12" fmla="*/ 11 w 16"/>
                <a:gd name="T13" fmla="*/ 10 h 12"/>
                <a:gd name="T14" fmla="*/ 8 w 16"/>
                <a:gd name="T15" fmla="*/ 9 h 12"/>
                <a:gd name="T16" fmla="*/ 0 w 16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2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4" y="9"/>
                    <a:pt x="8" y="12"/>
                  </a:cubicBezTo>
                  <a:cubicBezTo>
                    <a:pt x="9" y="12"/>
                    <a:pt x="10" y="12"/>
                    <a:pt x="11" y="12"/>
                  </a:cubicBezTo>
                  <a:cubicBezTo>
                    <a:pt x="14" y="12"/>
                    <a:pt x="16" y="10"/>
                    <a:pt x="16" y="1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5" y="10"/>
                    <a:pt x="13" y="10"/>
                    <a:pt x="11" y="10"/>
                  </a:cubicBezTo>
                  <a:cubicBezTo>
                    <a:pt x="10" y="10"/>
                    <a:pt x="9" y="10"/>
                    <a:pt x="8" y="9"/>
                  </a:cubicBezTo>
                  <a:cubicBezTo>
                    <a:pt x="6" y="8"/>
                    <a:pt x="3" y="4"/>
                    <a:pt x="0" y="0"/>
                  </a:cubicBezTo>
                </a:path>
              </a:pathLst>
            </a:custGeom>
            <a:solidFill>
              <a:srgbClr val="CC96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0" name="iṩḻíḋê"/>
            <p:cNvSpPr/>
            <p:nvPr/>
          </p:nvSpPr>
          <p:spPr bwMode="auto">
            <a:xfrm>
              <a:off x="6121400" y="3343276"/>
              <a:ext cx="161925" cy="247650"/>
            </a:xfrm>
            <a:custGeom>
              <a:avLst/>
              <a:gdLst>
                <a:gd name="T0" fmla="*/ 24 w 49"/>
                <a:gd name="T1" fmla="*/ 14 h 75"/>
                <a:gd name="T2" fmla="*/ 11 w 49"/>
                <a:gd name="T3" fmla="*/ 53 h 75"/>
                <a:gd name="T4" fmla="*/ 24 w 49"/>
                <a:gd name="T5" fmla="*/ 72 h 75"/>
                <a:gd name="T6" fmla="*/ 38 w 49"/>
                <a:gd name="T7" fmla="*/ 68 h 75"/>
                <a:gd name="T8" fmla="*/ 24 w 49"/>
                <a:gd name="T9" fmla="*/ 14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75">
                  <a:moveTo>
                    <a:pt x="24" y="14"/>
                  </a:moveTo>
                  <a:cubicBezTo>
                    <a:pt x="0" y="0"/>
                    <a:pt x="9" y="49"/>
                    <a:pt x="11" y="53"/>
                  </a:cubicBezTo>
                  <a:cubicBezTo>
                    <a:pt x="13" y="58"/>
                    <a:pt x="20" y="70"/>
                    <a:pt x="24" y="72"/>
                  </a:cubicBezTo>
                  <a:cubicBezTo>
                    <a:pt x="28" y="75"/>
                    <a:pt x="36" y="71"/>
                    <a:pt x="38" y="68"/>
                  </a:cubicBezTo>
                  <a:cubicBezTo>
                    <a:pt x="39" y="66"/>
                    <a:pt x="49" y="28"/>
                    <a:pt x="24" y="14"/>
                  </a:cubicBezTo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1" name="îşľïdê"/>
            <p:cNvSpPr/>
            <p:nvPr/>
          </p:nvSpPr>
          <p:spPr bwMode="auto">
            <a:xfrm>
              <a:off x="6142038" y="3363913"/>
              <a:ext cx="125413" cy="177800"/>
            </a:xfrm>
            <a:custGeom>
              <a:avLst/>
              <a:gdLst>
                <a:gd name="T0" fmla="*/ 29 w 38"/>
                <a:gd name="T1" fmla="*/ 16 h 54"/>
                <a:gd name="T2" fmla="*/ 4 w 38"/>
                <a:gd name="T3" fmla="*/ 5 h 54"/>
                <a:gd name="T4" fmla="*/ 2 w 38"/>
                <a:gd name="T5" fmla="*/ 36 h 54"/>
                <a:gd name="T6" fmla="*/ 2 w 38"/>
                <a:gd name="T7" fmla="*/ 36 h 54"/>
                <a:gd name="T8" fmla="*/ 2 w 38"/>
                <a:gd name="T9" fmla="*/ 36 h 54"/>
                <a:gd name="T10" fmla="*/ 3 w 38"/>
                <a:gd name="T11" fmla="*/ 37 h 54"/>
                <a:gd name="T12" fmla="*/ 3 w 38"/>
                <a:gd name="T13" fmla="*/ 37 h 54"/>
                <a:gd name="T14" fmla="*/ 3 w 38"/>
                <a:gd name="T15" fmla="*/ 37 h 54"/>
                <a:gd name="T16" fmla="*/ 3 w 38"/>
                <a:gd name="T17" fmla="*/ 34 h 54"/>
                <a:gd name="T18" fmla="*/ 3 w 38"/>
                <a:gd name="T19" fmla="*/ 30 h 54"/>
                <a:gd name="T20" fmla="*/ 7 w 38"/>
                <a:gd name="T21" fmla="*/ 17 h 54"/>
                <a:gd name="T22" fmla="*/ 8 w 38"/>
                <a:gd name="T23" fmla="*/ 16 h 54"/>
                <a:gd name="T24" fmla="*/ 9 w 38"/>
                <a:gd name="T25" fmla="*/ 15 h 54"/>
                <a:gd name="T26" fmla="*/ 9 w 38"/>
                <a:gd name="T27" fmla="*/ 15 h 54"/>
                <a:gd name="T28" fmla="*/ 23 w 38"/>
                <a:gd name="T29" fmla="*/ 25 h 54"/>
                <a:gd name="T30" fmla="*/ 28 w 38"/>
                <a:gd name="T31" fmla="*/ 30 h 54"/>
                <a:gd name="T32" fmla="*/ 29 w 38"/>
                <a:gd name="T33" fmla="*/ 29 h 54"/>
                <a:gd name="T34" fmla="*/ 34 w 38"/>
                <a:gd name="T35" fmla="*/ 48 h 54"/>
                <a:gd name="T36" fmla="*/ 33 w 38"/>
                <a:gd name="T37" fmla="*/ 51 h 54"/>
                <a:gd name="T38" fmla="*/ 33 w 38"/>
                <a:gd name="T39" fmla="*/ 54 h 54"/>
                <a:gd name="T40" fmla="*/ 33 w 38"/>
                <a:gd name="T41" fmla="*/ 54 h 54"/>
                <a:gd name="T42" fmla="*/ 34 w 38"/>
                <a:gd name="T43" fmla="*/ 54 h 54"/>
                <a:gd name="T44" fmla="*/ 34 w 38"/>
                <a:gd name="T45" fmla="*/ 54 h 54"/>
                <a:gd name="T46" fmla="*/ 34 w 38"/>
                <a:gd name="T47" fmla="*/ 53 h 54"/>
                <a:gd name="T48" fmla="*/ 34 w 38"/>
                <a:gd name="T49" fmla="*/ 52 h 54"/>
                <a:gd name="T50" fmla="*/ 29 w 38"/>
                <a:gd name="T51" fmla="*/ 16 h 54"/>
                <a:gd name="T52" fmla="*/ 17 w 38"/>
                <a:gd name="T53" fmla="*/ 17 h 54"/>
                <a:gd name="T54" fmla="*/ 16 w 38"/>
                <a:gd name="T55" fmla="*/ 16 h 54"/>
                <a:gd name="T56" fmla="*/ 17 w 38"/>
                <a:gd name="T57" fmla="*/ 1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8" h="54">
                  <a:moveTo>
                    <a:pt x="29" y="16"/>
                  </a:moveTo>
                  <a:cubicBezTo>
                    <a:pt x="21" y="2"/>
                    <a:pt x="8" y="0"/>
                    <a:pt x="4" y="5"/>
                  </a:cubicBezTo>
                  <a:cubicBezTo>
                    <a:pt x="0" y="11"/>
                    <a:pt x="1" y="25"/>
                    <a:pt x="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6"/>
                    <a:pt x="3" y="34"/>
                    <a:pt x="3" y="34"/>
                  </a:cubicBezTo>
                  <a:cubicBezTo>
                    <a:pt x="3" y="33"/>
                    <a:pt x="3" y="31"/>
                    <a:pt x="3" y="30"/>
                  </a:cubicBezTo>
                  <a:cubicBezTo>
                    <a:pt x="3" y="24"/>
                    <a:pt x="6" y="24"/>
                    <a:pt x="7" y="17"/>
                  </a:cubicBezTo>
                  <a:cubicBezTo>
                    <a:pt x="7" y="17"/>
                    <a:pt x="7" y="16"/>
                    <a:pt x="8" y="16"/>
                  </a:cubicBezTo>
                  <a:cubicBezTo>
                    <a:pt x="8" y="16"/>
                    <a:pt x="8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4" y="15"/>
                    <a:pt x="18" y="20"/>
                    <a:pt x="23" y="25"/>
                  </a:cubicBezTo>
                  <a:cubicBezTo>
                    <a:pt x="24" y="27"/>
                    <a:pt x="26" y="29"/>
                    <a:pt x="28" y="30"/>
                  </a:cubicBezTo>
                  <a:cubicBezTo>
                    <a:pt x="28" y="30"/>
                    <a:pt x="29" y="30"/>
                    <a:pt x="29" y="29"/>
                  </a:cubicBezTo>
                  <a:cubicBezTo>
                    <a:pt x="31" y="38"/>
                    <a:pt x="33" y="42"/>
                    <a:pt x="34" y="48"/>
                  </a:cubicBezTo>
                  <a:cubicBezTo>
                    <a:pt x="34" y="49"/>
                    <a:pt x="33" y="50"/>
                    <a:pt x="33" y="51"/>
                  </a:cubicBezTo>
                  <a:cubicBezTo>
                    <a:pt x="33" y="51"/>
                    <a:pt x="33" y="53"/>
                    <a:pt x="33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3"/>
                    <a:pt x="34" y="53"/>
                  </a:cubicBezTo>
                  <a:cubicBezTo>
                    <a:pt x="34" y="53"/>
                    <a:pt x="34" y="52"/>
                    <a:pt x="34" y="52"/>
                  </a:cubicBezTo>
                  <a:cubicBezTo>
                    <a:pt x="36" y="46"/>
                    <a:pt x="38" y="23"/>
                    <a:pt x="29" y="16"/>
                  </a:cubicBezTo>
                  <a:close/>
                  <a:moveTo>
                    <a:pt x="17" y="17"/>
                  </a:moveTo>
                  <a:cubicBezTo>
                    <a:pt x="16" y="16"/>
                    <a:pt x="16" y="16"/>
                    <a:pt x="16" y="16"/>
                  </a:cubicBezTo>
                  <a:cubicBezTo>
                    <a:pt x="17" y="17"/>
                    <a:pt x="17" y="17"/>
                    <a:pt x="17" y="17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2" name="íŝlíḍè"/>
            <p:cNvSpPr/>
            <p:nvPr/>
          </p:nvSpPr>
          <p:spPr bwMode="auto">
            <a:xfrm>
              <a:off x="6200775" y="3594101"/>
              <a:ext cx="30163" cy="69850"/>
            </a:xfrm>
            <a:custGeom>
              <a:avLst/>
              <a:gdLst>
                <a:gd name="T0" fmla="*/ 17 w 19"/>
                <a:gd name="T1" fmla="*/ 0 h 44"/>
                <a:gd name="T2" fmla="*/ 19 w 19"/>
                <a:gd name="T3" fmla="*/ 8 h 44"/>
                <a:gd name="T4" fmla="*/ 14 w 19"/>
                <a:gd name="T5" fmla="*/ 44 h 44"/>
                <a:gd name="T6" fmla="*/ 0 w 19"/>
                <a:gd name="T7" fmla="*/ 19 h 44"/>
                <a:gd name="T8" fmla="*/ 17 w 19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4">
                  <a:moveTo>
                    <a:pt x="17" y="0"/>
                  </a:moveTo>
                  <a:lnTo>
                    <a:pt x="19" y="8"/>
                  </a:lnTo>
                  <a:lnTo>
                    <a:pt x="14" y="44"/>
                  </a:lnTo>
                  <a:lnTo>
                    <a:pt x="0" y="19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3" name="ïṧḷïḓè"/>
            <p:cNvSpPr/>
            <p:nvPr/>
          </p:nvSpPr>
          <p:spPr bwMode="auto">
            <a:xfrm>
              <a:off x="6200775" y="3594101"/>
              <a:ext cx="30163" cy="69850"/>
            </a:xfrm>
            <a:custGeom>
              <a:avLst/>
              <a:gdLst>
                <a:gd name="T0" fmla="*/ 17 w 19"/>
                <a:gd name="T1" fmla="*/ 0 h 44"/>
                <a:gd name="T2" fmla="*/ 19 w 19"/>
                <a:gd name="T3" fmla="*/ 8 h 44"/>
                <a:gd name="T4" fmla="*/ 14 w 19"/>
                <a:gd name="T5" fmla="*/ 44 h 44"/>
                <a:gd name="T6" fmla="*/ 0 w 19"/>
                <a:gd name="T7" fmla="*/ 19 h 44"/>
                <a:gd name="T8" fmla="*/ 17 w 19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4">
                  <a:moveTo>
                    <a:pt x="17" y="0"/>
                  </a:moveTo>
                  <a:lnTo>
                    <a:pt x="19" y="8"/>
                  </a:lnTo>
                  <a:lnTo>
                    <a:pt x="14" y="44"/>
                  </a:lnTo>
                  <a:lnTo>
                    <a:pt x="0" y="19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4" name="isḷïḍê"/>
            <p:cNvSpPr/>
            <p:nvPr/>
          </p:nvSpPr>
          <p:spPr bwMode="auto">
            <a:xfrm>
              <a:off x="6173788" y="3563938"/>
              <a:ext cx="53975" cy="60325"/>
            </a:xfrm>
            <a:custGeom>
              <a:avLst/>
              <a:gdLst>
                <a:gd name="T0" fmla="*/ 0 w 34"/>
                <a:gd name="T1" fmla="*/ 0 h 38"/>
                <a:gd name="T2" fmla="*/ 0 w 34"/>
                <a:gd name="T3" fmla="*/ 0 h 38"/>
                <a:gd name="T4" fmla="*/ 17 w 34"/>
                <a:gd name="T5" fmla="*/ 38 h 38"/>
                <a:gd name="T6" fmla="*/ 34 w 34"/>
                <a:gd name="T7" fmla="*/ 19 h 38"/>
                <a:gd name="T8" fmla="*/ 34 w 34"/>
                <a:gd name="T9" fmla="*/ 19 h 38"/>
                <a:gd name="T10" fmla="*/ 17 w 34"/>
                <a:gd name="T11" fmla="*/ 36 h 38"/>
                <a:gd name="T12" fmla="*/ 0 w 34"/>
                <a:gd name="T1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lnTo>
                    <a:pt x="0" y="0"/>
                  </a:lnTo>
                  <a:lnTo>
                    <a:pt x="17" y="38"/>
                  </a:lnTo>
                  <a:lnTo>
                    <a:pt x="34" y="19"/>
                  </a:lnTo>
                  <a:lnTo>
                    <a:pt x="34" y="19"/>
                  </a:lnTo>
                  <a:lnTo>
                    <a:pt x="17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B1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5" name="ïṥlïḑe"/>
            <p:cNvSpPr/>
            <p:nvPr/>
          </p:nvSpPr>
          <p:spPr bwMode="auto">
            <a:xfrm>
              <a:off x="6173788" y="3563938"/>
              <a:ext cx="53975" cy="60325"/>
            </a:xfrm>
            <a:custGeom>
              <a:avLst/>
              <a:gdLst>
                <a:gd name="T0" fmla="*/ 0 w 34"/>
                <a:gd name="T1" fmla="*/ 0 h 38"/>
                <a:gd name="T2" fmla="*/ 0 w 34"/>
                <a:gd name="T3" fmla="*/ 0 h 38"/>
                <a:gd name="T4" fmla="*/ 17 w 34"/>
                <a:gd name="T5" fmla="*/ 38 h 38"/>
                <a:gd name="T6" fmla="*/ 34 w 34"/>
                <a:gd name="T7" fmla="*/ 19 h 38"/>
                <a:gd name="T8" fmla="*/ 34 w 34"/>
                <a:gd name="T9" fmla="*/ 19 h 38"/>
                <a:gd name="T10" fmla="*/ 17 w 34"/>
                <a:gd name="T11" fmla="*/ 36 h 38"/>
                <a:gd name="T12" fmla="*/ 0 w 34"/>
                <a:gd name="T1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lnTo>
                    <a:pt x="0" y="0"/>
                  </a:lnTo>
                  <a:lnTo>
                    <a:pt x="17" y="38"/>
                  </a:lnTo>
                  <a:lnTo>
                    <a:pt x="34" y="19"/>
                  </a:lnTo>
                  <a:lnTo>
                    <a:pt x="34" y="19"/>
                  </a:lnTo>
                  <a:lnTo>
                    <a:pt x="17" y="3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6" name="ïṣļíḋè"/>
            <p:cNvSpPr/>
            <p:nvPr/>
          </p:nvSpPr>
          <p:spPr bwMode="auto">
            <a:xfrm>
              <a:off x="6197600" y="3646488"/>
              <a:ext cx="9525" cy="6350"/>
            </a:xfrm>
            <a:custGeom>
              <a:avLst/>
              <a:gdLst>
                <a:gd name="T0" fmla="*/ 6 w 6"/>
                <a:gd name="T1" fmla="*/ 4 h 4"/>
                <a:gd name="T2" fmla="*/ 6 w 6"/>
                <a:gd name="T3" fmla="*/ 4 h 4"/>
                <a:gd name="T4" fmla="*/ 6 w 6"/>
                <a:gd name="T5" fmla="*/ 4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  <a:gd name="T12" fmla="*/ 0 w 6"/>
                <a:gd name="T13" fmla="*/ 0 h 4"/>
                <a:gd name="T14" fmla="*/ 0 w 6"/>
                <a:gd name="T15" fmla="*/ 0 h 4"/>
                <a:gd name="T16" fmla="*/ 0 w 6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4">
                  <a:moveTo>
                    <a:pt x="6" y="4"/>
                  </a:move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7" name="ïṣļíḋe"/>
            <p:cNvSpPr/>
            <p:nvPr/>
          </p:nvSpPr>
          <p:spPr bwMode="auto">
            <a:xfrm>
              <a:off x="6197600" y="3646488"/>
              <a:ext cx="9525" cy="6350"/>
            </a:xfrm>
            <a:custGeom>
              <a:avLst/>
              <a:gdLst>
                <a:gd name="T0" fmla="*/ 6 w 6"/>
                <a:gd name="T1" fmla="*/ 4 h 4"/>
                <a:gd name="T2" fmla="*/ 6 w 6"/>
                <a:gd name="T3" fmla="*/ 4 h 4"/>
                <a:gd name="T4" fmla="*/ 6 w 6"/>
                <a:gd name="T5" fmla="*/ 4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  <a:gd name="T12" fmla="*/ 0 w 6"/>
                <a:gd name="T13" fmla="*/ 0 h 4"/>
                <a:gd name="T14" fmla="*/ 0 w 6"/>
                <a:gd name="T15" fmla="*/ 0 h 4"/>
                <a:gd name="T16" fmla="*/ 0 w 6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4">
                  <a:moveTo>
                    <a:pt x="6" y="4"/>
                  </a:move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8" name="íṣ1íḓe"/>
            <p:cNvSpPr/>
            <p:nvPr/>
          </p:nvSpPr>
          <p:spPr bwMode="auto">
            <a:xfrm>
              <a:off x="6197600" y="3646488"/>
              <a:ext cx="9525" cy="6350"/>
            </a:xfrm>
            <a:custGeom>
              <a:avLst/>
              <a:gdLst>
                <a:gd name="T0" fmla="*/ 0 w 6"/>
                <a:gd name="T1" fmla="*/ 0 h 4"/>
                <a:gd name="T2" fmla="*/ 0 w 6"/>
                <a:gd name="T3" fmla="*/ 0 h 4"/>
                <a:gd name="T4" fmla="*/ 0 w 6"/>
                <a:gd name="T5" fmla="*/ 0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9" name="í$ḷîḍe"/>
            <p:cNvSpPr/>
            <p:nvPr/>
          </p:nvSpPr>
          <p:spPr bwMode="auto">
            <a:xfrm>
              <a:off x="6197600" y="3646488"/>
              <a:ext cx="9525" cy="6350"/>
            </a:xfrm>
            <a:custGeom>
              <a:avLst/>
              <a:gdLst>
                <a:gd name="T0" fmla="*/ 0 w 6"/>
                <a:gd name="T1" fmla="*/ 0 h 4"/>
                <a:gd name="T2" fmla="*/ 0 w 6"/>
                <a:gd name="T3" fmla="*/ 0 h 4"/>
                <a:gd name="T4" fmla="*/ 0 w 6"/>
                <a:gd name="T5" fmla="*/ 0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0" name="ïṣľîďè"/>
            <p:cNvSpPr/>
            <p:nvPr/>
          </p:nvSpPr>
          <p:spPr bwMode="auto">
            <a:xfrm>
              <a:off x="6151563" y="3486151"/>
              <a:ext cx="104775" cy="107950"/>
            </a:xfrm>
            <a:custGeom>
              <a:avLst/>
              <a:gdLst>
                <a:gd name="T0" fmla="*/ 7 w 32"/>
                <a:gd name="T1" fmla="*/ 11 h 33"/>
                <a:gd name="T2" fmla="*/ 15 w 32"/>
                <a:gd name="T3" fmla="*/ 8 h 33"/>
                <a:gd name="T4" fmla="*/ 20 w 32"/>
                <a:gd name="T5" fmla="*/ 12 h 33"/>
                <a:gd name="T6" fmla="*/ 23 w 32"/>
                <a:gd name="T7" fmla="*/ 18 h 33"/>
                <a:gd name="T8" fmla="*/ 31 w 32"/>
                <a:gd name="T9" fmla="*/ 11 h 33"/>
                <a:gd name="T10" fmla="*/ 32 w 32"/>
                <a:gd name="T11" fmla="*/ 10 h 33"/>
                <a:gd name="T12" fmla="*/ 29 w 32"/>
                <a:gd name="T13" fmla="*/ 26 h 33"/>
                <a:gd name="T14" fmla="*/ 16 w 32"/>
                <a:gd name="T15" fmla="*/ 31 h 33"/>
                <a:gd name="T16" fmla="*/ 1 w 32"/>
                <a:gd name="T17" fmla="*/ 10 h 33"/>
                <a:gd name="T18" fmla="*/ 0 w 32"/>
                <a:gd name="T19" fmla="*/ 0 h 33"/>
                <a:gd name="T20" fmla="*/ 7 w 32"/>
                <a:gd name="T21" fmla="*/ 12 h 33"/>
                <a:gd name="T22" fmla="*/ 7 w 32"/>
                <a:gd name="T23" fmla="*/ 1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" h="33">
                  <a:moveTo>
                    <a:pt x="7" y="11"/>
                  </a:moveTo>
                  <a:cubicBezTo>
                    <a:pt x="9" y="8"/>
                    <a:pt x="13" y="7"/>
                    <a:pt x="15" y="8"/>
                  </a:cubicBezTo>
                  <a:cubicBezTo>
                    <a:pt x="17" y="10"/>
                    <a:pt x="20" y="11"/>
                    <a:pt x="20" y="12"/>
                  </a:cubicBezTo>
                  <a:cubicBezTo>
                    <a:pt x="22" y="14"/>
                    <a:pt x="23" y="18"/>
                    <a:pt x="23" y="18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3" y="33"/>
                    <a:pt x="16" y="31"/>
                  </a:cubicBezTo>
                  <a:cubicBezTo>
                    <a:pt x="9" y="30"/>
                    <a:pt x="1" y="10"/>
                    <a:pt x="1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12"/>
                    <a:pt x="7" y="12"/>
                    <a:pt x="7" y="12"/>
                  </a:cubicBezTo>
                  <a:lnTo>
                    <a:pt x="7" y="11"/>
                  </a:ln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1" name="îṥ1iḍê"/>
            <p:cNvSpPr/>
            <p:nvPr/>
          </p:nvSpPr>
          <p:spPr bwMode="auto">
            <a:xfrm>
              <a:off x="7504113" y="4432301"/>
              <a:ext cx="244475" cy="227013"/>
            </a:xfrm>
            <a:custGeom>
              <a:avLst/>
              <a:gdLst>
                <a:gd name="T0" fmla="*/ 30 w 74"/>
                <a:gd name="T1" fmla="*/ 0 h 69"/>
                <a:gd name="T2" fmla="*/ 7 w 74"/>
                <a:gd name="T3" fmla="*/ 3 h 69"/>
                <a:gd name="T4" fmla="*/ 0 w 74"/>
                <a:gd name="T5" fmla="*/ 27 h 69"/>
                <a:gd name="T6" fmla="*/ 37 w 74"/>
                <a:gd name="T7" fmla="*/ 48 h 69"/>
                <a:gd name="T8" fmla="*/ 74 w 74"/>
                <a:gd name="T9" fmla="*/ 69 h 69"/>
                <a:gd name="T10" fmla="*/ 68 w 74"/>
                <a:gd name="T11" fmla="*/ 38 h 69"/>
                <a:gd name="T12" fmla="*/ 45 w 74"/>
                <a:gd name="T13" fmla="*/ 9 h 69"/>
                <a:gd name="T14" fmla="*/ 30 w 74"/>
                <a:gd name="T1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69">
                  <a:moveTo>
                    <a:pt x="30" y="0"/>
                  </a:moveTo>
                  <a:cubicBezTo>
                    <a:pt x="13" y="0"/>
                    <a:pt x="9" y="2"/>
                    <a:pt x="7" y="3"/>
                  </a:cubicBezTo>
                  <a:cubicBezTo>
                    <a:pt x="4" y="5"/>
                    <a:pt x="2" y="17"/>
                    <a:pt x="0" y="27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2" y="57"/>
                    <a:pt x="71" y="43"/>
                    <a:pt x="68" y="38"/>
                  </a:cubicBezTo>
                  <a:cubicBezTo>
                    <a:pt x="66" y="35"/>
                    <a:pt x="61" y="27"/>
                    <a:pt x="45" y="9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F5DC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2" name="ïṩļíde"/>
            <p:cNvSpPr/>
            <p:nvPr/>
          </p:nvSpPr>
          <p:spPr bwMode="auto">
            <a:xfrm>
              <a:off x="7504113" y="4432301"/>
              <a:ext cx="244475" cy="227013"/>
            </a:xfrm>
            <a:custGeom>
              <a:avLst/>
              <a:gdLst>
                <a:gd name="T0" fmla="*/ 30 w 74"/>
                <a:gd name="T1" fmla="*/ 0 h 69"/>
                <a:gd name="T2" fmla="*/ 7 w 74"/>
                <a:gd name="T3" fmla="*/ 3 h 69"/>
                <a:gd name="T4" fmla="*/ 0 w 74"/>
                <a:gd name="T5" fmla="*/ 27 h 69"/>
                <a:gd name="T6" fmla="*/ 37 w 74"/>
                <a:gd name="T7" fmla="*/ 48 h 69"/>
                <a:gd name="T8" fmla="*/ 74 w 74"/>
                <a:gd name="T9" fmla="*/ 69 h 69"/>
                <a:gd name="T10" fmla="*/ 68 w 74"/>
                <a:gd name="T11" fmla="*/ 38 h 69"/>
                <a:gd name="T12" fmla="*/ 45 w 74"/>
                <a:gd name="T13" fmla="*/ 9 h 69"/>
                <a:gd name="T14" fmla="*/ 30 w 74"/>
                <a:gd name="T1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69">
                  <a:moveTo>
                    <a:pt x="30" y="0"/>
                  </a:moveTo>
                  <a:cubicBezTo>
                    <a:pt x="13" y="0"/>
                    <a:pt x="9" y="2"/>
                    <a:pt x="7" y="3"/>
                  </a:cubicBezTo>
                  <a:cubicBezTo>
                    <a:pt x="4" y="5"/>
                    <a:pt x="2" y="17"/>
                    <a:pt x="0" y="27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2" y="57"/>
                    <a:pt x="71" y="43"/>
                    <a:pt x="68" y="38"/>
                  </a:cubicBezTo>
                  <a:cubicBezTo>
                    <a:pt x="66" y="35"/>
                    <a:pt x="61" y="27"/>
                    <a:pt x="45" y="9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3" name="ïṧḻîḑê"/>
            <p:cNvSpPr/>
            <p:nvPr/>
          </p:nvSpPr>
          <p:spPr bwMode="auto">
            <a:xfrm>
              <a:off x="7599363" y="4329113"/>
              <a:ext cx="53975" cy="161925"/>
            </a:xfrm>
            <a:custGeom>
              <a:avLst/>
              <a:gdLst>
                <a:gd name="T0" fmla="*/ 0 w 16"/>
                <a:gd name="T1" fmla="*/ 12 h 49"/>
                <a:gd name="T2" fmla="*/ 0 w 16"/>
                <a:gd name="T3" fmla="*/ 28 h 49"/>
                <a:gd name="T4" fmla="*/ 0 w 16"/>
                <a:gd name="T5" fmla="*/ 36 h 49"/>
                <a:gd name="T6" fmla="*/ 16 w 16"/>
                <a:gd name="T7" fmla="*/ 45 h 49"/>
                <a:gd name="T8" fmla="*/ 16 w 16"/>
                <a:gd name="T9" fmla="*/ 37 h 49"/>
                <a:gd name="T10" fmla="*/ 16 w 16"/>
                <a:gd name="T11" fmla="*/ 21 h 49"/>
                <a:gd name="T12" fmla="*/ 0 w 16"/>
                <a:gd name="T13" fmla="*/ 1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9">
                  <a:moveTo>
                    <a:pt x="0" y="12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45"/>
                    <a:pt x="12" y="49"/>
                    <a:pt x="16" y="45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9"/>
                    <a:pt x="0" y="0"/>
                    <a:pt x="0" y="12"/>
                  </a:cubicBezTo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4" name="ïṩḻiḑè"/>
            <p:cNvSpPr/>
            <p:nvPr/>
          </p:nvSpPr>
          <p:spPr bwMode="auto">
            <a:xfrm>
              <a:off x="7566025" y="4306888"/>
              <a:ext cx="20638" cy="42863"/>
            </a:xfrm>
            <a:custGeom>
              <a:avLst/>
              <a:gdLst>
                <a:gd name="T0" fmla="*/ 2 w 6"/>
                <a:gd name="T1" fmla="*/ 0 h 13"/>
                <a:gd name="T2" fmla="*/ 6 w 6"/>
                <a:gd name="T3" fmla="*/ 7 h 13"/>
                <a:gd name="T4" fmla="*/ 5 w 6"/>
                <a:gd name="T5" fmla="*/ 13 h 13"/>
                <a:gd name="T6" fmla="*/ 1 w 6"/>
                <a:gd name="T7" fmla="*/ 6 h 13"/>
                <a:gd name="T8" fmla="*/ 2 w 6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3">
                  <a:moveTo>
                    <a:pt x="2" y="0"/>
                  </a:moveTo>
                  <a:cubicBezTo>
                    <a:pt x="3" y="0"/>
                    <a:pt x="5" y="3"/>
                    <a:pt x="6" y="7"/>
                  </a:cubicBezTo>
                  <a:cubicBezTo>
                    <a:pt x="6" y="10"/>
                    <a:pt x="6" y="13"/>
                    <a:pt x="5" y="13"/>
                  </a:cubicBezTo>
                  <a:cubicBezTo>
                    <a:pt x="3" y="13"/>
                    <a:pt x="1" y="10"/>
                    <a:pt x="1" y="6"/>
                  </a:cubicBezTo>
                  <a:cubicBezTo>
                    <a:pt x="0" y="2"/>
                    <a:pt x="0" y="0"/>
                    <a:pt x="2" y="0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5" name="íślíḍé"/>
            <p:cNvSpPr/>
            <p:nvPr/>
          </p:nvSpPr>
          <p:spPr bwMode="auto">
            <a:xfrm>
              <a:off x="7666038" y="4362451"/>
              <a:ext cx="22225" cy="42863"/>
            </a:xfrm>
            <a:custGeom>
              <a:avLst/>
              <a:gdLst>
                <a:gd name="T0" fmla="*/ 5 w 7"/>
                <a:gd name="T1" fmla="*/ 2 h 13"/>
                <a:gd name="T2" fmla="*/ 1 w 7"/>
                <a:gd name="T3" fmla="*/ 4 h 13"/>
                <a:gd name="T4" fmla="*/ 2 w 7"/>
                <a:gd name="T5" fmla="*/ 11 h 13"/>
                <a:gd name="T6" fmla="*/ 6 w 7"/>
                <a:gd name="T7" fmla="*/ 9 h 13"/>
                <a:gd name="T8" fmla="*/ 5 w 7"/>
                <a:gd name="T9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13">
                  <a:moveTo>
                    <a:pt x="5" y="2"/>
                  </a:moveTo>
                  <a:cubicBezTo>
                    <a:pt x="3" y="0"/>
                    <a:pt x="1" y="1"/>
                    <a:pt x="1" y="4"/>
                  </a:cubicBezTo>
                  <a:cubicBezTo>
                    <a:pt x="0" y="7"/>
                    <a:pt x="0" y="10"/>
                    <a:pt x="2" y="11"/>
                  </a:cubicBezTo>
                  <a:cubicBezTo>
                    <a:pt x="3" y="13"/>
                    <a:pt x="5" y="12"/>
                    <a:pt x="6" y="9"/>
                  </a:cubicBezTo>
                  <a:cubicBezTo>
                    <a:pt x="7" y="6"/>
                    <a:pt x="6" y="3"/>
                    <a:pt x="5" y="2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6" name="ïśļiḓé"/>
            <p:cNvSpPr/>
            <p:nvPr/>
          </p:nvSpPr>
          <p:spPr bwMode="auto">
            <a:xfrm>
              <a:off x="7589838" y="4467226"/>
              <a:ext cx="69850" cy="136525"/>
            </a:xfrm>
            <a:custGeom>
              <a:avLst/>
              <a:gdLst>
                <a:gd name="T0" fmla="*/ 11 w 21"/>
                <a:gd name="T1" fmla="*/ 3 h 41"/>
                <a:gd name="T2" fmla="*/ 0 w 21"/>
                <a:gd name="T3" fmla="*/ 1 h 41"/>
                <a:gd name="T4" fmla="*/ 4 w 21"/>
                <a:gd name="T5" fmla="*/ 33 h 41"/>
                <a:gd name="T6" fmla="*/ 19 w 21"/>
                <a:gd name="T7" fmla="*/ 41 h 41"/>
                <a:gd name="T8" fmla="*/ 21 w 21"/>
                <a:gd name="T9" fmla="*/ 13 h 41"/>
                <a:gd name="T10" fmla="*/ 11 w 21"/>
                <a:gd name="T11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41">
                  <a:moveTo>
                    <a:pt x="11" y="3"/>
                  </a:moveTo>
                  <a:cubicBezTo>
                    <a:pt x="11" y="3"/>
                    <a:pt x="0" y="0"/>
                    <a:pt x="0" y="1"/>
                  </a:cubicBezTo>
                  <a:cubicBezTo>
                    <a:pt x="0" y="2"/>
                    <a:pt x="4" y="33"/>
                    <a:pt x="4" y="33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11" y="3"/>
                    <a:pt x="11" y="3"/>
                    <a:pt x="1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7" name="iśliḑe"/>
            <p:cNvSpPr/>
            <p:nvPr/>
          </p:nvSpPr>
          <p:spPr bwMode="auto">
            <a:xfrm>
              <a:off x="7566025" y="4432301"/>
              <a:ext cx="47625" cy="147638"/>
            </a:xfrm>
            <a:custGeom>
              <a:avLst/>
              <a:gdLst>
                <a:gd name="T0" fmla="*/ 21 w 30"/>
                <a:gd name="T1" fmla="*/ 0 h 93"/>
                <a:gd name="T2" fmla="*/ 21 w 30"/>
                <a:gd name="T3" fmla="*/ 10 h 93"/>
                <a:gd name="T4" fmla="*/ 30 w 30"/>
                <a:gd name="T5" fmla="*/ 93 h 93"/>
                <a:gd name="T6" fmla="*/ 17 w 30"/>
                <a:gd name="T7" fmla="*/ 87 h 93"/>
                <a:gd name="T8" fmla="*/ 3 w 30"/>
                <a:gd name="T9" fmla="*/ 43 h 93"/>
                <a:gd name="T10" fmla="*/ 15 w 30"/>
                <a:gd name="T11" fmla="*/ 39 h 93"/>
                <a:gd name="T12" fmla="*/ 0 w 30"/>
                <a:gd name="T13" fmla="*/ 20 h 93"/>
                <a:gd name="T14" fmla="*/ 15 w 30"/>
                <a:gd name="T15" fmla="*/ 0 h 93"/>
                <a:gd name="T16" fmla="*/ 21 w 30"/>
                <a:gd name="T17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93">
                  <a:moveTo>
                    <a:pt x="21" y="0"/>
                  </a:moveTo>
                  <a:lnTo>
                    <a:pt x="21" y="10"/>
                  </a:lnTo>
                  <a:lnTo>
                    <a:pt x="30" y="93"/>
                  </a:lnTo>
                  <a:lnTo>
                    <a:pt x="17" y="87"/>
                  </a:lnTo>
                  <a:lnTo>
                    <a:pt x="3" y="43"/>
                  </a:lnTo>
                  <a:lnTo>
                    <a:pt x="15" y="39"/>
                  </a:lnTo>
                  <a:lnTo>
                    <a:pt x="0" y="20"/>
                  </a:lnTo>
                  <a:lnTo>
                    <a:pt x="15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8" name="íşlíḓé"/>
            <p:cNvSpPr/>
            <p:nvPr/>
          </p:nvSpPr>
          <p:spPr bwMode="auto">
            <a:xfrm>
              <a:off x="7566025" y="4432301"/>
              <a:ext cx="47625" cy="147638"/>
            </a:xfrm>
            <a:custGeom>
              <a:avLst/>
              <a:gdLst>
                <a:gd name="T0" fmla="*/ 21 w 30"/>
                <a:gd name="T1" fmla="*/ 0 h 93"/>
                <a:gd name="T2" fmla="*/ 21 w 30"/>
                <a:gd name="T3" fmla="*/ 10 h 93"/>
                <a:gd name="T4" fmla="*/ 30 w 30"/>
                <a:gd name="T5" fmla="*/ 93 h 93"/>
                <a:gd name="T6" fmla="*/ 17 w 30"/>
                <a:gd name="T7" fmla="*/ 87 h 93"/>
                <a:gd name="T8" fmla="*/ 3 w 30"/>
                <a:gd name="T9" fmla="*/ 43 h 93"/>
                <a:gd name="T10" fmla="*/ 15 w 30"/>
                <a:gd name="T11" fmla="*/ 39 h 93"/>
                <a:gd name="T12" fmla="*/ 0 w 30"/>
                <a:gd name="T13" fmla="*/ 20 h 93"/>
                <a:gd name="T14" fmla="*/ 15 w 30"/>
                <a:gd name="T15" fmla="*/ 0 h 93"/>
                <a:gd name="T16" fmla="*/ 21 w 30"/>
                <a:gd name="T17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93">
                  <a:moveTo>
                    <a:pt x="21" y="0"/>
                  </a:moveTo>
                  <a:lnTo>
                    <a:pt x="21" y="10"/>
                  </a:lnTo>
                  <a:lnTo>
                    <a:pt x="30" y="93"/>
                  </a:lnTo>
                  <a:lnTo>
                    <a:pt x="17" y="87"/>
                  </a:lnTo>
                  <a:lnTo>
                    <a:pt x="3" y="43"/>
                  </a:lnTo>
                  <a:lnTo>
                    <a:pt x="15" y="39"/>
                  </a:lnTo>
                  <a:lnTo>
                    <a:pt x="0" y="20"/>
                  </a:lnTo>
                  <a:lnTo>
                    <a:pt x="15" y="0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49" name="íṩ1îḑè"/>
            <p:cNvSpPr/>
            <p:nvPr/>
          </p:nvSpPr>
          <p:spPr bwMode="auto">
            <a:xfrm>
              <a:off x="7642225" y="4460876"/>
              <a:ext cx="42863" cy="149225"/>
            </a:xfrm>
            <a:custGeom>
              <a:avLst/>
              <a:gdLst>
                <a:gd name="T0" fmla="*/ 7 w 27"/>
                <a:gd name="T1" fmla="*/ 0 h 94"/>
                <a:gd name="T2" fmla="*/ 7 w 27"/>
                <a:gd name="T3" fmla="*/ 11 h 94"/>
                <a:gd name="T4" fmla="*/ 0 w 27"/>
                <a:gd name="T5" fmla="*/ 85 h 94"/>
                <a:gd name="T6" fmla="*/ 13 w 27"/>
                <a:gd name="T7" fmla="*/ 94 h 94"/>
                <a:gd name="T8" fmla="*/ 25 w 27"/>
                <a:gd name="T9" fmla="*/ 65 h 94"/>
                <a:gd name="T10" fmla="*/ 13 w 27"/>
                <a:gd name="T11" fmla="*/ 46 h 94"/>
                <a:gd name="T12" fmla="*/ 27 w 27"/>
                <a:gd name="T13" fmla="*/ 46 h 94"/>
                <a:gd name="T14" fmla="*/ 15 w 27"/>
                <a:gd name="T15" fmla="*/ 11 h 94"/>
                <a:gd name="T16" fmla="*/ 7 w 27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94">
                  <a:moveTo>
                    <a:pt x="7" y="0"/>
                  </a:moveTo>
                  <a:lnTo>
                    <a:pt x="7" y="11"/>
                  </a:lnTo>
                  <a:lnTo>
                    <a:pt x="0" y="85"/>
                  </a:lnTo>
                  <a:lnTo>
                    <a:pt x="13" y="94"/>
                  </a:lnTo>
                  <a:lnTo>
                    <a:pt x="25" y="65"/>
                  </a:lnTo>
                  <a:lnTo>
                    <a:pt x="13" y="46"/>
                  </a:lnTo>
                  <a:lnTo>
                    <a:pt x="27" y="46"/>
                  </a:lnTo>
                  <a:lnTo>
                    <a:pt x="15" y="11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0" name="îṩḻîḓe"/>
            <p:cNvSpPr/>
            <p:nvPr/>
          </p:nvSpPr>
          <p:spPr bwMode="auto">
            <a:xfrm>
              <a:off x="7642225" y="4460876"/>
              <a:ext cx="42863" cy="149225"/>
            </a:xfrm>
            <a:custGeom>
              <a:avLst/>
              <a:gdLst>
                <a:gd name="T0" fmla="*/ 7 w 27"/>
                <a:gd name="T1" fmla="*/ 0 h 94"/>
                <a:gd name="T2" fmla="*/ 7 w 27"/>
                <a:gd name="T3" fmla="*/ 11 h 94"/>
                <a:gd name="T4" fmla="*/ 0 w 27"/>
                <a:gd name="T5" fmla="*/ 85 h 94"/>
                <a:gd name="T6" fmla="*/ 13 w 27"/>
                <a:gd name="T7" fmla="*/ 94 h 94"/>
                <a:gd name="T8" fmla="*/ 25 w 27"/>
                <a:gd name="T9" fmla="*/ 65 h 94"/>
                <a:gd name="T10" fmla="*/ 13 w 27"/>
                <a:gd name="T11" fmla="*/ 46 h 94"/>
                <a:gd name="T12" fmla="*/ 27 w 27"/>
                <a:gd name="T13" fmla="*/ 46 h 94"/>
                <a:gd name="T14" fmla="*/ 15 w 27"/>
                <a:gd name="T15" fmla="*/ 11 h 94"/>
                <a:gd name="T16" fmla="*/ 7 w 27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94">
                  <a:moveTo>
                    <a:pt x="7" y="0"/>
                  </a:moveTo>
                  <a:lnTo>
                    <a:pt x="7" y="11"/>
                  </a:lnTo>
                  <a:lnTo>
                    <a:pt x="0" y="85"/>
                  </a:lnTo>
                  <a:lnTo>
                    <a:pt x="13" y="94"/>
                  </a:lnTo>
                  <a:lnTo>
                    <a:pt x="25" y="65"/>
                  </a:lnTo>
                  <a:lnTo>
                    <a:pt x="13" y="46"/>
                  </a:lnTo>
                  <a:lnTo>
                    <a:pt x="27" y="46"/>
                  </a:lnTo>
                  <a:lnTo>
                    <a:pt x="15" y="11"/>
                  </a:lnTo>
                  <a:lnTo>
                    <a:pt x="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1" name="îṩ1iḍé"/>
            <p:cNvSpPr/>
            <p:nvPr/>
          </p:nvSpPr>
          <p:spPr bwMode="auto">
            <a:xfrm>
              <a:off x="7616825" y="4478338"/>
              <a:ext cx="22225" cy="31750"/>
            </a:xfrm>
            <a:custGeom>
              <a:avLst/>
              <a:gdLst>
                <a:gd name="T0" fmla="*/ 0 w 7"/>
                <a:gd name="T1" fmla="*/ 3 h 10"/>
                <a:gd name="T2" fmla="*/ 2 w 7"/>
                <a:gd name="T3" fmla="*/ 8 h 10"/>
                <a:gd name="T4" fmla="*/ 5 w 7"/>
                <a:gd name="T5" fmla="*/ 10 h 10"/>
                <a:gd name="T6" fmla="*/ 7 w 7"/>
                <a:gd name="T7" fmla="*/ 7 h 10"/>
                <a:gd name="T8" fmla="*/ 3 w 7"/>
                <a:gd name="T9" fmla="*/ 0 h 10"/>
                <a:gd name="T10" fmla="*/ 0 w 7"/>
                <a:gd name="T11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0">
                  <a:moveTo>
                    <a:pt x="0" y="3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3" y="9"/>
                    <a:pt x="4" y="9"/>
                    <a:pt x="5" y="10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3"/>
                    <a:pt x="0" y="3"/>
                    <a:pt x="0" y="3"/>
                  </a:cubicBezTo>
                </a:path>
              </a:pathLst>
            </a:custGeom>
            <a:solidFill>
              <a:srgbClr val="3838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2" name="îŝ1iḍè"/>
            <p:cNvSpPr/>
            <p:nvPr/>
          </p:nvSpPr>
          <p:spPr bwMode="auto">
            <a:xfrm>
              <a:off x="7613650" y="4503738"/>
              <a:ext cx="25400" cy="92075"/>
            </a:xfrm>
            <a:custGeom>
              <a:avLst/>
              <a:gdLst>
                <a:gd name="T0" fmla="*/ 6 w 16"/>
                <a:gd name="T1" fmla="*/ 0 h 58"/>
                <a:gd name="T2" fmla="*/ 0 w 16"/>
                <a:gd name="T3" fmla="*/ 48 h 58"/>
                <a:gd name="T4" fmla="*/ 16 w 16"/>
                <a:gd name="T5" fmla="*/ 58 h 58"/>
                <a:gd name="T6" fmla="*/ 12 w 16"/>
                <a:gd name="T7" fmla="*/ 4 h 58"/>
                <a:gd name="T8" fmla="*/ 6 w 16"/>
                <a:gd name="T9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58">
                  <a:moveTo>
                    <a:pt x="6" y="0"/>
                  </a:moveTo>
                  <a:lnTo>
                    <a:pt x="0" y="48"/>
                  </a:lnTo>
                  <a:lnTo>
                    <a:pt x="16" y="58"/>
                  </a:lnTo>
                  <a:lnTo>
                    <a:pt x="12" y="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838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3" name="îŝḻîḓé"/>
            <p:cNvSpPr/>
            <p:nvPr/>
          </p:nvSpPr>
          <p:spPr bwMode="auto">
            <a:xfrm>
              <a:off x="7613650" y="4503738"/>
              <a:ext cx="25400" cy="92075"/>
            </a:xfrm>
            <a:custGeom>
              <a:avLst/>
              <a:gdLst>
                <a:gd name="T0" fmla="*/ 6 w 16"/>
                <a:gd name="T1" fmla="*/ 0 h 58"/>
                <a:gd name="T2" fmla="*/ 0 w 16"/>
                <a:gd name="T3" fmla="*/ 48 h 58"/>
                <a:gd name="T4" fmla="*/ 16 w 16"/>
                <a:gd name="T5" fmla="*/ 58 h 58"/>
                <a:gd name="T6" fmla="*/ 12 w 16"/>
                <a:gd name="T7" fmla="*/ 4 h 58"/>
                <a:gd name="T8" fmla="*/ 6 w 16"/>
                <a:gd name="T9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58">
                  <a:moveTo>
                    <a:pt x="6" y="0"/>
                  </a:moveTo>
                  <a:lnTo>
                    <a:pt x="0" y="48"/>
                  </a:lnTo>
                  <a:lnTo>
                    <a:pt x="16" y="58"/>
                  </a:lnTo>
                  <a:lnTo>
                    <a:pt x="12" y="4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4" name="íşļïdê"/>
            <p:cNvSpPr/>
            <p:nvPr/>
          </p:nvSpPr>
          <p:spPr bwMode="auto">
            <a:xfrm>
              <a:off x="7599363" y="4421188"/>
              <a:ext cx="26988" cy="73025"/>
            </a:xfrm>
            <a:custGeom>
              <a:avLst/>
              <a:gdLst>
                <a:gd name="T0" fmla="*/ 0 w 17"/>
                <a:gd name="T1" fmla="*/ 0 h 46"/>
                <a:gd name="T2" fmla="*/ 0 w 17"/>
                <a:gd name="T3" fmla="*/ 7 h 46"/>
                <a:gd name="T4" fmla="*/ 2 w 17"/>
                <a:gd name="T5" fmla="*/ 46 h 46"/>
                <a:gd name="T6" fmla="*/ 17 w 17"/>
                <a:gd name="T7" fmla="*/ 36 h 46"/>
                <a:gd name="T8" fmla="*/ 0 w 17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46">
                  <a:moveTo>
                    <a:pt x="0" y="0"/>
                  </a:moveTo>
                  <a:lnTo>
                    <a:pt x="0" y="7"/>
                  </a:lnTo>
                  <a:lnTo>
                    <a:pt x="2" y="46"/>
                  </a:lnTo>
                  <a:lnTo>
                    <a:pt x="17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5" name="íṡḷiḍè"/>
            <p:cNvSpPr/>
            <p:nvPr/>
          </p:nvSpPr>
          <p:spPr bwMode="auto">
            <a:xfrm>
              <a:off x="7599363" y="4421188"/>
              <a:ext cx="26988" cy="73025"/>
            </a:xfrm>
            <a:custGeom>
              <a:avLst/>
              <a:gdLst>
                <a:gd name="T0" fmla="*/ 0 w 17"/>
                <a:gd name="T1" fmla="*/ 0 h 46"/>
                <a:gd name="T2" fmla="*/ 0 w 17"/>
                <a:gd name="T3" fmla="*/ 7 h 46"/>
                <a:gd name="T4" fmla="*/ 2 w 17"/>
                <a:gd name="T5" fmla="*/ 46 h 46"/>
                <a:gd name="T6" fmla="*/ 17 w 17"/>
                <a:gd name="T7" fmla="*/ 36 h 46"/>
                <a:gd name="T8" fmla="*/ 0 w 17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46">
                  <a:moveTo>
                    <a:pt x="0" y="0"/>
                  </a:moveTo>
                  <a:lnTo>
                    <a:pt x="0" y="7"/>
                  </a:lnTo>
                  <a:lnTo>
                    <a:pt x="2" y="46"/>
                  </a:lnTo>
                  <a:lnTo>
                    <a:pt x="17" y="3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6" name="îṥļiḓe"/>
            <p:cNvSpPr/>
            <p:nvPr/>
          </p:nvSpPr>
          <p:spPr bwMode="auto">
            <a:xfrm>
              <a:off x="7599363" y="4408488"/>
              <a:ext cx="53975" cy="39688"/>
            </a:xfrm>
            <a:custGeom>
              <a:avLst/>
              <a:gdLst>
                <a:gd name="T0" fmla="*/ 0 w 16"/>
                <a:gd name="T1" fmla="*/ 0 h 12"/>
                <a:gd name="T2" fmla="*/ 0 w 16"/>
                <a:gd name="T3" fmla="*/ 0 h 12"/>
                <a:gd name="T4" fmla="*/ 8 w 16"/>
                <a:gd name="T5" fmla="*/ 11 h 12"/>
                <a:gd name="T6" fmla="*/ 11 w 16"/>
                <a:gd name="T7" fmla="*/ 12 h 12"/>
                <a:gd name="T8" fmla="*/ 16 w 16"/>
                <a:gd name="T9" fmla="*/ 10 h 12"/>
                <a:gd name="T10" fmla="*/ 16 w 16"/>
                <a:gd name="T11" fmla="*/ 9 h 12"/>
                <a:gd name="T12" fmla="*/ 11 w 16"/>
                <a:gd name="T13" fmla="*/ 10 h 12"/>
                <a:gd name="T14" fmla="*/ 8 w 16"/>
                <a:gd name="T15" fmla="*/ 9 h 12"/>
                <a:gd name="T16" fmla="*/ 0 w 16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" y="9"/>
                    <a:pt x="8" y="11"/>
                  </a:cubicBezTo>
                  <a:cubicBezTo>
                    <a:pt x="9" y="12"/>
                    <a:pt x="10" y="12"/>
                    <a:pt x="11" y="12"/>
                  </a:cubicBezTo>
                  <a:cubicBezTo>
                    <a:pt x="14" y="12"/>
                    <a:pt x="16" y="10"/>
                    <a:pt x="16" y="1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5" y="9"/>
                    <a:pt x="13" y="10"/>
                    <a:pt x="11" y="10"/>
                  </a:cubicBezTo>
                  <a:cubicBezTo>
                    <a:pt x="10" y="10"/>
                    <a:pt x="9" y="10"/>
                    <a:pt x="8" y="9"/>
                  </a:cubicBezTo>
                  <a:cubicBezTo>
                    <a:pt x="6" y="8"/>
                    <a:pt x="3" y="4"/>
                    <a:pt x="0" y="0"/>
                  </a:cubicBezTo>
                </a:path>
              </a:pathLst>
            </a:custGeom>
            <a:solidFill>
              <a:srgbClr val="CC96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7" name="iṡļíďe"/>
            <p:cNvSpPr/>
            <p:nvPr/>
          </p:nvSpPr>
          <p:spPr bwMode="auto">
            <a:xfrm>
              <a:off x="7546975" y="4200526"/>
              <a:ext cx="161925" cy="244475"/>
            </a:xfrm>
            <a:custGeom>
              <a:avLst/>
              <a:gdLst>
                <a:gd name="T0" fmla="*/ 24 w 49"/>
                <a:gd name="T1" fmla="*/ 14 h 74"/>
                <a:gd name="T2" fmla="*/ 11 w 49"/>
                <a:gd name="T3" fmla="*/ 53 h 74"/>
                <a:gd name="T4" fmla="*/ 24 w 49"/>
                <a:gd name="T5" fmla="*/ 72 h 74"/>
                <a:gd name="T6" fmla="*/ 38 w 49"/>
                <a:gd name="T7" fmla="*/ 68 h 74"/>
                <a:gd name="T8" fmla="*/ 24 w 49"/>
                <a:gd name="T9" fmla="*/ 1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74">
                  <a:moveTo>
                    <a:pt x="24" y="14"/>
                  </a:moveTo>
                  <a:cubicBezTo>
                    <a:pt x="0" y="0"/>
                    <a:pt x="9" y="49"/>
                    <a:pt x="11" y="53"/>
                  </a:cubicBezTo>
                  <a:cubicBezTo>
                    <a:pt x="12" y="57"/>
                    <a:pt x="20" y="70"/>
                    <a:pt x="24" y="72"/>
                  </a:cubicBezTo>
                  <a:cubicBezTo>
                    <a:pt x="28" y="74"/>
                    <a:pt x="36" y="71"/>
                    <a:pt x="38" y="68"/>
                  </a:cubicBezTo>
                  <a:cubicBezTo>
                    <a:pt x="39" y="66"/>
                    <a:pt x="49" y="28"/>
                    <a:pt x="24" y="14"/>
                  </a:cubicBezTo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8" name="íS1ïďê"/>
            <p:cNvSpPr/>
            <p:nvPr/>
          </p:nvSpPr>
          <p:spPr bwMode="auto">
            <a:xfrm>
              <a:off x="7566025" y="4221163"/>
              <a:ext cx="125413" cy="177800"/>
            </a:xfrm>
            <a:custGeom>
              <a:avLst/>
              <a:gdLst>
                <a:gd name="T0" fmla="*/ 29 w 38"/>
                <a:gd name="T1" fmla="*/ 15 h 54"/>
                <a:gd name="T2" fmla="*/ 4 w 38"/>
                <a:gd name="T3" fmla="*/ 5 h 54"/>
                <a:gd name="T4" fmla="*/ 2 w 38"/>
                <a:gd name="T5" fmla="*/ 36 h 54"/>
                <a:gd name="T6" fmla="*/ 2 w 38"/>
                <a:gd name="T7" fmla="*/ 35 h 54"/>
                <a:gd name="T8" fmla="*/ 2 w 38"/>
                <a:gd name="T9" fmla="*/ 36 h 54"/>
                <a:gd name="T10" fmla="*/ 3 w 38"/>
                <a:gd name="T11" fmla="*/ 36 h 54"/>
                <a:gd name="T12" fmla="*/ 3 w 38"/>
                <a:gd name="T13" fmla="*/ 36 h 54"/>
                <a:gd name="T14" fmla="*/ 3 w 38"/>
                <a:gd name="T15" fmla="*/ 36 h 54"/>
                <a:gd name="T16" fmla="*/ 3 w 38"/>
                <a:gd name="T17" fmla="*/ 34 h 54"/>
                <a:gd name="T18" fmla="*/ 3 w 38"/>
                <a:gd name="T19" fmla="*/ 29 h 54"/>
                <a:gd name="T20" fmla="*/ 7 w 38"/>
                <a:gd name="T21" fmla="*/ 17 h 54"/>
                <a:gd name="T22" fmla="*/ 8 w 38"/>
                <a:gd name="T23" fmla="*/ 16 h 54"/>
                <a:gd name="T24" fmla="*/ 9 w 38"/>
                <a:gd name="T25" fmla="*/ 15 h 54"/>
                <a:gd name="T26" fmla="*/ 9 w 38"/>
                <a:gd name="T27" fmla="*/ 15 h 54"/>
                <a:gd name="T28" fmla="*/ 23 w 38"/>
                <a:gd name="T29" fmla="*/ 25 h 54"/>
                <a:gd name="T30" fmla="*/ 28 w 38"/>
                <a:gd name="T31" fmla="*/ 29 h 54"/>
                <a:gd name="T32" fmla="*/ 29 w 38"/>
                <a:gd name="T33" fmla="*/ 29 h 54"/>
                <a:gd name="T34" fmla="*/ 34 w 38"/>
                <a:gd name="T35" fmla="*/ 48 h 54"/>
                <a:gd name="T36" fmla="*/ 33 w 38"/>
                <a:gd name="T37" fmla="*/ 51 h 54"/>
                <a:gd name="T38" fmla="*/ 33 w 38"/>
                <a:gd name="T39" fmla="*/ 54 h 54"/>
                <a:gd name="T40" fmla="*/ 33 w 38"/>
                <a:gd name="T41" fmla="*/ 54 h 54"/>
                <a:gd name="T42" fmla="*/ 34 w 38"/>
                <a:gd name="T43" fmla="*/ 54 h 54"/>
                <a:gd name="T44" fmla="*/ 34 w 38"/>
                <a:gd name="T45" fmla="*/ 54 h 54"/>
                <a:gd name="T46" fmla="*/ 34 w 38"/>
                <a:gd name="T47" fmla="*/ 53 h 54"/>
                <a:gd name="T48" fmla="*/ 34 w 38"/>
                <a:gd name="T49" fmla="*/ 51 h 54"/>
                <a:gd name="T50" fmla="*/ 29 w 38"/>
                <a:gd name="T51" fmla="*/ 15 h 54"/>
                <a:gd name="T52" fmla="*/ 17 w 38"/>
                <a:gd name="T53" fmla="*/ 16 h 54"/>
                <a:gd name="T54" fmla="*/ 16 w 38"/>
                <a:gd name="T55" fmla="*/ 16 h 54"/>
                <a:gd name="T56" fmla="*/ 17 w 38"/>
                <a:gd name="T57" fmla="*/ 17 h 54"/>
                <a:gd name="T58" fmla="*/ 17 w 38"/>
                <a:gd name="T59" fmla="*/ 1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8" h="54">
                  <a:moveTo>
                    <a:pt x="29" y="15"/>
                  </a:moveTo>
                  <a:cubicBezTo>
                    <a:pt x="21" y="2"/>
                    <a:pt x="8" y="0"/>
                    <a:pt x="4" y="5"/>
                  </a:cubicBezTo>
                  <a:cubicBezTo>
                    <a:pt x="0" y="11"/>
                    <a:pt x="1" y="25"/>
                    <a:pt x="2" y="36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3" y="34"/>
                    <a:pt x="3" y="34"/>
                  </a:cubicBezTo>
                  <a:cubicBezTo>
                    <a:pt x="3" y="32"/>
                    <a:pt x="3" y="31"/>
                    <a:pt x="3" y="29"/>
                  </a:cubicBezTo>
                  <a:cubicBezTo>
                    <a:pt x="3" y="24"/>
                    <a:pt x="6" y="24"/>
                    <a:pt x="7" y="17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5"/>
                    <a:pt x="8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4" y="15"/>
                    <a:pt x="18" y="20"/>
                    <a:pt x="23" y="25"/>
                  </a:cubicBezTo>
                  <a:cubicBezTo>
                    <a:pt x="24" y="26"/>
                    <a:pt x="26" y="28"/>
                    <a:pt x="28" y="29"/>
                  </a:cubicBezTo>
                  <a:cubicBezTo>
                    <a:pt x="28" y="30"/>
                    <a:pt x="29" y="29"/>
                    <a:pt x="29" y="29"/>
                  </a:cubicBezTo>
                  <a:cubicBezTo>
                    <a:pt x="31" y="37"/>
                    <a:pt x="33" y="42"/>
                    <a:pt x="34" y="48"/>
                  </a:cubicBezTo>
                  <a:cubicBezTo>
                    <a:pt x="34" y="49"/>
                    <a:pt x="33" y="50"/>
                    <a:pt x="33" y="51"/>
                  </a:cubicBezTo>
                  <a:cubicBezTo>
                    <a:pt x="33" y="51"/>
                    <a:pt x="33" y="53"/>
                    <a:pt x="33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3"/>
                    <a:pt x="34" y="53"/>
                  </a:cubicBezTo>
                  <a:cubicBezTo>
                    <a:pt x="34" y="52"/>
                    <a:pt x="34" y="52"/>
                    <a:pt x="34" y="51"/>
                  </a:cubicBezTo>
                  <a:cubicBezTo>
                    <a:pt x="36" y="46"/>
                    <a:pt x="38" y="23"/>
                    <a:pt x="29" y="15"/>
                  </a:cubicBezTo>
                  <a:close/>
                  <a:moveTo>
                    <a:pt x="17" y="16"/>
                  </a:moveTo>
                  <a:cubicBezTo>
                    <a:pt x="16" y="16"/>
                    <a:pt x="16" y="16"/>
                    <a:pt x="16" y="16"/>
                  </a:cubicBezTo>
                  <a:cubicBezTo>
                    <a:pt x="17" y="17"/>
                    <a:pt x="17" y="17"/>
                    <a:pt x="17" y="17"/>
                  </a:cubicBezTo>
                  <a:lnTo>
                    <a:pt x="17" y="16"/>
                  </a:ln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9" name="îşḷíḍê"/>
            <p:cNvSpPr/>
            <p:nvPr/>
          </p:nvSpPr>
          <p:spPr bwMode="auto">
            <a:xfrm>
              <a:off x="7626350" y="4451351"/>
              <a:ext cx="30163" cy="69850"/>
            </a:xfrm>
            <a:custGeom>
              <a:avLst/>
              <a:gdLst>
                <a:gd name="T0" fmla="*/ 17 w 19"/>
                <a:gd name="T1" fmla="*/ 0 h 44"/>
                <a:gd name="T2" fmla="*/ 19 w 19"/>
                <a:gd name="T3" fmla="*/ 8 h 44"/>
                <a:gd name="T4" fmla="*/ 14 w 19"/>
                <a:gd name="T5" fmla="*/ 44 h 44"/>
                <a:gd name="T6" fmla="*/ 0 w 19"/>
                <a:gd name="T7" fmla="*/ 17 h 44"/>
                <a:gd name="T8" fmla="*/ 17 w 19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4">
                  <a:moveTo>
                    <a:pt x="17" y="0"/>
                  </a:moveTo>
                  <a:lnTo>
                    <a:pt x="19" y="8"/>
                  </a:lnTo>
                  <a:lnTo>
                    <a:pt x="14" y="44"/>
                  </a:lnTo>
                  <a:lnTo>
                    <a:pt x="0" y="1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0" name="íṧliḑê"/>
            <p:cNvSpPr/>
            <p:nvPr/>
          </p:nvSpPr>
          <p:spPr bwMode="auto">
            <a:xfrm>
              <a:off x="7626350" y="4451351"/>
              <a:ext cx="30163" cy="69850"/>
            </a:xfrm>
            <a:custGeom>
              <a:avLst/>
              <a:gdLst>
                <a:gd name="T0" fmla="*/ 17 w 19"/>
                <a:gd name="T1" fmla="*/ 0 h 44"/>
                <a:gd name="T2" fmla="*/ 19 w 19"/>
                <a:gd name="T3" fmla="*/ 8 h 44"/>
                <a:gd name="T4" fmla="*/ 14 w 19"/>
                <a:gd name="T5" fmla="*/ 44 h 44"/>
                <a:gd name="T6" fmla="*/ 0 w 19"/>
                <a:gd name="T7" fmla="*/ 17 h 44"/>
                <a:gd name="T8" fmla="*/ 17 w 19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4">
                  <a:moveTo>
                    <a:pt x="17" y="0"/>
                  </a:moveTo>
                  <a:lnTo>
                    <a:pt x="19" y="8"/>
                  </a:lnTo>
                  <a:lnTo>
                    <a:pt x="14" y="44"/>
                  </a:lnTo>
                  <a:lnTo>
                    <a:pt x="0" y="17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1" name="ïślïḍê"/>
            <p:cNvSpPr/>
            <p:nvPr/>
          </p:nvSpPr>
          <p:spPr bwMode="auto">
            <a:xfrm>
              <a:off x="7626350" y="4478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182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2" name="îṩḻîḍè"/>
            <p:cNvSpPr/>
            <p:nvPr/>
          </p:nvSpPr>
          <p:spPr bwMode="auto">
            <a:xfrm>
              <a:off x="7599363" y="4421188"/>
              <a:ext cx="53975" cy="57150"/>
            </a:xfrm>
            <a:custGeom>
              <a:avLst/>
              <a:gdLst>
                <a:gd name="T0" fmla="*/ 0 w 16"/>
                <a:gd name="T1" fmla="*/ 0 h 17"/>
                <a:gd name="T2" fmla="*/ 0 w 16"/>
                <a:gd name="T3" fmla="*/ 0 h 17"/>
                <a:gd name="T4" fmla="*/ 8 w 16"/>
                <a:gd name="T5" fmla="*/ 17 h 17"/>
                <a:gd name="T6" fmla="*/ 8 w 16"/>
                <a:gd name="T7" fmla="*/ 17 h 17"/>
                <a:gd name="T8" fmla="*/ 16 w 16"/>
                <a:gd name="T9" fmla="*/ 9 h 17"/>
                <a:gd name="T10" fmla="*/ 16 w 16"/>
                <a:gd name="T11" fmla="*/ 9 h 17"/>
                <a:gd name="T12" fmla="*/ 8 w 16"/>
                <a:gd name="T13" fmla="*/ 17 h 17"/>
                <a:gd name="T14" fmla="*/ 0 w 16"/>
                <a:gd name="T1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2B1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3" name="ïṧḻîḋe"/>
            <p:cNvSpPr/>
            <p:nvPr/>
          </p:nvSpPr>
          <p:spPr bwMode="auto">
            <a:xfrm>
              <a:off x="7623175" y="4503738"/>
              <a:ext cx="9525" cy="6350"/>
            </a:xfrm>
            <a:custGeom>
              <a:avLst/>
              <a:gdLst>
                <a:gd name="T0" fmla="*/ 6 w 6"/>
                <a:gd name="T1" fmla="*/ 4 h 4"/>
                <a:gd name="T2" fmla="*/ 6 w 6"/>
                <a:gd name="T3" fmla="*/ 4 h 4"/>
                <a:gd name="T4" fmla="*/ 6 w 6"/>
                <a:gd name="T5" fmla="*/ 4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  <a:gd name="T12" fmla="*/ 0 w 6"/>
                <a:gd name="T13" fmla="*/ 0 h 4"/>
                <a:gd name="T14" fmla="*/ 0 w 6"/>
                <a:gd name="T15" fmla="*/ 0 h 4"/>
                <a:gd name="T16" fmla="*/ 0 w 6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4">
                  <a:moveTo>
                    <a:pt x="6" y="4"/>
                  </a:move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4" name="ïṥľïḑé"/>
            <p:cNvSpPr/>
            <p:nvPr/>
          </p:nvSpPr>
          <p:spPr bwMode="auto">
            <a:xfrm>
              <a:off x="7623175" y="4503738"/>
              <a:ext cx="9525" cy="6350"/>
            </a:xfrm>
            <a:custGeom>
              <a:avLst/>
              <a:gdLst>
                <a:gd name="T0" fmla="*/ 6 w 6"/>
                <a:gd name="T1" fmla="*/ 4 h 4"/>
                <a:gd name="T2" fmla="*/ 6 w 6"/>
                <a:gd name="T3" fmla="*/ 4 h 4"/>
                <a:gd name="T4" fmla="*/ 6 w 6"/>
                <a:gd name="T5" fmla="*/ 4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  <a:gd name="T12" fmla="*/ 0 w 6"/>
                <a:gd name="T13" fmla="*/ 0 h 4"/>
                <a:gd name="T14" fmla="*/ 0 w 6"/>
                <a:gd name="T15" fmla="*/ 0 h 4"/>
                <a:gd name="T16" fmla="*/ 0 w 6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4">
                  <a:moveTo>
                    <a:pt x="6" y="4"/>
                  </a:move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5" name="îś1ïḓê"/>
            <p:cNvSpPr/>
            <p:nvPr/>
          </p:nvSpPr>
          <p:spPr bwMode="auto">
            <a:xfrm>
              <a:off x="7623175" y="4503738"/>
              <a:ext cx="9525" cy="6350"/>
            </a:xfrm>
            <a:custGeom>
              <a:avLst/>
              <a:gdLst>
                <a:gd name="T0" fmla="*/ 0 w 6"/>
                <a:gd name="T1" fmla="*/ 0 h 4"/>
                <a:gd name="T2" fmla="*/ 0 w 6"/>
                <a:gd name="T3" fmla="*/ 0 h 4"/>
                <a:gd name="T4" fmla="*/ 0 w 6"/>
                <a:gd name="T5" fmla="*/ 0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6" name="ïSḷîḍé"/>
            <p:cNvSpPr/>
            <p:nvPr/>
          </p:nvSpPr>
          <p:spPr bwMode="auto">
            <a:xfrm>
              <a:off x="7623175" y="4503738"/>
              <a:ext cx="9525" cy="6350"/>
            </a:xfrm>
            <a:custGeom>
              <a:avLst/>
              <a:gdLst>
                <a:gd name="T0" fmla="*/ 0 w 6"/>
                <a:gd name="T1" fmla="*/ 0 h 4"/>
                <a:gd name="T2" fmla="*/ 0 w 6"/>
                <a:gd name="T3" fmla="*/ 0 h 4"/>
                <a:gd name="T4" fmla="*/ 0 w 6"/>
                <a:gd name="T5" fmla="*/ 0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7" name="ïŝļiḋè"/>
            <p:cNvSpPr/>
            <p:nvPr/>
          </p:nvSpPr>
          <p:spPr bwMode="auto">
            <a:xfrm>
              <a:off x="7048500" y="3003551"/>
              <a:ext cx="244475" cy="225425"/>
            </a:xfrm>
            <a:custGeom>
              <a:avLst/>
              <a:gdLst>
                <a:gd name="T0" fmla="*/ 30 w 74"/>
                <a:gd name="T1" fmla="*/ 0 h 68"/>
                <a:gd name="T2" fmla="*/ 6 w 74"/>
                <a:gd name="T3" fmla="*/ 3 h 68"/>
                <a:gd name="T4" fmla="*/ 0 w 74"/>
                <a:gd name="T5" fmla="*/ 26 h 68"/>
                <a:gd name="T6" fmla="*/ 37 w 74"/>
                <a:gd name="T7" fmla="*/ 47 h 68"/>
                <a:gd name="T8" fmla="*/ 74 w 74"/>
                <a:gd name="T9" fmla="*/ 68 h 68"/>
                <a:gd name="T10" fmla="*/ 67 w 74"/>
                <a:gd name="T11" fmla="*/ 38 h 68"/>
                <a:gd name="T12" fmla="*/ 44 w 74"/>
                <a:gd name="T13" fmla="*/ 9 h 68"/>
                <a:gd name="T14" fmla="*/ 30 w 74"/>
                <a:gd name="T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68">
                  <a:moveTo>
                    <a:pt x="30" y="0"/>
                  </a:moveTo>
                  <a:cubicBezTo>
                    <a:pt x="13" y="0"/>
                    <a:pt x="8" y="2"/>
                    <a:pt x="6" y="3"/>
                  </a:cubicBezTo>
                  <a:cubicBezTo>
                    <a:pt x="3" y="5"/>
                    <a:pt x="2" y="17"/>
                    <a:pt x="0" y="26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2" y="57"/>
                    <a:pt x="70" y="43"/>
                    <a:pt x="67" y="38"/>
                  </a:cubicBezTo>
                  <a:cubicBezTo>
                    <a:pt x="66" y="35"/>
                    <a:pt x="61" y="27"/>
                    <a:pt x="44" y="9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F5DC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8" name="ïşľíḑé"/>
            <p:cNvSpPr/>
            <p:nvPr/>
          </p:nvSpPr>
          <p:spPr bwMode="auto">
            <a:xfrm>
              <a:off x="7048500" y="3003551"/>
              <a:ext cx="244475" cy="225425"/>
            </a:xfrm>
            <a:custGeom>
              <a:avLst/>
              <a:gdLst>
                <a:gd name="T0" fmla="*/ 30 w 74"/>
                <a:gd name="T1" fmla="*/ 0 h 68"/>
                <a:gd name="T2" fmla="*/ 6 w 74"/>
                <a:gd name="T3" fmla="*/ 3 h 68"/>
                <a:gd name="T4" fmla="*/ 0 w 74"/>
                <a:gd name="T5" fmla="*/ 26 h 68"/>
                <a:gd name="T6" fmla="*/ 37 w 74"/>
                <a:gd name="T7" fmla="*/ 47 h 68"/>
                <a:gd name="T8" fmla="*/ 74 w 74"/>
                <a:gd name="T9" fmla="*/ 68 h 68"/>
                <a:gd name="T10" fmla="*/ 67 w 74"/>
                <a:gd name="T11" fmla="*/ 38 h 68"/>
                <a:gd name="T12" fmla="*/ 44 w 74"/>
                <a:gd name="T13" fmla="*/ 9 h 68"/>
                <a:gd name="T14" fmla="*/ 30 w 74"/>
                <a:gd name="T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68">
                  <a:moveTo>
                    <a:pt x="30" y="0"/>
                  </a:moveTo>
                  <a:cubicBezTo>
                    <a:pt x="13" y="0"/>
                    <a:pt x="8" y="2"/>
                    <a:pt x="6" y="3"/>
                  </a:cubicBezTo>
                  <a:cubicBezTo>
                    <a:pt x="3" y="5"/>
                    <a:pt x="2" y="17"/>
                    <a:pt x="0" y="26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2" y="57"/>
                    <a:pt x="70" y="43"/>
                    <a:pt x="67" y="38"/>
                  </a:cubicBezTo>
                  <a:cubicBezTo>
                    <a:pt x="66" y="35"/>
                    <a:pt x="61" y="27"/>
                    <a:pt x="44" y="9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69" name="ïšľiḋe"/>
            <p:cNvSpPr/>
            <p:nvPr/>
          </p:nvSpPr>
          <p:spPr bwMode="auto">
            <a:xfrm>
              <a:off x="7143750" y="2901951"/>
              <a:ext cx="53975" cy="161925"/>
            </a:xfrm>
            <a:custGeom>
              <a:avLst/>
              <a:gdLst>
                <a:gd name="T0" fmla="*/ 0 w 16"/>
                <a:gd name="T1" fmla="*/ 12 h 49"/>
                <a:gd name="T2" fmla="*/ 0 w 16"/>
                <a:gd name="T3" fmla="*/ 28 h 49"/>
                <a:gd name="T4" fmla="*/ 0 w 16"/>
                <a:gd name="T5" fmla="*/ 36 h 49"/>
                <a:gd name="T6" fmla="*/ 16 w 16"/>
                <a:gd name="T7" fmla="*/ 45 h 49"/>
                <a:gd name="T8" fmla="*/ 16 w 16"/>
                <a:gd name="T9" fmla="*/ 37 h 49"/>
                <a:gd name="T10" fmla="*/ 16 w 16"/>
                <a:gd name="T11" fmla="*/ 21 h 49"/>
                <a:gd name="T12" fmla="*/ 0 w 16"/>
                <a:gd name="T13" fmla="*/ 1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9">
                  <a:moveTo>
                    <a:pt x="0" y="12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4" y="45"/>
                    <a:pt x="12" y="49"/>
                    <a:pt x="16" y="45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9"/>
                    <a:pt x="0" y="0"/>
                    <a:pt x="0" y="12"/>
                  </a:cubicBezTo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0" name="î$ļîḋe"/>
            <p:cNvSpPr/>
            <p:nvPr/>
          </p:nvSpPr>
          <p:spPr bwMode="auto">
            <a:xfrm>
              <a:off x="7112000" y="2874963"/>
              <a:ext cx="19050" cy="47625"/>
            </a:xfrm>
            <a:custGeom>
              <a:avLst/>
              <a:gdLst>
                <a:gd name="T0" fmla="*/ 1 w 6"/>
                <a:gd name="T1" fmla="*/ 1 h 14"/>
                <a:gd name="T2" fmla="*/ 5 w 6"/>
                <a:gd name="T3" fmla="*/ 7 h 14"/>
                <a:gd name="T4" fmla="*/ 4 w 6"/>
                <a:gd name="T5" fmla="*/ 14 h 14"/>
                <a:gd name="T6" fmla="*/ 0 w 6"/>
                <a:gd name="T7" fmla="*/ 7 h 14"/>
                <a:gd name="T8" fmla="*/ 1 w 6"/>
                <a:gd name="T9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4">
                  <a:moveTo>
                    <a:pt x="1" y="1"/>
                  </a:moveTo>
                  <a:cubicBezTo>
                    <a:pt x="3" y="1"/>
                    <a:pt x="5" y="4"/>
                    <a:pt x="5" y="7"/>
                  </a:cubicBezTo>
                  <a:cubicBezTo>
                    <a:pt x="6" y="11"/>
                    <a:pt x="6" y="14"/>
                    <a:pt x="4" y="14"/>
                  </a:cubicBezTo>
                  <a:cubicBezTo>
                    <a:pt x="3" y="13"/>
                    <a:pt x="1" y="10"/>
                    <a:pt x="0" y="7"/>
                  </a:cubicBezTo>
                  <a:cubicBezTo>
                    <a:pt x="0" y="3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1" name="îšḷiḓè"/>
            <p:cNvSpPr/>
            <p:nvPr/>
          </p:nvSpPr>
          <p:spPr bwMode="auto">
            <a:xfrm>
              <a:off x="7210425" y="2935288"/>
              <a:ext cx="19050" cy="42863"/>
            </a:xfrm>
            <a:custGeom>
              <a:avLst/>
              <a:gdLst>
                <a:gd name="T0" fmla="*/ 4 w 6"/>
                <a:gd name="T1" fmla="*/ 1 h 13"/>
                <a:gd name="T2" fmla="*/ 0 w 6"/>
                <a:gd name="T3" fmla="*/ 4 h 13"/>
                <a:gd name="T4" fmla="*/ 2 w 6"/>
                <a:gd name="T5" fmla="*/ 11 h 13"/>
                <a:gd name="T6" fmla="*/ 5 w 6"/>
                <a:gd name="T7" fmla="*/ 9 h 13"/>
                <a:gd name="T8" fmla="*/ 4 w 6"/>
                <a:gd name="T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3">
                  <a:moveTo>
                    <a:pt x="4" y="1"/>
                  </a:moveTo>
                  <a:cubicBezTo>
                    <a:pt x="3" y="0"/>
                    <a:pt x="1" y="1"/>
                    <a:pt x="0" y="4"/>
                  </a:cubicBezTo>
                  <a:cubicBezTo>
                    <a:pt x="0" y="6"/>
                    <a:pt x="0" y="10"/>
                    <a:pt x="2" y="11"/>
                  </a:cubicBezTo>
                  <a:cubicBezTo>
                    <a:pt x="3" y="13"/>
                    <a:pt x="5" y="11"/>
                    <a:pt x="5" y="9"/>
                  </a:cubicBezTo>
                  <a:cubicBezTo>
                    <a:pt x="6" y="6"/>
                    <a:pt x="6" y="3"/>
                    <a:pt x="4" y="1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2" name="îśľíḓé"/>
            <p:cNvSpPr/>
            <p:nvPr/>
          </p:nvSpPr>
          <p:spPr bwMode="auto">
            <a:xfrm>
              <a:off x="7140575" y="2994026"/>
              <a:ext cx="30163" cy="73025"/>
            </a:xfrm>
            <a:custGeom>
              <a:avLst/>
              <a:gdLst>
                <a:gd name="T0" fmla="*/ 2 w 19"/>
                <a:gd name="T1" fmla="*/ 0 h 46"/>
                <a:gd name="T2" fmla="*/ 0 w 19"/>
                <a:gd name="T3" fmla="*/ 6 h 46"/>
                <a:gd name="T4" fmla="*/ 5 w 19"/>
                <a:gd name="T5" fmla="*/ 46 h 46"/>
                <a:gd name="T6" fmla="*/ 19 w 19"/>
                <a:gd name="T7" fmla="*/ 35 h 46"/>
                <a:gd name="T8" fmla="*/ 2 w 19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6">
                  <a:moveTo>
                    <a:pt x="2" y="0"/>
                  </a:moveTo>
                  <a:lnTo>
                    <a:pt x="0" y="6"/>
                  </a:lnTo>
                  <a:lnTo>
                    <a:pt x="5" y="46"/>
                  </a:lnTo>
                  <a:lnTo>
                    <a:pt x="19" y="3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3" name="íŝľïďé"/>
            <p:cNvSpPr/>
            <p:nvPr/>
          </p:nvSpPr>
          <p:spPr bwMode="auto">
            <a:xfrm>
              <a:off x="7140575" y="2994026"/>
              <a:ext cx="30163" cy="73025"/>
            </a:xfrm>
            <a:custGeom>
              <a:avLst/>
              <a:gdLst>
                <a:gd name="T0" fmla="*/ 2 w 19"/>
                <a:gd name="T1" fmla="*/ 0 h 46"/>
                <a:gd name="T2" fmla="*/ 0 w 19"/>
                <a:gd name="T3" fmla="*/ 6 h 46"/>
                <a:gd name="T4" fmla="*/ 5 w 19"/>
                <a:gd name="T5" fmla="*/ 46 h 46"/>
                <a:gd name="T6" fmla="*/ 19 w 19"/>
                <a:gd name="T7" fmla="*/ 35 h 46"/>
                <a:gd name="T8" fmla="*/ 2 w 19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6">
                  <a:moveTo>
                    <a:pt x="2" y="0"/>
                  </a:moveTo>
                  <a:lnTo>
                    <a:pt x="0" y="6"/>
                  </a:lnTo>
                  <a:lnTo>
                    <a:pt x="5" y="46"/>
                  </a:lnTo>
                  <a:lnTo>
                    <a:pt x="19" y="35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4" name="i$ḷîdê"/>
            <p:cNvSpPr/>
            <p:nvPr/>
          </p:nvSpPr>
          <p:spPr bwMode="auto">
            <a:xfrm>
              <a:off x="7143750" y="2981326"/>
              <a:ext cx="53975" cy="39688"/>
            </a:xfrm>
            <a:custGeom>
              <a:avLst/>
              <a:gdLst>
                <a:gd name="T0" fmla="*/ 0 w 16"/>
                <a:gd name="T1" fmla="*/ 0 h 12"/>
                <a:gd name="T2" fmla="*/ 0 w 16"/>
                <a:gd name="T3" fmla="*/ 0 h 12"/>
                <a:gd name="T4" fmla="*/ 8 w 16"/>
                <a:gd name="T5" fmla="*/ 11 h 12"/>
                <a:gd name="T6" fmla="*/ 11 w 16"/>
                <a:gd name="T7" fmla="*/ 12 h 12"/>
                <a:gd name="T8" fmla="*/ 16 w 16"/>
                <a:gd name="T9" fmla="*/ 10 h 12"/>
                <a:gd name="T10" fmla="*/ 16 w 16"/>
                <a:gd name="T11" fmla="*/ 9 h 12"/>
                <a:gd name="T12" fmla="*/ 11 w 16"/>
                <a:gd name="T13" fmla="*/ 10 h 12"/>
                <a:gd name="T14" fmla="*/ 8 w 16"/>
                <a:gd name="T15" fmla="*/ 9 h 12"/>
                <a:gd name="T16" fmla="*/ 0 w 16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" y="9"/>
                    <a:pt x="8" y="11"/>
                  </a:cubicBezTo>
                  <a:cubicBezTo>
                    <a:pt x="9" y="12"/>
                    <a:pt x="10" y="12"/>
                    <a:pt x="11" y="12"/>
                  </a:cubicBezTo>
                  <a:cubicBezTo>
                    <a:pt x="13" y="12"/>
                    <a:pt x="16" y="10"/>
                    <a:pt x="16" y="1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4" y="9"/>
                    <a:pt x="13" y="10"/>
                    <a:pt x="11" y="10"/>
                  </a:cubicBezTo>
                  <a:cubicBezTo>
                    <a:pt x="10" y="10"/>
                    <a:pt x="9" y="9"/>
                    <a:pt x="8" y="9"/>
                  </a:cubicBezTo>
                  <a:cubicBezTo>
                    <a:pt x="6" y="8"/>
                    <a:pt x="3" y="4"/>
                    <a:pt x="0" y="0"/>
                  </a:cubicBezTo>
                </a:path>
              </a:pathLst>
            </a:custGeom>
            <a:solidFill>
              <a:srgbClr val="CC96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5" name="íṣḷîdè"/>
            <p:cNvSpPr/>
            <p:nvPr/>
          </p:nvSpPr>
          <p:spPr bwMode="auto">
            <a:xfrm>
              <a:off x="7091363" y="2773363"/>
              <a:ext cx="158750" cy="244475"/>
            </a:xfrm>
            <a:custGeom>
              <a:avLst/>
              <a:gdLst>
                <a:gd name="T0" fmla="*/ 24 w 48"/>
                <a:gd name="T1" fmla="*/ 14 h 74"/>
                <a:gd name="T2" fmla="*/ 11 w 48"/>
                <a:gd name="T3" fmla="*/ 53 h 74"/>
                <a:gd name="T4" fmla="*/ 24 w 48"/>
                <a:gd name="T5" fmla="*/ 72 h 74"/>
                <a:gd name="T6" fmla="*/ 37 w 48"/>
                <a:gd name="T7" fmla="*/ 68 h 74"/>
                <a:gd name="T8" fmla="*/ 24 w 48"/>
                <a:gd name="T9" fmla="*/ 1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74">
                  <a:moveTo>
                    <a:pt x="24" y="14"/>
                  </a:moveTo>
                  <a:cubicBezTo>
                    <a:pt x="0" y="0"/>
                    <a:pt x="9" y="48"/>
                    <a:pt x="11" y="53"/>
                  </a:cubicBezTo>
                  <a:cubicBezTo>
                    <a:pt x="12" y="57"/>
                    <a:pt x="20" y="70"/>
                    <a:pt x="24" y="72"/>
                  </a:cubicBezTo>
                  <a:cubicBezTo>
                    <a:pt x="28" y="74"/>
                    <a:pt x="36" y="71"/>
                    <a:pt x="37" y="68"/>
                  </a:cubicBezTo>
                  <a:cubicBezTo>
                    <a:pt x="39" y="66"/>
                    <a:pt x="48" y="28"/>
                    <a:pt x="24" y="14"/>
                  </a:cubicBezTo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6" name="iSľíḍè"/>
            <p:cNvSpPr/>
            <p:nvPr/>
          </p:nvSpPr>
          <p:spPr bwMode="auto">
            <a:xfrm>
              <a:off x="7104063" y="2794001"/>
              <a:ext cx="133350" cy="177800"/>
            </a:xfrm>
            <a:custGeom>
              <a:avLst/>
              <a:gdLst>
                <a:gd name="T0" fmla="*/ 31 w 40"/>
                <a:gd name="T1" fmla="*/ 15 h 54"/>
                <a:gd name="T2" fmla="*/ 6 w 40"/>
                <a:gd name="T3" fmla="*/ 5 h 54"/>
                <a:gd name="T4" fmla="*/ 4 w 40"/>
                <a:gd name="T5" fmla="*/ 35 h 54"/>
                <a:gd name="T6" fmla="*/ 5 w 40"/>
                <a:gd name="T7" fmla="*/ 36 h 54"/>
                <a:gd name="T8" fmla="*/ 5 w 40"/>
                <a:gd name="T9" fmla="*/ 28 h 54"/>
                <a:gd name="T10" fmla="*/ 29 w 40"/>
                <a:gd name="T11" fmla="*/ 29 h 54"/>
                <a:gd name="T12" fmla="*/ 31 w 40"/>
                <a:gd name="T13" fmla="*/ 28 h 54"/>
                <a:gd name="T14" fmla="*/ 35 w 40"/>
                <a:gd name="T15" fmla="*/ 48 h 54"/>
                <a:gd name="T16" fmla="*/ 35 w 40"/>
                <a:gd name="T17" fmla="*/ 51 h 54"/>
                <a:gd name="T18" fmla="*/ 35 w 40"/>
                <a:gd name="T19" fmla="*/ 53 h 54"/>
                <a:gd name="T20" fmla="*/ 35 w 40"/>
                <a:gd name="T21" fmla="*/ 54 h 54"/>
                <a:gd name="T22" fmla="*/ 36 w 40"/>
                <a:gd name="T23" fmla="*/ 54 h 54"/>
                <a:gd name="T24" fmla="*/ 36 w 40"/>
                <a:gd name="T25" fmla="*/ 54 h 54"/>
                <a:gd name="T26" fmla="*/ 36 w 40"/>
                <a:gd name="T27" fmla="*/ 53 h 54"/>
                <a:gd name="T28" fmla="*/ 36 w 40"/>
                <a:gd name="T29" fmla="*/ 51 h 54"/>
                <a:gd name="T30" fmla="*/ 31 w 40"/>
                <a:gd name="T31" fmla="*/ 1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" h="54">
                  <a:moveTo>
                    <a:pt x="31" y="15"/>
                  </a:moveTo>
                  <a:cubicBezTo>
                    <a:pt x="23" y="2"/>
                    <a:pt x="10" y="0"/>
                    <a:pt x="6" y="5"/>
                  </a:cubicBezTo>
                  <a:cubicBezTo>
                    <a:pt x="0" y="12"/>
                    <a:pt x="3" y="27"/>
                    <a:pt x="4" y="35"/>
                  </a:cubicBezTo>
                  <a:cubicBezTo>
                    <a:pt x="4" y="36"/>
                    <a:pt x="4" y="36"/>
                    <a:pt x="5" y="36"/>
                  </a:cubicBezTo>
                  <a:cubicBezTo>
                    <a:pt x="5" y="34"/>
                    <a:pt x="2" y="28"/>
                    <a:pt x="5" y="28"/>
                  </a:cubicBezTo>
                  <a:cubicBezTo>
                    <a:pt x="25" y="34"/>
                    <a:pt x="28" y="28"/>
                    <a:pt x="29" y="29"/>
                  </a:cubicBezTo>
                  <a:cubicBezTo>
                    <a:pt x="30" y="29"/>
                    <a:pt x="31" y="29"/>
                    <a:pt x="31" y="28"/>
                  </a:cubicBezTo>
                  <a:cubicBezTo>
                    <a:pt x="33" y="37"/>
                    <a:pt x="34" y="42"/>
                    <a:pt x="35" y="48"/>
                  </a:cubicBezTo>
                  <a:cubicBezTo>
                    <a:pt x="35" y="49"/>
                    <a:pt x="35" y="50"/>
                    <a:pt x="35" y="51"/>
                  </a:cubicBezTo>
                  <a:cubicBezTo>
                    <a:pt x="35" y="51"/>
                    <a:pt x="35" y="53"/>
                    <a:pt x="35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52"/>
                    <a:pt x="36" y="52"/>
                    <a:pt x="36" y="51"/>
                  </a:cubicBezTo>
                  <a:cubicBezTo>
                    <a:pt x="37" y="46"/>
                    <a:pt x="40" y="23"/>
                    <a:pt x="31" y="15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7" name="îşliďè"/>
            <p:cNvSpPr/>
            <p:nvPr/>
          </p:nvSpPr>
          <p:spPr bwMode="auto">
            <a:xfrm>
              <a:off x="7170738" y="3024188"/>
              <a:ext cx="26988" cy="68263"/>
            </a:xfrm>
            <a:custGeom>
              <a:avLst/>
              <a:gdLst>
                <a:gd name="T0" fmla="*/ 17 w 17"/>
                <a:gd name="T1" fmla="*/ 0 h 43"/>
                <a:gd name="T2" fmla="*/ 17 w 17"/>
                <a:gd name="T3" fmla="*/ 8 h 43"/>
                <a:gd name="T4" fmla="*/ 15 w 17"/>
                <a:gd name="T5" fmla="*/ 43 h 43"/>
                <a:gd name="T6" fmla="*/ 0 w 17"/>
                <a:gd name="T7" fmla="*/ 16 h 43"/>
                <a:gd name="T8" fmla="*/ 17 w 17"/>
                <a:gd name="T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43">
                  <a:moveTo>
                    <a:pt x="17" y="0"/>
                  </a:moveTo>
                  <a:lnTo>
                    <a:pt x="17" y="8"/>
                  </a:lnTo>
                  <a:lnTo>
                    <a:pt x="15" y="43"/>
                  </a:lnTo>
                  <a:lnTo>
                    <a:pt x="0" y="1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8" name="iṩ1ïḓé"/>
            <p:cNvSpPr/>
            <p:nvPr/>
          </p:nvSpPr>
          <p:spPr bwMode="auto">
            <a:xfrm>
              <a:off x="7170738" y="3024188"/>
              <a:ext cx="26988" cy="68263"/>
            </a:xfrm>
            <a:custGeom>
              <a:avLst/>
              <a:gdLst>
                <a:gd name="T0" fmla="*/ 17 w 17"/>
                <a:gd name="T1" fmla="*/ 0 h 43"/>
                <a:gd name="T2" fmla="*/ 17 w 17"/>
                <a:gd name="T3" fmla="*/ 8 h 43"/>
                <a:gd name="T4" fmla="*/ 15 w 17"/>
                <a:gd name="T5" fmla="*/ 43 h 43"/>
                <a:gd name="T6" fmla="*/ 0 w 17"/>
                <a:gd name="T7" fmla="*/ 16 h 43"/>
                <a:gd name="T8" fmla="*/ 17 w 17"/>
                <a:gd name="T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43">
                  <a:moveTo>
                    <a:pt x="17" y="0"/>
                  </a:moveTo>
                  <a:lnTo>
                    <a:pt x="17" y="8"/>
                  </a:lnTo>
                  <a:lnTo>
                    <a:pt x="15" y="43"/>
                  </a:lnTo>
                  <a:lnTo>
                    <a:pt x="0" y="16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79" name="îŝľïḑe"/>
            <p:cNvSpPr/>
            <p:nvPr/>
          </p:nvSpPr>
          <p:spPr bwMode="auto">
            <a:xfrm>
              <a:off x="7143750" y="2994026"/>
              <a:ext cx="53975" cy="55563"/>
            </a:xfrm>
            <a:custGeom>
              <a:avLst/>
              <a:gdLst>
                <a:gd name="T0" fmla="*/ 0 w 34"/>
                <a:gd name="T1" fmla="*/ 0 h 35"/>
                <a:gd name="T2" fmla="*/ 0 w 34"/>
                <a:gd name="T3" fmla="*/ 0 h 35"/>
                <a:gd name="T4" fmla="*/ 17 w 34"/>
                <a:gd name="T5" fmla="*/ 35 h 35"/>
                <a:gd name="T6" fmla="*/ 34 w 34"/>
                <a:gd name="T7" fmla="*/ 19 h 35"/>
                <a:gd name="T8" fmla="*/ 34 w 34"/>
                <a:gd name="T9" fmla="*/ 19 h 35"/>
                <a:gd name="T10" fmla="*/ 17 w 34"/>
                <a:gd name="T11" fmla="*/ 35 h 35"/>
                <a:gd name="T12" fmla="*/ 0 w 34"/>
                <a:gd name="T13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5">
                  <a:moveTo>
                    <a:pt x="0" y="0"/>
                  </a:moveTo>
                  <a:lnTo>
                    <a:pt x="0" y="0"/>
                  </a:lnTo>
                  <a:lnTo>
                    <a:pt x="17" y="35"/>
                  </a:lnTo>
                  <a:lnTo>
                    <a:pt x="34" y="19"/>
                  </a:lnTo>
                  <a:lnTo>
                    <a:pt x="34" y="19"/>
                  </a:lnTo>
                  <a:lnTo>
                    <a:pt x="17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B1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0" name="í$ḻiḑe"/>
            <p:cNvSpPr/>
            <p:nvPr/>
          </p:nvSpPr>
          <p:spPr bwMode="auto">
            <a:xfrm>
              <a:off x="7143750" y="2994026"/>
              <a:ext cx="53975" cy="55563"/>
            </a:xfrm>
            <a:custGeom>
              <a:avLst/>
              <a:gdLst>
                <a:gd name="T0" fmla="*/ 0 w 34"/>
                <a:gd name="T1" fmla="*/ 0 h 35"/>
                <a:gd name="T2" fmla="*/ 0 w 34"/>
                <a:gd name="T3" fmla="*/ 0 h 35"/>
                <a:gd name="T4" fmla="*/ 17 w 34"/>
                <a:gd name="T5" fmla="*/ 35 h 35"/>
                <a:gd name="T6" fmla="*/ 34 w 34"/>
                <a:gd name="T7" fmla="*/ 19 h 35"/>
                <a:gd name="T8" fmla="*/ 34 w 34"/>
                <a:gd name="T9" fmla="*/ 19 h 35"/>
                <a:gd name="T10" fmla="*/ 17 w 34"/>
                <a:gd name="T11" fmla="*/ 35 h 35"/>
                <a:gd name="T12" fmla="*/ 0 w 34"/>
                <a:gd name="T13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5">
                  <a:moveTo>
                    <a:pt x="0" y="0"/>
                  </a:moveTo>
                  <a:lnTo>
                    <a:pt x="0" y="0"/>
                  </a:lnTo>
                  <a:lnTo>
                    <a:pt x="17" y="35"/>
                  </a:lnTo>
                  <a:lnTo>
                    <a:pt x="34" y="19"/>
                  </a:lnTo>
                  <a:lnTo>
                    <a:pt x="34" y="19"/>
                  </a:lnTo>
                  <a:lnTo>
                    <a:pt x="17" y="3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1" name="îṧliḋé"/>
            <p:cNvSpPr/>
            <p:nvPr/>
          </p:nvSpPr>
          <p:spPr bwMode="auto">
            <a:xfrm>
              <a:off x="7164388" y="3076576"/>
              <a:ext cx="9525" cy="6350"/>
            </a:xfrm>
            <a:custGeom>
              <a:avLst/>
              <a:gdLst>
                <a:gd name="T0" fmla="*/ 0 w 6"/>
                <a:gd name="T1" fmla="*/ 0 h 4"/>
                <a:gd name="T2" fmla="*/ 0 w 6"/>
                <a:gd name="T3" fmla="*/ 0 h 4"/>
                <a:gd name="T4" fmla="*/ 6 w 6"/>
                <a:gd name="T5" fmla="*/ 4 h 4"/>
                <a:gd name="T6" fmla="*/ 6 w 6"/>
                <a:gd name="T7" fmla="*/ 4 h 4"/>
                <a:gd name="T8" fmla="*/ 0 w 6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2B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2" name="işliḋê"/>
            <p:cNvSpPr/>
            <p:nvPr/>
          </p:nvSpPr>
          <p:spPr bwMode="auto">
            <a:xfrm>
              <a:off x="7164388" y="3076576"/>
              <a:ext cx="9525" cy="6350"/>
            </a:xfrm>
            <a:custGeom>
              <a:avLst/>
              <a:gdLst>
                <a:gd name="T0" fmla="*/ 0 w 6"/>
                <a:gd name="T1" fmla="*/ 0 h 4"/>
                <a:gd name="T2" fmla="*/ 0 w 6"/>
                <a:gd name="T3" fmla="*/ 0 h 4"/>
                <a:gd name="T4" fmla="*/ 6 w 6"/>
                <a:gd name="T5" fmla="*/ 4 h 4"/>
                <a:gd name="T6" fmla="*/ 6 w 6"/>
                <a:gd name="T7" fmla="*/ 4 h 4"/>
                <a:gd name="T8" fmla="*/ 0 w 6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0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3" name="íSlíḋé"/>
            <p:cNvSpPr/>
            <p:nvPr/>
          </p:nvSpPr>
          <p:spPr bwMode="auto">
            <a:xfrm>
              <a:off x="7137400" y="2760663"/>
              <a:ext cx="79375" cy="92075"/>
            </a:xfrm>
            <a:custGeom>
              <a:avLst/>
              <a:gdLst>
                <a:gd name="T0" fmla="*/ 22 w 24"/>
                <a:gd name="T1" fmla="*/ 14 h 28"/>
                <a:gd name="T2" fmla="*/ 15 w 24"/>
                <a:gd name="T3" fmla="*/ 28 h 28"/>
                <a:gd name="T4" fmla="*/ 2 w 24"/>
                <a:gd name="T5" fmla="*/ 14 h 28"/>
                <a:gd name="T6" fmla="*/ 9 w 24"/>
                <a:gd name="T7" fmla="*/ 0 h 28"/>
                <a:gd name="T8" fmla="*/ 22 w 24"/>
                <a:gd name="T9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8">
                  <a:moveTo>
                    <a:pt x="22" y="14"/>
                  </a:moveTo>
                  <a:cubicBezTo>
                    <a:pt x="24" y="21"/>
                    <a:pt x="21" y="28"/>
                    <a:pt x="15" y="28"/>
                  </a:cubicBezTo>
                  <a:cubicBezTo>
                    <a:pt x="10" y="28"/>
                    <a:pt x="4" y="21"/>
                    <a:pt x="2" y="14"/>
                  </a:cubicBezTo>
                  <a:cubicBezTo>
                    <a:pt x="0" y="6"/>
                    <a:pt x="3" y="0"/>
                    <a:pt x="9" y="0"/>
                  </a:cubicBezTo>
                  <a:cubicBezTo>
                    <a:pt x="14" y="0"/>
                    <a:pt x="20" y="6"/>
                    <a:pt x="22" y="14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4" name="îṣḻídè"/>
            <p:cNvSpPr/>
            <p:nvPr/>
          </p:nvSpPr>
          <p:spPr bwMode="auto">
            <a:xfrm>
              <a:off x="5626100" y="2143126"/>
              <a:ext cx="244475" cy="225425"/>
            </a:xfrm>
            <a:custGeom>
              <a:avLst/>
              <a:gdLst>
                <a:gd name="T0" fmla="*/ 30 w 74"/>
                <a:gd name="T1" fmla="*/ 0 h 68"/>
                <a:gd name="T2" fmla="*/ 7 w 74"/>
                <a:gd name="T3" fmla="*/ 3 h 68"/>
                <a:gd name="T4" fmla="*/ 0 w 74"/>
                <a:gd name="T5" fmla="*/ 26 h 68"/>
                <a:gd name="T6" fmla="*/ 37 w 74"/>
                <a:gd name="T7" fmla="*/ 47 h 68"/>
                <a:gd name="T8" fmla="*/ 74 w 74"/>
                <a:gd name="T9" fmla="*/ 68 h 68"/>
                <a:gd name="T10" fmla="*/ 68 w 74"/>
                <a:gd name="T11" fmla="*/ 38 h 68"/>
                <a:gd name="T12" fmla="*/ 45 w 74"/>
                <a:gd name="T13" fmla="*/ 9 h 68"/>
                <a:gd name="T14" fmla="*/ 30 w 74"/>
                <a:gd name="T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68">
                  <a:moveTo>
                    <a:pt x="30" y="0"/>
                  </a:moveTo>
                  <a:cubicBezTo>
                    <a:pt x="14" y="0"/>
                    <a:pt x="9" y="2"/>
                    <a:pt x="7" y="3"/>
                  </a:cubicBezTo>
                  <a:cubicBezTo>
                    <a:pt x="4" y="5"/>
                    <a:pt x="2" y="17"/>
                    <a:pt x="0" y="26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2" y="57"/>
                    <a:pt x="71" y="43"/>
                    <a:pt x="68" y="38"/>
                  </a:cubicBezTo>
                  <a:cubicBezTo>
                    <a:pt x="66" y="35"/>
                    <a:pt x="61" y="27"/>
                    <a:pt x="45" y="9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F5DC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5" name="ïSľíde"/>
            <p:cNvSpPr/>
            <p:nvPr/>
          </p:nvSpPr>
          <p:spPr bwMode="auto">
            <a:xfrm>
              <a:off x="5626100" y="2143126"/>
              <a:ext cx="244475" cy="225425"/>
            </a:xfrm>
            <a:custGeom>
              <a:avLst/>
              <a:gdLst>
                <a:gd name="T0" fmla="*/ 30 w 74"/>
                <a:gd name="T1" fmla="*/ 0 h 68"/>
                <a:gd name="T2" fmla="*/ 7 w 74"/>
                <a:gd name="T3" fmla="*/ 3 h 68"/>
                <a:gd name="T4" fmla="*/ 0 w 74"/>
                <a:gd name="T5" fmla="*/ 26 h 68"/>
                <a:gd name="T6" fmla="*/ 37 w 74"/>
                <a:gd name="T7" fmla="*/ 47 h 68"/>
                <a:gd name="T8" fmla="*/ 74 w 74"/>
                <a:gd name="T9" fmla="*/ 68 h 68"/>
                <a:gd name="T10" fmla="*/ 68 w 74"/>
                <a:gd name="T11" fmla="*/ 38 h 68"/>
                <a:gd name="T12" fmla="*/ 45 w 74"/>
                <a:gd name="T13" fmla="*/ 9 h 68"/>
                <a:gd name="T14" fmla="*/ 30 w 74"/>
                <a:gd name="T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68">
                  <a:moveTo>
                    <a:pt x="30" y="0"/>
                  </a:moveTo>
                  <a:cubicBezTo>
                    <a:pt x="14" y="0"/>
                    <a:pt x="9" y="2"/>
                    <a:pt x="7" y="3"/>
                  </a:cubicBezTo>
                  <a:cubicBezTo>
                    <a:pt x="4" y="5"/>
                    <a:pt x="2" y="17"/>
                    <a:pt x="0" y="26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2" y="57"/>
                    <a:pt x="71" y="43"/>
                    <a:pt x="68" y="38"/>
                  </a:cubicBezTo>
                  <a:cubicBezTo>
                    <a:pt x="66" y="35"/>
                    <a:pt x="61" y="27"/>
                    <a:pt x="45" y="9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6" name="íŝľiḍe"/>
            <p:cNvSpPr/>
            <p:nvPr/>
          </p:nvSpPr>
          <p:spPr bwMode="auto">
            <a:xfrm>
              <a:off x="5722938" y="2041526"/>
              <a:ext cx="52388" cy="161925"/>
            </a:xfrm>
            <a:custGeom>
              <a:avLst/>
              <a:gdLst>
                <a:gd name="T0" fmla="*/ 0 w 16"/>
                <a:gd name="T1" fmla="*/ 12 h 49"/>
                <a:gd name="T2" fmla="*/ 0 w 16"/>
                <a:gd name="T3" fmla="*/ 28 h 49"/>
                <a:gd name="T4" fmla="*/ 0 w 16"/>
                <a:gd name="T5" fmla="*/ 36 h 49"/>
                <a:gd name="T6" fmla="*/ 16 w 16"/>
                <a:gd name="T7" fmla="*/ 45 h 49"/>
                <a:gd name="T8" fmla="*/ 16 w 16"/>
                <a:gd name="T9" fmla="*/ 37 h 49"/>
                <a:gd name="T10" fmla="*/ 16 w 16"/>
                <a:gd name="T11" fmla="*/ 21 h 49"/>
                <a:gd name="T12" fmla="*/ 0 w 16"/>
                <a:gd name="T13" fmla="*/ 1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9">
                  <a:moveTo>
                    <a:pt x="0" y="12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45"/>
                    <a:pt x="12" y="49"/>
                    <a:pt x="16" y="45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9"/>
                    <a:pt x="0" y="0"/>
                    <a:pt x="0" y="12"/>
                  </a:cubicBezTo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7" name="is1íḓê"/>
            <p:cNvSpPr/>
            <p:nvPr/>
          </p:nvSpPr>
          <p:spPr bwMode="auto">
            <a:xfrm>
              <a:off x="5689600" y="2014538"/>
              <a:ext cx="19050" cy="47625"/>
            </a:xfrm>
            <a:custGeom>
              <a:avLst/>
              <a:gdLst>
                <a:gd name="T0" fmla="*/ 2 w 6"/>
                <a:gd name="T1" fmla="*/ 1 h 14"/>
                <a:gd name="T2" fmla="*/ 6 w 6"/>
                <a:gd name="T3" fmla="*/ 7 h 14"/>
                <a:gd name="T4" fmla="*/ 5 w 6"/>
                <a:gd name="T5" fmla="*/ 14 h 14"/>
                <a:gd name="T6" fmla="*/ 1 w 6"/>
                <a:gd name="T7" fmla="*/ 7 h 14"/>
                <a:gd name="T8" fmla="*/ 2 w 6"/>
                <a:gd name="T9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4">
                  <a:moveTo>
                    <a:pt x="2" y="1"/>
                  </a:moveTo>
                  <a:cubicBezTo>
                    <a:pt x="3" y="1"/>
                    <a:pt x="5" y="4"/>
                    <a:pt x="6" y="7"/>
                  </a:cubicBezTo>
                  <a:cubicBezTo>
                    <a:pt x="6" y="11"/>
                    <a:pt x="6" y="14"/>
                    <a:pt x="5" y="14"/>
                  </a:cubicBezTo>
                  <a:cubicBezTo>
                    <a:pt x="3" y="13"/>
                    <a:pt x="1" y="10"/>
                    <a:pt x="1" y="7"/>
                  </a:cubicBezTo>
                  <a:cubicBezTo>
                    <a:pt x="0" y="3"/>
                    <a:pt x="0" y="0"/>
                    <a:pt x="2" y="1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8" name="iṣļíḍé"/>
            <p:cNvSpPr/>
            <p:nvPr/>
          </p:nvSpPr>
          <p:spPr bwMode="auto">
            <a:xfrm>
              <a:off x="5788025" y="2074863"/>
              <a:ext cx="23813" cy="39688"/>
            </a:xfrm>
            <a:custGeom>
              <a:avLst/>
              <a:gdLst>
                <a:gd name="T0" fmla="*/ 5 w 7"/>
                <a:gd name="T1" fmla="*/ 1 h 12"/>
                <a:gd name="T2" fmla="*/ 1 w 7"/>
                <a:gd name="T3" fmla="*/ 4 h 12"/>
                <a:gd name="T4" fmla="*/ 2 w 7"/>
                <a:gd name="T5" fmla="*/ 11 h 12"/>
                <a:gd name="T6" fmla="*/ 6 w 7"/>
                <a:gd name="T7" fmla="*/ 9 h 12"/>
                <a:gd name="T8" fmla="*/ 5 w 7"/>
                <a:gd name="T9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12">
                  <a:moveTo>
                    <a:pt x="5" y="1"/>
                  </a:moveTo>
                  <a:cubicBezTo>
                    <a:pt x="3" y="0"/>
                    <a:pt x="2" y="1"/>
                    <a:pt x="1" y="4"/>
                  </a:cubicBezTo>
                  <a:cubicBezTo>
                    <a:pt x="0" y="6"/>
                    <a:pt x="0" y="10"/>
                    <a:pt x="2" y="11"/>
                  </a:cubicBezTo>
                  <a:cubicBezTo>
                    <a:pt x="3" y="12"/>
                    <a:pt x="5" y="11"/>
                    <a:pt x="6" y="9"/>
                  </a:cubicBezTo>
                  <a:cubicBezTo>
                    <a:pt x="7" y="6"/>
                    <a:pt x="6" y="3"/>
                    <a:pt x="5" y="1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89" name="ïşḻiḍê"/>
            <p:cNvSpPr/>
            <p:nvPr/>
          </p:nvSpPr>
          <p:spPr bwMode="auto">
            <a:xfrm>
              <a:off x="5711825" y="2179638"/>
              <a:ext cx="69850" cy="134938"/>
            </a:xfrm>
            <a:custGeom>
              <a:avLst/>
              <a:gdLst>
                <a:gd name="T0" fmla="*/ 11 w 21"/>
                <a:gd name="T1" fmla="*/ 3 h 41"/>
                <a:gd name="T2" fmla="*/ 0 w 21"/>
                <a:gd name="T3" fmla="*/ 1 h 41"/>
                <a:gd name="T4" fmla="*/ 4 w 21"/>
                <a:gd name="T5" fmla="*/ 32 h 41"/>
                <a:gd name="T6" fmla="*/ 19 w 21"/>
                <a:gd name="T7" fmla="*/ 41 h 41"/>
                <a:gd name="T8" fmla="*/ 21 w 21"/>
                <a:gd name="T9" fmla="*/ 13 h 41"/>
                <a:gd name="T10" fmla="*/ 11 w 21"/>
                <a:gd name="T11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41">
                  <a:moveTo>
                    <a:pt x="11" y="3"/>
                  </a:moveTo>
                  <a:cubicBezTo>
                    <a:pt x="11" y="3"/>
                    <a:pt x="0" y="0"/>
                    <a:pt x="0" y="1"/>
                  </a:cubicBezTo>
                  <a:cubicBezTo>
                    <a:pt x="0" y="2"/>
                    <a:pt x="4" y="32"/>
                    <a:pt x="4" y="3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11" y="3"/>
                    <a:pt x="11" y="3"/>
                    <a:pt x="1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0" name="iṡḷïdè"/>
            <p:cNvSpPr/>
            <p:nvPr/>
          </p:nvSpPr>
          <p:spPr bwMode="auto">
            <a:xfrm>
              <a:off x="5689600" y="2143126"/>
              <a:ext cx="46038" cy="149225"/>
            </a:xfrm>
            <a:custGeom>
              <a:avLst/>
              <a:gdLst>
                <a:gd name="T0" fmla="*/ 21 w 29"/>
                <a:gd name="T1" fmla="*/ 0 h 94"/>
                <a:gd name="T2" fmla="*/ 21 w 29"/>
                <a:gd name="T3" fmla="*/ 11 h 94"/>
                <a:gd name="T4" fmla="*/ 29 w 29"/>
                <a:gd name="T5" fmla="*/ 94 h 94"/>
                <a:gd name="T6" fmla="*/ 16 w 29"/>
                <a:gd name="T7" fmla="*/ 86 h 94"/>
                <a:gd name="T8" fmla="*/ 2 w 29"/>
                <a:gd name="T9" fmla="*/ 44 h 94"/>
                <a:gd name="T10" fmla="*/ 16 w 29"/>
                <a:gd name="T11" fmla="*/ 40 h 94"/>
                <a:gd name="T12" fmla="*/ 0 w 29"/>
                <a:gd name="T13" fmla="*/ 21 h 94"/>
                <a:gd name="T14" fmla="*/ 14 w 29"/>
                <a:gd name="T15" fmla="*/ 0 h 94"/>
                <a:gd name="T16" fmla="*/ 21 w 29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94">
                  <a:moveTo>
                    <a:pt x="21" y="0"/>
                  </a:moveTo>
                  <a:lnTo>
                    <a:pt x="21" y="11"/>
                  </a:lnTo>
                  <a:lnTo>
                    <a:pt x="29" y="94"/>
                  </a:lnTo>
                  <a:lnTo>
                    <a:pt x="16" y="86"/>
                  </a:lnTo>
                  <a:lnTo>
                    <a:pt x="2" y="44"/>
                  </a:lnTo>
                  <a:lnTo>
                    <a:pt x="16" y="40"/>
                  </a:lnTo>
                  <a:lnTo>
                    <a:pt x="0" y="21"/>
                  </a:lnTo>
                  <a:lnTo>
                    <a:pt x="14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1" name="íṣḻiḓé"/>
            <p:cNvSpPr/>
            <p:nvPr/>
          </p:nvSpPr>
          <p:spPr bwMode="auto">
            <a:xfrm>
              <a:off x="5689600" y="2143126"/>
              <a:ext cx="46038" cy="149225"/>
            </a:xfrm>
            <a:custGeom>
              <a:avLst/>
              <a:gdLst>
                <a:gd name="T0" fmla="*/ 21 w 29"/>
                <a:gd name="T1" fmla="*/ 0 h 94"/>
                <a:gd name="T2" fmla="*/ 21 w 29"/>
                <a:gd name="T3" fmla="*/ 11 h 94"/>
                <a:gd name="T4" fmla="*/ 29 w 29"/>
                <a:gd name="T5" fmla="*/ 94 h 94"/>
                <a:gd name="T6" fmla="*/ 16 w 29"/>
                <a:gd name="T7" fmla="*/ 86 h 94"/>
                <a:gd name="T8" fmla="*/ 2 w 29"/>
                <a:gd name="T9" fmla="*/ 44 h 94"/>
                <a:gd name="T10" fmla="*/ 16 w 29"/>
                <a:gd name="T11" fmla="*/ 40 h 94"/>
                <a:gd name="T12" fmla="*/ 0 w 29"/>
                <a:gd name="T13" fmla="*/ 21 h 94"/>
                <a:gd name="T14" fmla="*/ 14 w 29"/>
                <a:gd name="T15" fmla="*/ 0 h 94"/>
                <a:gd name="T16" fmla="*/ 21 w 29"/>
                <a:gd name="T1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94">
                  <a:moveTo>
                    <a:pt x="21" y="0"/>
                  </a:moveTo>
                  <a:lnTo>
                    <a:pt x="21" y="11"/>
                  </a:lnTo>
                  <a:lnTo>
                    <a:pt x="29" y="94"/>
                  </a:lnTo>
                  <a:lnTo>
                    <a:pt x="16" y="86"/>
                  </a:lnTo>
                  <a:lnTo>
                    <a:pt x="2" y="44"/>
                  </a:lnTo>
                  <a:lnTo>
                    <a:pt x="16" y="40"/>
                  </a:lnTo>
                  <a:lnTo>
                    <a:pt x="0" y="21"/>
                  </a:lnTo>
                  <a:lnTo>
                    <a:pt x="14" y="0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2" name="îṡļiḍe"/>
            <p:cNvSpPr/>
            <p:nvPr/>
          </p:nvSpPr>
          <p:spPr bwMode="auto">
            <a:xfrm>
              <a:off x="5765800" y="2173288"/>
              <a:ext cx="42863" cy="144463"/>
            </a:xfrm>
            <a:custGeom>
              <a:avLst/>
              <a:gdLst>
                <a:gd name="T0" fmla="*/ 6 w 27"/>
                <a:gd name="T1" fmla="*/ 0 h 91"/>
                <a:gd name="T2" fmla="*/ 6 w 27"/>
                <a:gd name="T3" fmla="*/ 11 h 91"/>
                <a:gd name="T4" fmla="*/ 0 w 27"/>
                <a:gd name="T5" fmla="*/ 85 h 91"/>
                <a:gd name="T6" fmla="*/ 12 w 27"/>
                <a:gd name="T7" fmla="*/ 91 h 91"/>
                <a:gd name="T8" fmla="*/ 25 w 27"/>
                <a:gd name="T9" fmla="*/ 65 h 91"/>
                <a:gd name="T10" fmla="*/ 12 w 27"/>
                <a:gd name="T11" fmla="*/ 46 h 91"/>
                <a:gd name="T12" fmla="*/ 27 w 27"/>
                <a:gd name="T13" fmla="*/ 46 h 91"/>
                <a:gd name="T14" fmla="*/ 14 w 27"/>
                <a:gd name="T15" fmla="*/ 11 h 91"/>
                <a:gd name="T16" fmla="*/ 6 w 27"/>
                <a:gd name="T17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91">
                  <a:moveTo>
                    <a:pt x="6" y="0"/>
                  </a:moveTo>
                  <a:lnTo>
                    <a:pt x="6" y="11"/>
                  </a:lnTo>
                  <a:lnTo>
                    <a:pt x="0" y="85"/>
                  </a:lnTo>
                  <a:lnTo>
                    <a:pt x="12" y="91"/>
                  </a:lnTo>
                  <a:lnTo>
                    <a:pt x="25" y="65"/>
                  </a:lnTo>
                  <a:lnTo>
                    <a:pt x="12" y="46"/>
                  </a:lnTo>
                  <a:lnTo>
                    <a:pt x="27" y="46"/>
                  </a:lnTo>
                  <a:lnTo>
                    <a:pt x="14" y="1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3" name="î$ḻidè"/>
            <p:cNvSpPr/>
            <p:nvPr/>
          </p:nvSpPr>
          <p:spPr bwMode="auto">
            <a:xfrm>
              <a:off x="5738813" y="2190751"/>
              <a:ext cx="22225" cy="31750"/>
            </a:xfrm>
            <a:custGeom>
              <a:avLst/>
              <a:gdLst>
                <a:gd name="T0" fmla="*/ 0 w 7"/>
                <a:gd name="T1" fmla="*/ 3 h 10"/>
                <a:gd name="T2" fmla="*/ 2 w 7"/>
                <a:gd name="T3" fmla="*/ 8 h 10"/>
                <a:gd name="T4" fmla="*/ 5 w 7"/>
                <a:gd name="T5" fmla="*/ 10 h 10"/>
                <a:gd name="T6" fmla="*/ 7 w 7"/>
                <a:gd name="T7" fmla="*/ 7 h 10"/>
                <a:gd name="T8" fmla="*/ 3 w 7"/>
                <a:gd name="T9" fmla="*/ 0 h 10"/>
                <a:gd name="T10" fmla="*/ 0 w 7"/>
                <a:gd name="T11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0">
                  <a:moveTo>
                    <a:pt x="0" y="3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4" y="9"/>
                    <a:pt x="5" y="10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3"/>
                    <a:pt x="0" y="3"/>
                    <a:pt x="0" y="3"/>
                  </a:cubicBezTo>
                </a:path>
              </a:pathLst>
            </a:custGeom>
            <a:solidFill>
              <a:srgbClr val="3838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4" name="ïṥļïḓe"/>
            <p:cNvSpPr/>
            <p:nvPr/>
          </p:nvSpPr>
          <p:spPr bwMode="auto">
            <a:xfrm>
              <a:off x="5735638" y="2216151"/>
              <a:ext cx="25400" cy="92075"/>
            </a:xfrm>
            <a:custGeom>
              <a:avLst/>
              <a:gdLst>
                <a:gd name="T0" fmla="*/ 6 w 16"/>
                <a:gd name="T1" fmla="*/ 0 h 58"/>
                <a:gd name="T2" fmla="*/ 0 w 16"/>
                <a:gd name="T3" fmla="*/ 48 h 58"/>
                <a:gd name="T4" fmla="*/ 16 w 16"/>
                <a:gd name="T5" fmla="*/ 58 h 58"/>
                <a:gd name="T6" fmla="*/ 12 w 16"/>
                <a:gd name="T7" fmla="*/ 4 h 58"/>
                <a:gd name="T8" fmla="*/ 6 w 16"/>
                <a:gd name="T9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58">
                  <a:moveTo>
                    <a:pt x="6" y="0"/>
                  </a:moveTo>
                  <a:lnTo>
                    <a:pt x="0" y="48"/>
                  </a:lnTo>
                  <a:lnTo>
                    <a:pt x="16" y="58"/>
                  </a:lnTo>
                  <a:lnTo>
                    <a:pt x="12" y="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838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5" name="í$lîďe"/>
            <p:cNvSpPr/>
            <p:nvPr/>
          </p:nvSpPr>
          <p:spPr bwMode="auto">
            <a:xfrm>
              <a:off x="5735638" y="2216151"/>
              <a:ext cx="25400" cy="92075"/>
            </a:xfrm>
            <a:custGeom>
              <a:avLst/>
              <a:gdLst>
                <a:gd name="T0" fmla="*/ 6 w 16"/>
                <a:gd name="T1" fmla="*/ 0 h 58"/>
                <a:gd name="T2" fmla="*/ 0 w 16"/>
                <a:gd name="T3" fmla="*/ 48 h 58"/>
                <a:gd name="T4" fmla="*/ 16 w 16"/>
                <a:gd name="T5" fmla="*/ 58 h 58"/>
                <a:gd name="T6" fmla="*/ 12 w 16"/>
                <a:gd name="T7" fmla="*/ 4 h 58"/>
                <a:gd name="T8" fmla="*/ 6 w 16"/>
                <a:gd name="T9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58">
                  <a:moveTo>
                    <a:pt x="6" y="0"/>
                  </a:moveTo>
                  <a:lnTo>
                    <a:pt x="0" y="48"/>
                  </a:lnTo>
                  <a:lnTo>
                    <a:pt x="16" y="58"/>
                  </a:lnTo>
                  <a:lnTo>
                    <a:pt x="12" y="4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6" name="ís1ïde"/>
            <p:cNvSpPr/>
            <p:nvPr/>
          </p:nvSpPr>
          <p:spPr bwMode="auto">
            <a:xfrm>
              <a:off x="5722938" y="2133601"/>
              <a:ext cx="25400" cy="73025"/>
            </a:xfrm>
            <a:custGeom>
              <a:avLst/>
              <a:gdLst>
                <a:gd name="T0" fmla="*/ 0 w 16"/>
                <a:gd name="T1" fmla="*/ 0 h 46"/>
                <a:gd name="T2" fmla="*/ 0 w 16"/>
                <a:gd name="T3" fmla="*/ 6 h 46"/>
                <a:gd name="T4" fmla="*/ 4 w 16"/>
                <a:gd name="T5" fmla="*/ 46 h 46"/>
                <a:gd name="T6" fmla="*/ 16 w 16"/>
                <a:gd name="T7" fmla="*/ 36 h 46"/>
                <a:gd name="T8" fmla="*/ 0 w 16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46">
                  <a:moveTo>
                    <a:pt x="0" y="0"/>
                  </a:moveTo>
                  <a:lnTo>
                    <a:pt x="0" y="6"/>
                  </a:lnTo>
                  <a:lnTo>
                    <a:pt x="4" y="46"/>
                  </a:lnTo>
                  <a:lnTo>
                    <a:pt x="16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7" name="ïsḻïďe"/>
            <p:cNvSpPr/>
            <p:nvPr/>
          </p:nvSpPr>
          <p:spPr bwMode="auto">
            <a:xfrm>
              <a:off x="5722938" y="2133601"/>
              <a:ext cx="25400" cy="73025"/>
            </a:xfrm>
            <a:custGeom>
              <a:avLst/>
              <a:gdLst>
                <a:gd name="T0" fmla="*/ 0 w 16"/>
                <a:gd name="T1" fmla="*/ 0 h 46"/>
                <a:gd name="T2" fmla="*/ 0 w 16"/>
                <a:gd name="T3" fmla="*/ 6 h 46"/>
                <a:gd name="T4" fmla="*/ 4 w 16"/>
                <a:gd name="T5" fmla="*/ 46 h 46"/>
                <a:gd name="T6" fmla="*/ 16 w 16"/>
                <a:gd name="T7" fmla="*/ 36 h 46"/>
                <a:gd name="T8" fmla="*/ 0 w 16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46">
                  <a:moveTo>
                    <a:pt x="0" y="0"/>
                  </a:moveTo>
                  <a:lnTo>
                    <a:pt x="0" y="6"/>
                  </a:lnTo>
                  <a:lnTo>
                    <a:pt x="4" y="46"/>
                  </a:lnTo>
                  <a:lnTo>
                    <a:pt x="16" y="3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8" name="iṥļîḓe"/>
            <p:cNvSpPr/>
            <p:nvPr/>
          </p:nvSpPr>
          <p:spPr bwMode="auto">
            <a:xfrm>
              <a:off x="5722938" y="2120901"/>
              <a:ext cx="52388" cy="39688"/>
            </a:xfrm>
            <a:custGeom>
              <a:avLst/>
              <a:gdLst>
                <a:gd name="T0" fmla="*/ 0 w 16"/>
                <a:gd name="T1" fmla="*/ 0 h 12"/>
                <a:gd name="T2" fmla="*/ 0 w 16"/>
                <a:gd name="T3" fmla="*/ 0 h 12"/>
                <a:gd name="T4" fmla="*/ 8 w 16"/>
                <a:gd name="T5" fmla="*/ 11 h 12"/>
                <a:gd name="T6" fmla="*/ 11 w 16"/>
                <a:gd name="T7" fmla="*/ 12 h 12"/>
                <a:gd name="T8" fmla="*/ 16 w 16"/>
                <a:gd name="T9" fmla="*/ 10 h 12"/>
                <a:gd name="T10" fmla="*/ 16 w 16"/>
                <a:gd name="T11" fmla="*/ 9 h 12"/>
                <a:gd name="T12" fmla="*/ 0 w 1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1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" y="9"/>
                    <a:pt x="8" y="11"/>
                  </a:cubicBezTo>
                  <a:cubicBezTo>
                    <a:pt x="9" y="12"/>
                    <a:pt x="10" y="12"/>
                    <a:pt x="11" y="12"/>
                  </a:cubicBezTo>
                  <a:cubicBezTo>
                    <a:pt x="14" y="12"/>
                    <a:pt x="16" y="10"/>
                    <a:pt x="16" y="1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C96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99" name="i$ľídé"/>
            <p:cNvSpPr/>
            <p:nvPr/>
          </p:nvSpPr>
          <p:spPr bwMode="auto">
            <a:xfrm>
              <a:off x="5672138" y="1903413"/>
              <a:ext cx="161925" cy="254000"/>
            </a:xfrm>
            <a:custGeom>
              <a:avLst/>
              <a:gdLst>
                <a:gd name="T0" fmla="*/ 24 w 49"/>
                <a:gd name="T1" fmla="*/ 14 h 77"/>
                <a:gd name="T2" fmla="*/ 10 w 49"/>
                <a:gd name="T3" fmla="*/ 56 h 77"/>
                <a:gd name="T4" fmla="*/ 23 w 49"/>
                <a:gd name="T5" fmla="*/ 75 h 77"/>
                <a:gd name="T6" fmla="*/ 37 w 49"/>
                <a:gd name="T7" fmla="*/ 71 h 77"/>
                <a:gd name="T8" fmla="*/ 24 w 49"/>
                <a:gd name="T9" fmla="*/ 1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77">
                  <a:moveTo>
                    <a:pt x="24" y="14"/>
                  </a:moveTo>
                  <a:cubicBezTo>
                    <a:pt x="0" y="0"/>
                    <a:pt x="8" y="51"/>
                    <a:pt x="10" y="56"/>
                  </a:cubicBezTo>
                  <a:cubicBezTo>
                    <a:pt x="12" y="60"/>
                    <a:pt x="19" y="73"/>
                    <a:pt x="23" y="75"/>
                  </a:cubicBezTo>
                  <a:cubicBezTo>
                    <a:pt x="27" y="77"/>
                    <a:pt x="35" y="74"/>
                    <a:pt x="37" y="71"/>
                  </a:cubicBezTo>
                  <a:cubicBezTo>
                    <a:pt x="38" y="69"/>
                    <a:pt x="49" y="28"/>
                    <a:pt x="24" y="14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0" name="îṩḻïḓé"/>
            <p:cNvSpPr/>
            <p:nvPr/>
          </p:nvSpPr>
          <p:spPr bwMode="auto">
            <a:xfrm>
              <a:off x="5689600" y="1933576"/>
              <a:ext cx="125413" cy="177800"/>
            </a:xfrm>
            <a:custGeom>
              <a:avLst/>
              <a:gdLst>
                <a:gd name="T0" fmla="*/ 29 w 38"/>
                <a:gd name="T1" fmla="*/ 15 h 54"/>
                <a:gd name="T2" fmla="*/ 4 w 38"/>
                <a:gd name="T3" fmla="*/ 5 h 54"/>
                <a:gd name="T4" fmla="*/ 2 w 38"/>
                <a:gd name="T5" fmla="*/ 35 h 54"/>
                <a:gd name="T6" fmla="*/ 2 w 38"/>
                <a:gd name="T7" fmla="*/ 35 h 54"/>
                <a:gd name="T8" fmla="*/ 2 w 38"/>
                <a:gd name="T9" fmla="*/ 36 h 54"/>
                <a:gd name="T10" fmla="*/ 3 w 38"/>
                <a:gd name="T11" fmla="*/ 36 h 54"/>
                <a:gd name="T12" fmla="*/ 3 w 38"/>
                <a:gd name="T13" fmla="*/ 36 h 54"/>
                <a:gd name="T14" fmla="*/ 3 w 38"/>
                <a:gd name="T15" fmla="*/ 36 h 54"/>
                <a:gd name="T16" fmla="*/ 3 w 38"/>
                <a:gd name="T17" fmla="*/ 34 h 54"/>
                <a:gd name="T18" fmla="*/ 3 w 38"/>
                <a:gd name="T19" fmla="*/ 29 h 54"/>
                <a:gd name="T20" fmla="*/ 7 w 38"/>
                <a:gd name="T21" fmla="*/ 17 h 54"/>
                <a:gd name="T22" fmla="*/ 8 w 38"/>
                <a:gd name="T23" fmla="*/ 15 h 54"/>
                <a:gd name="T24" fmla="*/ 16 w 38"/>
                <a:gd name="T25" fmla="*/ 4 h 54"/>
                <a:gd name="T26" fmla="*/ 28 w 38"/>
                <a:gd name="T27" fmla="*/ 16 h 54"/>
                <a:gd name="T28" fmla="*/ 34 w 38"/>
                <a:gd name="T29" fmla="*/ 48 h 54"/>
                <a:gd name="T30" fmla="*/ 33 w 38"/>
                <a:gd name="T31" fmla="*/ 51 h 54"/>
                <a:gd name="T32" fmla="*/ 33 w 38"/>
                <a:gd name="T33" fmla="*/ 53 h 54"/>
                <a:gd name="T34" fmla="*/ 33 w 38"/>
                <a:gd name="T35" fmla="*/ 54 h 54"/>
                <a:gd name="T36" fmla="*/ 34 w 38"/>
                <a:gd name="T37" fmla="*/ 54 h 54"/>
                <a:gd name="T38" fmla="*/ 34 w 38"/>
                <a:gd name="T39" fmla="*/ 54 h 54"/>
                <a:gd name="T40" fmla="*/ 34 w 38"/>
                <a:gd name="T41" fmla="*/ 53 h 54"/>
                <a:gd name="T42" fmla="*/ 34 w 38"/>
                <a:gd name="T43" fmla="*/ 51 h 54"/>
                <a:gd name="T44" fmla="*/ 29 w 38"/>
                <a:gd name="T45" fmla="*/ 1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8" h="54">
                  <a:moveTo>
                    <a:pt x="29" y="15"/>
                  </a:moveTo>
                  <a:cubicBezTo>
                    <a:pt x="21" y="2"/>
                    <a:pt x="8" y="0"/>
                    <a:pt x="4" y="5"/>
                  </a:cubicBezTo>
                  <a:cubicBezTo>
                    <a:pt x="0" y="11"/>
                    <a:pt x="1" y="25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3" y="32"/>
                    <a:pt x="3" y="31"/>
                    <a:pt x="3" y="29"/>
                  </a:cubicBezTo>
                  <a:cubicBezTo>
                    <a:pt x="3" y="23"/>
                    <a:pt x="6" y="23"/>
                    <a:pt x="7" y="17"/>
                  </a:cubicBezTo>
                  <a:cubicBezTo>
                    <a:pt x="7" y="16"/>
                    <a:pt x="7" y="16"/>
                    <a:pt x="8" y="15"/>
                  </a:cubicBezTo>
                  <a:cubicBezTo>
                    <a:pt x="8" y="15"/>
                    <a:pt x="10" y="2"/>
                    <a:pt x="16" y="4"/>
                  </a:cubicBezTo>
                  <a:cubicBezTo>
                    <a:pt x="25" y="8"/>
                    <a:pt x="26" y="13"/>
                    <a:pt x="28" y="16"/>
                  </a:cubicBezTo>
                  <a:cubicBezTo>
                    <a:pt x="28" y="17"/>
                    <a:pt x="33" y="42"/>
                    <a:pt x="34" y="48"/>
                  </a:cubicBezTo>
                  <a:cubicBezTo>
                    <a:pt x="34" y="49"/>
                    <a:pt x="33" y="50"/>
                    <a:pt x="33" y="51"/>
                  </a:cubicBezTo>
                  <a:cubicBezTo>
                    <a:pt x="33" y="51"/>
                    <a:pt x="33" y="53"/>
                    <a:pt x="33" y="53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1"/>
                  </a:cubicBezTo>
                  <a:cubicBezTo>
                    <a:pt x="36" y="46"/>
                    <a:pt x="38" y="23"/>
                    <a:pt x="29" y="15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1" name="işľîďè"/>
            <p:cNvSpPr/>
            <p:nvPr/>
          </p:nvSpPr>
          <p:spPr bwMode="auto">
            <a:xfrm>
              <a:off x="5748338" y="2163763"/>
              <a:ext cx="30163" cy="69850"/>
            </a:xfrm>
            <a:custGeom>
              <a:avLst/>
              <a:gdLst>
                <a:gd name="T0" fmla="*/ 17 w 19"/>
                <a:gd name="T1" fmla="*/ 0 h 44"/>
                <a:gd name="T2" fmla="*/ 19 w 19"/>
                <a:gd name="T3" fmla="*/ 8 h 44"/>
                <a:gd name="T4" fmla="*/ 15 w 19"/>
                <a:gd name="T5" fmla="*/ 44 h 44"/>
                <a:gd name="T6" fmla="*/ 0 w 19"/>
                <a:gd name="T7" fmla="*/ 17 h 44"/>
                <a:gd name="T8" fmla="*/ 17 w 19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4">
                  <a:moveTo>
                    <a:pt x="17" y="0"/>
                  </a:moveTo>
                  <a:lnTo>
                    <a:pt x="19" y="8"/>
                  </a:lnTo>
                  <a:lnTo>
                    <a:pt x="15" y="44"/>
                  </a:lnTo>
                  <a:lnTo>
                    <a:pt x="0" y="1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2" name="iŝ1ïḋê"/>
            <p:cNvSpPr/>
            <p:nvPr/>
          </p:nvSpPr>
          <p:spPr bwMode="auto">
            <a:xfrm>
              <a:off x="5748338" y="2163763"/>
              <a:ext cx="30163" cy="69850"/>
            </a:xfrm>
            <a:custGeom>
              <a:avLst/>
              <a:gdLst>
                <a:gd name="T0" fmla="*/ 17 w 19"/>
                <a:gd name="T1" fmla="*/ 0 h 44"/>
                <a:gd name="T2" fmla="*/ 19 w 19"/>
                <a:gd name="T3" fmla="*/ 8 h 44"/>
                <a:gd name="T4" fmla="*/ 15 w 19"/>
                <a:gd name="T5" fmla="*/ 44 h 44"/>
                <a:gd name="T6" fmla="*/ 0 w 19"/>
                <a:gd name="T7" fmla="*/ 17 h 44"/>
                <a:gd name="T8" fmla="*/ 17 w 19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4">
                  <a:moveTo>
                    <a:pt x="17" y="0"/>
                  </a:moveTo>
                  <a:lnTo>
                    <a:pt x="19" y="8"/>
                  </a:lnTo>
                  <a:lnTo>
                    <a:pt x="15" y="44"/>
                  </a:lnTo>
                  <a:lnTo>
                    <a:pt x="0" y="17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3" name="îšļíḓe"/>
            <p:cNvSpPr/>
            <p:nvPr/>
          </p:nvSpPr>
          <p:spPr bwMode="auto">
            <a:xfrm>
              <a:off x="5748338" y="2190751"/>
              <a:ext cx="1588" cy="1588"/>
            </a:xfrm>
            <a:prstGeom prst="rect">
              <a:avLst/>
            </a:prstGeom>
            <a:solidFill>
              <a:srgbClr val="182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4" name="íṣľiḍé"/>
            <p:cNvSpPr/>
            <p:nvPr/>
          </p:nvSpPr>
          <p:spPr bwMode="auto">
            <a:xfrm>
              <a:off x="5748338" y="219075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5" name="îş1ídé"/>
            <p:cNvSpPr/>
            <p:nvPr/>
          </p:nvSpPr>
          <p:spPr bwMode="auto">
            <a:xfrm>
              <a:off x="5722938" y="2133601"/>
              <a:ext cx="52388" cy="57150"/>
            </a:xfrm>
            <a:custGeom>
              <a:avLst/>
              <a:gdLst>
                <a:gd name="T0" fmla="*/ 0 w 33"/>
                <a:gd name="T1" fmla="*/ 0 h 36"/>
                <a:gd name="T2" fmla="*/ 0 w 33"/>
                <a:gd name="T3" fmla="*/ 0 h 36"/>
                <a:gd name="T4" fmla="*/ 16 w 33"/>
                <a:gd name="T5" fmla="*/ 36 h 36"/>
                <a:gd name="T6" fmla="*/ 16 w 33"/>
                <a:gd name="T7" fmla="*/ 36 h 36"/>
                <a:gd name="T8" fmla="*/ 33 w 33"/>
                <a:gd name="T9" fmla="*/ 19 h 36"/>
                <a:gd name="T10" fmla="*/ 33 w 33"/>
                <a:gd name="T11" fmla="*/ 19 h 36"/>
                <a:gd name="T12" fmla="*/ 16 w 33"/>
                <a:gd name="T13" fmla="*/ 36 h 36"/>
                <a:gd name="T14" fmla="*/ 0 w 33"/>
                <a:gd name="T1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36">
                  <a:moveTo>
                    <a:pt x="0" y="0"/>
                  </a:moveTo>
                  <a:lnTo>
                    <a:pt x="0" y="0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33" y="19"/>
                  </a:lnTo>
                  <a:lnTo>
                    <a:pt x="33" y="19"/>
                  </a:lnTo>
                  <a:lnTo>
                    <a:pt x="16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B1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6" name="iṧľíḓê"/>
            <p:cNvSpPr/>
            <p:nvPr/>
          </p:nvSpPr>
          <p:spPr bwMode="auto">
            <a:xfrm>
              <a:off x="5722938" y="2133601"/>
              <a:ext cx="52388" cy="57150"/>
            </a:xfrm>
            <a:custGeom>
              <a:avLst/>
              <a:gdLst>
                <a:gd name="T0" fmla="*/ 0 w 33"/>
                <a:gd name="T1" fmla="*/ 0 h 36"/>
                <a:gd name="T2" fmla="*/ 0 w 33"/>
                <a:gd name="T3" fmla="*/ 0 h 36"/>
                <a:gd name="T4" fmla="*/ 16 w 33"/>
                <a:gd name="T5" fmla="*/ 36 h 36"/>
                <a:gd name="T6" fmla="*/ 16 w 33"/>
                <a:gd name="T7" fmla="*/ 36 h 36"/>
                <a:gd name="T8" fmla="*/ 33 w 33"/>
                <a:gd name="T9" fmla="*/ 19 h 36"/>
                <a:gd name="T10" fmla="*/ 33 w 33"/>
                <a:gd name="T11" fmla="*/ 19 h 36"/>
                <a:gd name="T12" fmla="*/ 16 w 33"/>
                <a:gd name="T13" fmla="*/ 36 h 36"/>
                <a:gd name="T14" fmla="*/ 0 w 33"/>
                <a:gd name="T1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36">
                  <a:moveTo>
                    <a:pt x="0" y="0"/>
                  </a:moveTo>
                  <a:lnTo>
                    <a:pt x="0" y="0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33" y="19"/>
                  </a:lnTo>
                  <a:lnTo>
                    <a:pt x="33" y="19"/>
                  </a:lnTo>
                  <a:lnTo>
                    <a:pt x="16" y="3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7" name="îṩḷiḑe"/>
            <p:cNvSpPr/>
            <p:nvPr/>
          </p:nvSpPr>
          <p:spPr bwMode="auto">
            <a:xfrm>
              <a:off x="5745163" y="2216151"/>
              <a:ext cx="1588" cy="15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8" name="iśḻíďè"/>
            <p:cNvSpPr/>
            <p:nvPr/>
          </p:nvSpPr>
          <p:spPr bwMode="auto">
            <a:xfrm>
              <a:off x="5745163" y="221615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09" name="iśļïḍe"/>
            <p:cNvSpPr/>
            <p:nvPr/>
          </p:nvSpPr>
          <p:spPr bwMode="auto">
            <a:xfrm>
              <a:off x="5745163" y="2216151"/>
              <a:ext cx="9525" cy="6350"/>
            </a:xfrm>
            <a:custGeom>
              <a:avLst/>
              <a:gdLst>
                <a:gd name="T0" fmla="*/ 0 w 6"/>
                <a:gd name="T1" fmla="*/ 0 h 4"/>
                <a:gd name="T2" fmla="*/ 0 w 6"/>
                <a:gd name="T3" fmla="*/ 0 h 4"/>
                <a:gd name="T4" fmla="*/ 0 w 6"/>
                <a:gd name="T5" fmla="*/ 0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0" name="işļïďê"/>
            <p:cNvSpPr/>
            <p:nvPr/>
          </p:nvSpPr>
          <p:spPr bwMode="auto">
            <a:xfrm>
              <a:off x="5745163" y="2216151"/>
              <a:ext cx="9525" cy="6350"/>
            </a:xfrm>
            <a:custGeom>
              <a:avLst/>
              <a:gdLst>
                <a:gd name="T0" fmla="*/ 0 w 6"/>
                <a:gd name="T1" fmla="*/ 0 h 4"/>
                <a:gd name="T2" fmla="*/ 0 w 6"/>
                <a:gd name="T3" fmla="*/ 0 h 4"/>
                <a:gd name="T4" fmla="*/ 0 w 6"/>
                <a:gd name="T5" fmla="*/ 0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1" name="íṧļíḑè"/>
            <p:cNvSpPr/>
            <p:nvPr/>
          </p:nvSpPr>
          <p:spPr bwMode="auto">
            <a:xfrm>
              <a:off x="4606925" y="3768726"/>
              <a:ext cx="2487613" cy="1279525"/>
            </a:xfrm>
            <a:custGeom>
              <a:avLst/>
              <a:gdLst>
                <a:gd name="T0" fmla="*/ 52 w 1567"/>
                <a:gd name="T1" fmla="*/ 789 h 806"/>
                <a:gd name="T2" fmla="*/ 4 w 1567"/>
                <a:gd name="T3" fmla="*/ 800 h 806"/>
                <a:gd name="T4" fmla="*/ 39 w 1567"/>
                <a:gd name="T5" fmla="*/ 779 h 806"/>
                <a:gd name="T6" fmla="*/ 102 w 1567"/>
                <a:gd name="T7" fmla="*/ 779 h 806"/>
                <a:gd name="T8" fmla="*/ 104 w 1567"/>
                <a:gd name="T9" fmla="*/ 787 h 806"/>
                <a:gd name="T10" fmla="*/ 233 w 1567"/>
                <a:gd name="T11" fmla="*/ 752 h 806"/>
                <a:gd name="T12" fmla="*/ 83 w 1567"/>
                <a:gd name="T13" fmla="*/ 752 h 806"/>
                <a:gd name="T14" fmla="*/ 116 w 1567"/>
                <a:gd name="T15" fmla="*/ 729 h 806"/>
                <a:gd name="T16" fmla="*/ 281 w 1567"/>
                <a:gd name="T17" fmla="*/ 741 h 806"/>
                <a:gd name="T18" fmla="*/ 283 w 1567"/>
                <a:gd name="T19" fmla="*/ 750 h 806"/>
                <a:gd name="T20" fmla="*/ 412 w 1567"/>
                <a:gd name="T21" fmla="*/ 712 h 806"/>
                <a:gd name="T22" fmla="*/ 461 w 1567"/>
                <a:gd name="T23" fmla="*/ 710 h 806"/>
                <a:gd name="T24" fmla="*/ 501 w 1567"/>
                <a:gd name="T25" fmla="*/ 702 h 806"/>
                <a:gd name="T26" fmla="*/ 156 w 1567"/>
                <a:gd name="T27" fmla="*/ 696 h 806"/>
                <a:gd name="T28" fmla="*/ 160 w 1567"/>
                <a:gd name="T29" fmla="*/ 702 h 806"/>
                <a:gd name="T30" fmla="*/ 590 w 1567"/>
                <a:gd name="T31" fmla="*/ 675 h 806"/>
                <a:gd name="T32" fmla="*/ 640 w 1567"/>
                <a:gd name="T33" fmla="*/ 673 h 806"/>
                <a:gd name="T34" fmla="*/ 682 w 1567"/>
                <a:gd name="T35" fmla="*/ 665 h 806"/>
                <a:gd name="T36" fmla="*/ 727 w 1567"/>
                <a:gd name="T37" fmla="*/ 646 h 806"/>
                <a:gd name="T38" fmla="*/ 730 w 1567"/>
                <a:gd name="T39" fmla="*/ 654 h 806"/>
                <a:gd name="T40" fmla="*/ 268 w 1567"/>
                <a:gd name="T41" fmla="*/ 625 h 806"/>
                <a:gd name="T42" fmla="*/ 819 w 1567"/>
                <a:gd name="T43" fmla="*/ 636 h 806"/>
                <a:gd name="T44" fmla="*/ 861 w 1567"/>
                <a:gd name="T45" fmla="*/ 627 h 806"/>
                <a:gd name="T46" fmla="*/ 906 w 1567"/>
                <a:gd name="T47" fmla="*/ 609 h 806"/>
                <a:gd name="T48" fmla="*/ 908 w 1567"/>
                <a:gd name="T49" fmla="*/ 617 h 806"/>
                <a:gd name="T50" fmla="*/ 345 w 1567"/>
                <a:gd name="T51" fmla="*/ 575 h 806"/>
                <a:gd name="T52" fmla="*/ 998 w 1567"/>
                <a:gd name="T53" fmla="*/ 598 h 806"/>
                <a:gd name="T54" fmla="*/ 1039 w 1567"/>
                <a:gd name="T55" fmla="*/ 588 h 806"/>
                <a:gd name="T56" fmla="*/ 1085 w 1567"/>
                <a:gd name="T57" fmla="*/ 569 h 806"/>
                <a:gd name="T58" fmla="*/ 1087 w 1567"/>
                <a:gd name="T59" fmla="*/ 577 h 806"/>
                <a:gd name="T60" fmla="*/ 1197 w 1567"/>
                <a:gd name="T61" fmla="*/ 546 h 806"/>
                <a:gd name="T62" fmla="*/ 1201 w 1567"/>
                <a:gd name="T63" fmla="*/ 555 h 806"/>
                <a:gd name="T64" fmla="*/ 387 w 1567"/>
                <a:gd name="T65" fmla="*/ 548 h 806"/>
                <a:gd name="T66" fmla="*/ 391 w 1567"/>
                <a:gd name="T67" fmla="*/ 557 h 806"/>
                <a:gd name="T68" fmla="*/ 499 w 1567"/>
                <a:gd name="T69" fmla="*/ 478 h 806"/>
                <a:gd name="T70" fmla="*/ 1241 w 1567"/>
                <a:gd name="T71" fmla="*/ 496 h 806"/>
                <a:gd name="T72" fmla="*/ 1264 w 1567"/>
                <a:gd name="T73" fmla="*/ 461 h 806"/>
                <a:gd name="T74" fmla="*/ 540 w 1567"/>
                <a:gd name="T75" fmla="*/ 451 h 806"/>
                <a:gd name="T76" fmla="*/ 547 w 1567"/>
                <a:gd name="T77" fmla="*/ 457 h 806"/>
                <a:gd name="T78" fmla="*/ 1307 w 1567"/>
                <a:gd name="T79" fmla="*/ 380 h 806"/>
                <a:gd name="T80" fmla="*/ 624 w 1567"/>
                <a:gd name="T81" fmla="*/ 409 h 806"/>
                <a:gd name="T82" fmla="*/ 659 w 1567"/>
                <a:gd name="T83" fmla="*/ 386 h 806"/>
                <a:gd name="T84" fmla="*/ 696 w 1567"/>
                <a:gd name="T85" fmla="*/ 353 h 806"/>
                <a:gd name="T86" fmla="*/ 700 w 1567"/>
                <a:gd name="T87" fmla="*/ 359 h 806"/>
                <a:gd name="T88" fmla="*/ 1357 w 1567"/>
                <a:gd name="T89" fmla="*/ 305 h 806"/>
                <a:gd name="T90" fmla="*/ 1393 w 1567"/>
                <a:gd name="T91" fmla="*/ 268 h 806"/>
                <a:gd name="T92" fmla="*/ 1416 w 1567"/>
                <a:gd name="T93" fmla="*/ 233 h 806"/>
                <a:gd name="T94" fmla="*/ 1436 w 1567"/>
                <a:gd name="T95" fmla="*/ 187 h 806"/>
                <a:gd name="T96" fmla="*/ 1443 w 1567"/>
                <a:gd name="T97" fmla="*/ 191 h 806"/>
                <a:gd name="T98" fmla="*/ 1509 w 1567"/>
                <a:gd name="T99" fmla="*/ 77 h 806"/>
                <a:gd name="T100" fmla="*/ 1544 w 1567"/>
                <a:gd name="T101" fmla="*/ 40 h 806"/>
                <a:gd name="T102" fmla="*/ 1567 w 1567"/>
                <a:gd name="T103" fmla="*/ 4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567" h="806">
                  <a:moveTo>
                    <a:pt x="15" y="806"/>
                  </a:moveTo>
                  <a:lnTo>
                    <a:pt x="12" y="798"/>
                  </a:lnTo>
                  <a:lnTo>
                    <a:pt x="52" y="789"/>
                  </a:lnTo>
                  <a:lnTo>
                    <a:pt x="54" y="798"/>
                  </a:lnTo>
                  <a:lnTo>
                    <a:pt x="15" y="806"/>
                  </a:lnTo>
                  <a:close/>
                  <a:moveTo>
                    <a:pt x="4" y="800"/>
                  </a:moveTo>
                  <a:lnTo>
                    <a:pt x="0" y="793"/>
                  </a:lnTo>
                  <a:lnTo>
                    <a:pt x="35" y="771"/>
                  </a:lnTo>
                  <a:lnTo>
                    <a:pt x="39" y="779"/>
                  </a:lnTo>
                  <a:lnTo>
                    <a:pt x="4" y="800"/>
                  </a:lnTo>
                  <a:close/>
                  <a:moveTo>
                    <a:pt x="104" y="787"/>
                  </a:moveTo>
                  <a:lnTo>
                    <a:pt x="102" y="779"/>
                  </a:lnTo>
                  <a:lnTo>
                    <a:pt x="141" y="771"/>
                  </a:lnTo>
                  <a:lnTo>
                    <a:pt x="143" y="779"/>
                  </a:lnTo>
                  <a:lnTo>
                    <a:pt x="104" y="787"/>
                  </a:lnTo>
                  <a:close/>
                  <a:moveTo>
                    <a:pt x="193" y="768"/>
                  </a:moveTo>
                  <a:lnTo>
                    <a:pt x="191" y="760"/>
                  </a:lnTo>
                  <a:lnTo>
                    <a:pt x="233" y="752"/>
                  </a:lnTo>
                  <a:lnTo>
                    <a:pt x="233" y="760"/>
                  </a:lnTo>
                  <a:lnTo>
                    <a:pt x="193" y="768"/>
                  </a:lnTo>
                  <a:close/>
                  <a:moveTo>
                    <a:pt x="83" y="752"/>
                  </a:moveTo>
                  <a:lnTo>
                    <a:pt x="77" y="744"/>
                  </a:lnTo>
                  <a:lnTo>
                    <a:pt x="112" y="723"/>
                  </a:lnTo>
                  <a:lnTo>
                    <a:pt x="116" y="729"/>
                  </a:lnTo>
                  <a:lnTo>
                    <a:pt x="83" y="752"/>
                  </a:lnTo>
                  <a:close/>
                  <a:moveTo>
                    <a:pt x="283" y="750"/>
                  </a:moveTo>
                  <a:lnTo>
                    <a:pt x="281" y="741"/>
                  </a:lnTo>
                  <a:lnTo>
                    <a:pt x="322" y="733"/>
                  </a:lnTo>
                  <a:lnTo>
                    <a:pt x="322" y="741"/>
                  </a:lnTo>
                  <a:lnTo>
                    <a:pt x="283" y="750"/>
                  </a:lnTo>
                  <a:close/>
                  <a:moveTo>
                    <a:pt x="372" y="731"/>
                  </a:moveTo>
                  <a:lnTo>
                    <a:pt x="370" y="723"/>
                  </a:lnTo>
                  <a:lnTo>
                    <a:pt x="412" y="712"/>
                  </a:lnTo>
                  <a:lnTo>
                    <a:pt x="412" y="721"/>
                  </a:lnTo>
                  <a:lnTo>
                    <a:pt x="372" y="731"/>
                  </a:lnTo>
                  <a:close/>
                  <a:moveTo>
                    <a:pt x="461" y="710"/>
                  </a:moveTo>
                  <a:lnTo>
                    <a:pt x="459" y="702"/>
                  </a:lnTo>
                  <a:lnTo>
                    <a:pt x="501" y="694"/>
                  </a:lnTo>
                  <a:lnTo>
                    <a:pt x="501" y="702"/>
                  </a:lnTo>
                  <a:lnTo>
                    <a:pt x="461" y="710"/>
                  </a:lnTo>
                  <a:close/>
                  <a:moveTo>
                    <a:pt x="160" y="702"/>
                  </a:moveTo>
                  <a:lnTo>
                    <a:pt x="156" y="696"/>
                  </a:lnTo>
                  <a:lnTo>
                    <a:pt x="189" y="673"/>
                  </a:lnTo>
                  <a:lnTo>
                    <a:pt x="195" y="679"/>
                  </a:lnTo>
                  <a:lnTo>
                    <a:pt x="160" y="702"/>
                  </a:lnTo>
                  <a:close/>
                  <a:moveTo>
                    <a:pt x="551" y="692"/>
                  </a:moveTo>
                  <a:lnTo>
                    <a:pt x="549" y="683"/>
                  </a:lnTo>
                  <a:lnTo>
                    <a:pt x="590" y="675"/>
                  </a:lnTo>
                  <a:lnTo>
                    <a:pt x="592" y="683"/>
                  </a:lnTo>
                  <a:lnTo>
                    <a:pt x="551" y="692"/>
                  </a:lnTo>
                  <a:close/>
                  <a:moveTo>
                    <a:pt x="640" y="673"/>
                  </a:moveTo>
                  <a:lnTo>
                    <a:pt x="638" y="665"/>
                  </a:lnTo>
                  <a:lnTo>
                    <a:pt x="680" y="656"/>
                  </a:lnTo>
                  <a:lnTo>
                    <a:pt x="682" y="665"/>
                  </a:lnTo>
                  <a:lnTo>
                    <a:pt x="640" y="673"/>
                  </a:lnTo>
                  <a:close/>
                  <a:moveTo>
                    <a:pt x="730" y="654"/>
                  </a:moveTo>
                  <a:lnTo>
                    <a:pt x="727" y="646"/>
                  </a:lnTo>
                  <a:lnTo>
                    <a:pt x="769" y="638"/>
                  </a:lnTo>
                  <a:lnTo>
                    <a:pt x="771" y="646"/>
                  </a:lnTo>
                  <a:lnTo>
                    <a:pt x="730" y="654"/>
                  </a:lnTo>
                  <a:close/>
                  <a:moveTo>
                    <a:pt x="237" y="654"/>
                  </a:moveTo>
                  <a:lnTo>
                    <a:pt x="233" y="646"/>
                  </a:lnTo>
                  <a:lnTo>
                    <a:pt x="268" y="625"/>
                  </a:lnTo>
                  <a:lnTo>
                    <a:pt x="272" y="631"/>
                  </a:lnTo>
                  <a:lnTo>
                    <a:pt x="237" y="654"/>
                  </a:lnTo>
                  <a:close/>
                  <a:moveTo>
                    <a:pt x="819" y="636"/>
                  </a:moveTo>
                  <a:lnTo>
                    <a:pt x="817" y="627"/>
                  </a:lnTo>
                  <a:lnTo>
                    <a:pt x="858" y="619"/>
                  </a:lnTo>
                  <a:lnTo>
                    <a:pt x="861" y="627"/>
                  </a:lnTo>
                  <a:lnTo>
                    <a:pt x="819" y="636"/>
                  </a:lnTo>
                  <a:close/>
                  <a:moveTo>
                    <a:pt x="908" y="617"/>
                  </a:moveTo>
                  <a:lnTo>
                    <a:pt x="906" y="609"/>
                  </a:lnTo>
                  <a:lnTo>
                    <a:pt x="948" y="600"/>
                  </a:lnTo>
                  <a:lnTo>
                    <a:pt x="950" y="609"/>
                  </a:lnTo>
                  <a:lnTo>
                    <a:pt x="908" y="617"/>
                  </a:lnTo>
                  <a:close/>
                  <a:moveTo>
                    <a:pt x="314" y="604"/>
                  </a:moveTo>
                  <a:lnTo>
                    <a:pt x="310" y="598"/>
                  </a:lnTo>
                  <a:lnTo>
                    <a:pt x="345" y="575"/>
                  </a:lnTo>
                  <a:lnTo>
                    <a:pt x="349" y="582"/>
                  </a:lnTo>
                  <a:lnTo>
                    <a:pt x="314" y="604"/>
                  </a:lnTo>
                  <a:close/>
                  <a:moveTo>
                    <a:pt x="998" y="598"/>
                  </a:moveTo>
                  <a:lnTo>
                    <a:pt x="996" y="590"/>
                  </a:lnTo>
                  <a:lnTo>
                    <a:pt x="1037" y="580"/>
                  </a:lnTo>
                  <a:lnTo>
                    <a:pt x="1039" y="588"/>
                  </a:lnTo>
                  <a:lnTo>
                    <a:pt x="998" y="598"/>
                  </a:lnTo>
                  <a:close/>
                  <a:moveTo>
                    <a:pt x="1087" y="577"/>
                  </a:moveTo>
                  <a:lnTo>
                    <a:pt x="1085" y="569"/>
                  </a:lnTo>
                  <a:lnTo>
                    <a:pt x="1127" y="561"/>
                  </a:lnTo>
                  <a:lnTo>
                    <a:pt x="1129" y="569"/>
                  </a:lnTo>
                  <a:lnTo>
                    <a:pt x="1087" y="577"/>
                  </a:lnTo>
                  <a:close/>
                  <a:moveTo>
                    <a:pt x="1176" y="559"/>
                  </a:moveTo>
                  <a:lnTo>
                    <a:pt x="1174" y="550"/>
                  </a:lnTo>
                  <a:lnTo>
                    <a:pt x="1197" y="546"/>
                  </a:lnTo>
                  <a:lnTo>
                    <a:pt x="1206" y="534"/>
                  </a:lnTo>
                  <a:lnTo>
                    <a:pt x="1212" y="538"/>
                  </a:lnTo>
                  <a:lnTo>
                    <a:pt x="1201" y="555"/>
                  </a:lnTo>
                  <a:lnTo>
                    <a:pt x="1176" y="559"/>
                  </a:lnTo>
                  <a:close/>
                  <a:moveTo>
                    <a:pt x="391" y="557"/>
                  </a:moveTo>
                  <a:lnTo>
                    <a:pt x="387" y="548"/>
                  </a:lnTo>
                  <a:lnTo>
                    <a:pt x="422" y="526"/>
                  </a:lnTo>
                  <a:lnTo>
                    <a:pt x="426" y="534"/>
                  </a:lnTo>
                  <a:lnTo>
                    <a:pt x="391" y="557"/>
                  </a:lnTo>
                  <a:close/>
                  <a:moveTo>
                    <a:pt x="468" y="507"/>
                  </a:moveTo>
                  <a:lnTo>
                    <a:pt x="464" y="501"/>
                  </a:lnTo>
                  <a:lnTo>
                    <a:pt x="499" y="478"/>
                  </a:lnTo>
                  <a:lnTo>
                    <a:pt x="503" y="484"/>
                  </a:lnTo>
                  <a:lnTo>
                    <a:pt x="468" y="507"/>
                  </a:lnTo>
                  <a:close/>
                  <a:moveTo>
                    <a:pt x="1241" y="496"/>
                  </a:moveTo>
                  <a:lnTo>
                    <a:pt x="1233" y="492"/>
                  </a:lnTo>
                  <a:lnTo>
                    <a:pt x="1255" y="457"/>
                  </a:lnTo>
                  <a:lnTo>
                    <a:pt x="1264" y="461"/>
                  </a:lnTo>
                  <a:lnTo>
                    <a:pt x="1241" y="496"/>
                  </a:lnTo>
                  <a:close/>
                  <a:moveTo>
                    <a:pt x="547" y="457"/>
                  </a:moveTo>
                  <a:lnTo>
                    <a:pt x="540" y="451"/>
                  </a:lnTo>
                  <a:lnTo>
                    <a:pt x="576" y="428"/>
                  </a:lnTo>
                  <a:lnTo>
                    <a:pt x="580" y="436"/>
                  </a:lnTo>
                  <a:lnTo>
                    <a:pt x="547" y="457"/>
                  </a:lnTo>
                  <a:close/>
                  <a:moveTo>
                    <a:pt x="1291" y="420"/>
                  </a:moveTo>
                  <a:lnTo>
                    <a:pt x="1285" y="415"/>
                  </a:lnTo>
                  <a:lnTo>
                    <a:pt x="1307" y="380"/>
                  </a:lnTo>
                  <a:lnTo>
                    <a:pt x="1314" y="386"/>
                  </a:lnTo>
                  <a:lnTo>
                    <a:pt x="1291" y="420"/>
                  </a:lnTo>
                  <a:close/>
                  <a:moveTo>
                    <a:pt x="624" y="409"/>
                  </a:moveTo>
                  <a:lnTo>
                    <a:pt x="619" y="403"/>
                  </a:lnTo>
                  <a:lnTo>
                    <a:pt x="653" y="380"/>
                  </a:lnTo>
                  <a:lnTo>
                    <a:pt x="659" y="386"/>
                  </a:lnTo>
                  <a:lnTo>
                    <a:pt x="624" y="409"/>
                  </a:lnTo>
                  <a:close/>
                  <a:moveTo>
                    <a:pt x="700" y="359"/>
                  </a:moveTo>
                  <a:lnTo>
                    <a:pt x="696" y="353"/>
                  </a:lnTo>
                  <a:lnTo>
                    <a:pt x="732" y="330"/>
                  </a:lnTo>
                  <a:lnTo>
                    <a:pt x="736" y="339"/>
                  </a:lnTo>
                  <a:lnTo>
                    <a:pt x="700" y="359"/>
                  </a:lnTo>
                  <a:close/>
                  <a:moveTo>
                    <a:pt x="1341" y="345"/>
                  </a:moveTo>
                  <a:lnTo>
                    <a:pt x="1334" y="339"/>
                  </a:lnTo>
                  <a:lnTo>
                    <a:pt x="1357" y="305"/>
                  </a:lnTo>
                  <a:lnTo>
                    <a:pt x="1366" y="310"/>
                  </a:lnTo>
                  <a:lnTo>
                    <a:pt x="1341" y="345"/>
                  </a:lnTo>
                  <a:close/>
                  <a:moveTo>
                    <a:pt x="1393" y="268"/>
                  </a:moveTo>
                  <a:lnTo>
                    <a:pt x="1384" y="264"/>
                  </a:lnTo>
                  <a:lnTo>
                    <a:pt x="1409" y="229"/>
                  </a:lnTo>
                  <a:lnTo>
                    <a:pt x="1416" y="233"/>
                  </a:lnTo>
                  <a:lnTo>
                    <a:pt x="1393" y="268"/>
                  </a:lnTo>
                  <a:close/>
                  <a:moveTo>
                    <a:pt x="1443" y="191"/>
                  </a:moveTo>
                  <a:lnTo>
                    <a:pt x="1436" y="187"/>
                  </a:lnTo>
                  <a:lnTo>
                    <a:pt x="1459" y="152"/>
                  </a:lnTo>
                  <a:lnTo>
                    <a:pt x="1465" y="158"/>
                  </a:lnTo>
                  <a:lnTo>
                    <a:pt x="1443" y="191"/>
                  </a:lnTo>
                  <a:close/>
                  <a:moveTo>
                    <a:pt x="1494" y="116"/>
                  </a:moveTo>
                  <a:lnTo>
                    <a:pt x="1486" y="112"/>
                  </a:lnTo>
                  <a:lnTo>
                    <a:pt x="1509" y="77"/>
                  </a:lnTo>
                  <a:lnTo>
                    <a:pt x="1517" y="81"/>
                  </a:lnTo>
                  <a:lnTo>
                    <a:pt x="1494" y="116"/>
                  </a:lnTo>
                  <a:close/>
                  <a:moveTo>
                    <a:pt x="1544" y="40"/>
                  </a:moveTo>
                  <a:lnTo>
                    <a:pt x="1538" y="35"/>
                  </a:lnTo>
                  <a:lnTo>
                    <a:pt x="1561" y="0"/>
                  </a:lnTo>
                  <a:lnTo>
                    <a:pt x="1567" y="4"/>
                  </a:lnTo>
                  <a:lnTo>
                    <a:pt x="1544" y="40"/>
                  </a:ln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2" name="í$1îḓè"/>
            <p:cNvSpPr/>
            <p:nvPr/>
          </p:nvSpPr>
          <p:spPr bwMode="auto">
            <a:xfrm>
              <a:off x="4570413" y="2911476"/>
              <a:ext cx="2505075" cy="2173288"/>
            </a:xfrm>
            <a:custGeom>
              <a:avLst/>
              <a:gdLst>
                <a:gd name="T0" fmla="*/ 1536 w 1578"/>
                <a:gd name="T1" fmla="*/ 1360 h 1369"/>
                <a:gd name="T2" fmla="*/ 1486 w 1578"/>
                <a:gd name="T3" fmla="*/ 1367 h 1369"/>
                <a:gd name="T4" fmla="*/ 1486 w 1578"/>
                <a:gd name="T5" fmla="*/ 1358 h 1369"/>
                <a:gd name="T6" fmla="*/ 1353 w 1578"/>
                <a:gd name="T7" fmla="*/ 1367 h 1369"/>
                <a:gd name="T8" fmla="*/ 1395 w 1578"/>
                <a:gd name="T9" fmla="*/ 1367 h 1369"/>
                <a:gd name="T10" fmla="*/ 1262 w 1578"/>
                <a:gd name="T11" fmla="*/ 1356 h 1369"/>
                <a:gd name="T12" fmla="*/ 1212 w 1578"/>
                <a:gd name="T13" fmla="*/ 1365 h 1369"/>
                <a:gd name="T14" fmla="*/ 1212 w 1578"/>
                <a:gd name="T15" fmla="*/ 1356 h 1369"/>
                <a:gd name="T16" fmla="*/ 1079 w 1578"/>
                <a:gd name="T17" fmla="*/ 1362 h 1369"/>
                <a:gd name="T18" fmla="*/ 1120 w 1578"/>
                <a:gd name="T19" fmla="*/ 1365 h 1369"/>
                <a:gd name="T20" fmla="*/ 987 w 1578"/>
                <a:gd name="T21" fmla="*/ 1354 h 1369"/>
                <a:gd name="T22" fmla="*/ 938 w 1578"/>
                <a:gd name="T23" fmla="*/ 1362 h 1369"/>
                <a:gd name="T24" fmla="*/ 938 w 1578"/>
                <a:gd name="T25" fmla="*/ 1354 h 1369"/>
                <a:gd name="T26" fmla="*/ 805 w 1578"/>
                <a:gd name="T27" fmla="*/ 1360 h 1369"/>
                <a:gd name="T28" fmla="*/ 846 w 1578"/>
                <a:gd name="T29" fmla="*/ 1360 h 1369"/>
                <a:gd name="T30" fmla="*/ 713 w 1578"/>
                <a:gd name="T31" fmla="*/ 1352 h 1369"/>
                <a:gd name="T32" fmla="*/ 663 w 1578"/>
                <a:gd name="T33" fmla="*/ 1358 h 1369"/>
                <a:gd name="T34" fmla="*/ 663 w 1578"/>
                <a:gd name="T35" fmla="*/ 1350 h 1369"/>
                <a:gd name="T36" fmla="*/ 530 w 1578"/>
                <a:gd name="T37" fmla="*/ 1358 h 1369"/>
                <a:gd name="T38" fmla="*/ 572 w 1578"/>
                <a:gd name="T39" fmla="*/ 1358 h 1369"/>
                <a:gd name="T40" fmla="*/ 439 w 1578"/>
                <a:gd name="T41" fmla="*/ 1348 h 1369"/>
                <a:gd name="T42" fmla="*/ 389 w 1578"/>
                <a:gd name="T43" fmla="*/ 1356 h 1369"/>
                <a:gd name="T44" fmla="*/ 389 w 1578"/>
                <a:gd name="T45" fmla="*/ 1348 h 1369"/>
                <a:gd name="T46" fmla="*/ 256 w 1578"/>
                <a:gd name="T47" fmla="*/ 1354 h 1369"/>
                <a:gd name="T48" fmla="*/ 297 w 1578"/>
                <a:gd name="T49" fmla="*/ 1354 h 1369"/>
                <a:gd name="T50" fmla="*/ 164 w 1578"/>
                <a:gd name="T51" fmla="*/ 1346 h 1369"/>
                <a:gd name="T52" fmla="*/ 114 w 1578"/>
                <a:gd name="T53" fmla="*/ 1354 h 1369"/>
                <a:gd name="T54" fmla="*/ 114 w 1578"/>
                <a:gd name="T55" fmla="*/ 1346 h 1369"/>
                <a:gd name="T56" fmla="*/ 0 w 1578"/>
                <a:gd name="T57" fmla="*/ 1352 h 1369"/>
                <a:gd name="T58" fmla="*/ 15 w 1578"/>
                <a:gd name="T59" fmla="*/ 1344 h 1369"/>
                <a:gd name="T60" fmla="*/ 46 w 1578"/>
                <a:gd name="T61" fmla="*/ 1284 h 1369"/>
                <a:gd name="T62" fmla="*/ 67 w 1578"/>
                <a:gd name="T63" fmla="*/ 1246 h 1369"/>
                <a:gd name="T64" fmla="*/ 81 w 1578"/>
                <a:gd name="T65" fmla="*/ 1198 h 1369"/>
                <a:gd name="T66" fmla="*/ 90 w 1578"/>
                <a:gd name="T67" fmla="*/ 1203 h 1369"/>
                <a:gd name="T68" fmla="*/ 144 w 1578"/>
                <a:gd name="T69" fmla="*/ 1080 h 1369"/>
                <a:gd name="T70" fmla="*/ 175 w 1578"/>
                <a:gd name="T71" fmla="*/ 1041 h 1369"/>
                <a:gd name="T72" fmla="*/ 193 w 1578"/>
                <a:gd name="T73" fmla="*/ 1003 h 1369"/>
                <a:gd name="T74" fmla="*/ 210 w 1578"/>
                <a:gd name="T75" fmla="*/ 955 h 1369"/>
                <a:gd name="T76" fmla="*/ 216 w 1578"/>
                <a:gd name="T77" fmla="*/ 960 h 1369"/>
                <a:gd name="T78" fmla="*/ 272 w 1578"/>
                <a:gd name="T79" fmla="*/ 839 h 1369"/>
                <a:gd name="T80" fmla="*/ 302 w 1578"/>
                <a:gd name="T81" fmla="*/ 798 h 1369"/>
                <a:gd name="T82" fmla="*/ 322 w 1578"/>
                <a:gd name="T83" fmla="*/ 762 h 1369"/>
                <a:gd name="T84" fmla="*/ 337 w 1578"/>
                <a:gd name="T85" fmla="*/ 713 h 1369"/>
                <a:gd name="T86" fmla="*/ 345 w 1578"/>
                <a:gd name="T87" fmla="*/ 717 h 1369"/>
                <a:gd name="T88" fmla="*/ 399 w 1578"/>
                <a:gd name="T89" fmla="*/ 596 h 1369"/>
                <a:gd name="T90" fmla="*/ 430 w 1578"/>
                <a:gd name="T91" fmla="*/ 555 h 1369"/>
                <a:gd name="T92" fmla="*/ 449 w 1578"/>
                <a:gd name="T93" fmla="*/ 519 h 1369"/>
                <a:gd name="T94" fmla="*/ 466 w 1578"/>
                <a:gd name="T95" fmla="*/ 472 h 1369"/>
                <a:gd name="T96" fmla="*/ 474 w 1578"/>
                <a:gd name="T97" fmla="*/ 474 h 1369"/>
                <a:gd name="T98" fmla="*/ 516 w 1578"/>
                <a:gd name="T99" fmla="*/ 349 h 1369"/>
                <a:gd name="T100" fmla="*/ 538 w 1578"/>
                <a:gd name="T101" fmla="*/ 303 h 1369"/>
                <a:gd name="T102" fmla="*/ 551 w 1578"/>
                <a:gd name="T103" fmla="*/ 264 h 1369"/>
                <a:gd name="T104" fmla="*/ 559 w 1578"/>
                <a:gd name="T105" fmla="*/ 214 h 1369"/>
                <a:gd name="T106" fmla="*/ 568 w 1578"/>
                <a:gd name="T107" fmla="*/ 216 h 1369"/>
                <a:gd name="T108" fmla="*/ 599 w 1578"/>
                <a:gd name="T109" fmla="*/ 87 h 1369"/>
                <a:gd name="T110" fmla="*/ 624 w 1578"/>
                <a:gd name="T111" fmla="*/ 44 h 1369"/>
                <a:gd name="T112" fmla="*/ 636 w 1578"/>
                <a:gd name="T113" fmla="*/ 4 h 1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8" h="1369">
                  <a:moveTo>
                    <a:pt x="1578" y="1369"/>
                  </a:moveTo>
                  <a:lnTo>
                    <a:pt x="1536" y="1369"/>
                  </a:lnTo>
                  <a:lnTo>
                    <a:pt x="1536" y="1360"/>
                  </a:lnTo>
                  <a:lnTo>
                    <a:pt x="1578" y="1360"/>
                  </a:lnTo>
                  <a:lnTo>
                    <a:pt x="1578" y="1369"/>
                  </a:lnTo>
                  <a:close/>
                  <a:moveTo>
                    <a:pt x="1486" y="1367"/>
                  </a:moveTo>
                  <a:lnTo>
                    <a:pt x="1445" y="1367"/>
                  </a:lnTo>
                  <a:lnTo>
                    <a:pt x="1445" y="1358"/>
                  </a:lnTo>
                  <a:lnTo>
                    <a:pt x="1486" y="1358"/>
                  </a:lnTo>
                  <a:lnTo>
                    <a:pt x="1486" y="1367"/>
                  </a:lnTo>
                  <a:close/>
                  <a:moveTo>
                    <a:pt x="1395" y="1367"/>
                  </a:moveTo>
                  <a:lnTo>
                    <a:pt x="1353" y="1367"/>
                  </a:lnTo>
                  <a:lnTo>
                    <a:pt x="1353" y="1358"/>
                  </a:lnTo>
                  <a:lnTo>
                    <a:pt x="1395" y="1358"/>
                  </a:lnTo>
                  <a:lnTo>
                    <a:pt x="1395" y="1367"/>
                  </a:lnTo>
                  <a:close/>
                  <a:moveTo>
                    <a:pt x="1303" y="1365"/>
                  </a:moveTo>
                  <a:lnTo>
                    <a:pt x="1262" y="1365"/>
                  </a:lnTo>
                  <a:lnTo>
                    <a:pt x="1262" y="1356"/>
                  </a:lnTo>
                  <a:lnTo>
                    <a:pt x="1303" y="1356"/>
                  </a:lnTo>
                  <a:lnTo>
                    <a:pt x="1303" y="1365"/>
                  </a:lnTo>
                  <a:close/>
                  <a:moveTo>
                    <a:pt x="1212" y="1365"/>
                  </a:moveTo>
                  <a:lnTo>
                    <a:pt x="1170" y="1365"/>
                  </a:lnTo>
                  <a:lnTo>
                    <a:pt x="1170" y="1356"/>
                  </a:lnTo>
                  <a:lnTo>
                    <a:pt x="1212" y="1356"/>
                  </a:lnTo>
                  <a:lnTo>
                    <a:pt x="1212" y="1365"/>
                  </a:lnTo>
                  <a:close/>
                  <a:moveTo>
                    <a:pt x="1120" y="1365"/>
                  </a:moveTo>
                  <a:lnTo>
                    <a:pt x="1079" y="1362"/>
                  </a:lnTo>
                  <a:lnTo>
                    <a:pt x="1079" y="1354"/>
                  </a:lnTo>
                  <a:lnTo>
                    <a:pt x="1120" y="1356"/>
                  </a:lnTo>
                  <a:lnTo>
                    <a:pt x="1120" y="1365"/>
                  </a:lnTo>
                  <a:close/>
                  <a:moveTo>
                    <a:pt x="1029" y="1362"/>
                  </a:moveTo>
                  <a:lnTo>
                    <a:pt x="987" y="1362"/>
                  </a:lnTo>
                  <a:lnTo>
                    <a:pt x="987" y="1354"/>
                  </a:lnTo>
                  <a:lnTo>
                    <a:pt x="1029" y="1354"/>
                  </a:lnTo>
                  <a:lnTo>
                    <a:pt x="1029" y="1362"/>
                  </a:lnTo>
                  <a:close/>
                  <a:moveTo>
                    <a:pt x="938" y="1362"/>
                  </a:moveTo>
                  <a:lnTo>
                    <a:pt x="896" y="1360"/>
                  </a:lnTo>
                  <a:lnTo>
                    <a:pt x="896" y="1352"/>
                  </a:lnTo>
                  <a:lnTo>
                    <a:pt x="938" y="1354"/>
                  </a:lnTo>
                  <a:lnTo>
                    <a:pt x="938" y="1362"/>
                  </a:lnTo>
                  <a:close/>
                  <a:moveTo>
                    <a:pt x="846" y="1360"/>
                  </a:moveTo>
                  <a:lnTo>
                    <a:pt x="805" y="1360"/>
                  </a:lnTo>
                  <a:lnTo>
                    <a:pt x="805" y="1352"/>
                  </a:lnTo>
                  <a:lnTo>
                    <a:pt x="846" y="1352"/>
                  </a:lnTo>
                  <a:lnTo>
                    <a:pt x="846" y="1360"/>
                  </a:lnTo>
                  <a:close/>
                  <a:moveTo>
                    <a:pt x="755" y="1360"/>
                  </a:moveTo>
                  <a:lnTo>
                    <a:pt x="713" y="1360"/>
                  </a:lnTo>
                  <a:lnTo>
                    <a:pt x="713" y="1352"/>
                  </a:lnTo>
                  <a:lnTo>
                    <a:pt x="755" y="1352"/>
                  </a:lnTo>
                  <a:lnTo>
                    <a:pt x="755" y="1360"/>
                  </a:lnTo>
                  <a:close/>
                  <a:moveTo>
                    <a:pt x="663" y="1358"/>
                  </a:moveTo>
                  <a:lnTo>
                    <a:pt x="622" y="1358"/>
                  </a:lnTo>
                  <a:lnTo>
                    <a:pt x="622" y="1350"/>
                  </a:lnTo>
                  <a:lnTo>
                    <a:pt x="663" y="1350"/>
                  </a:lnTo>
                  <a:lnTo>
                    <a:pt x="663" y="1358"/>
                  </a:lnTo>
                  <a:close/>
                  <a:moveTo>
                    <a:pt x="572" y="1358"/>
                  </a:moveTo>
                  <a:lnTo>
                    <a:pt x="530" y="1358"/>
                  </a:lnTo>
                  <a:lnTo>
                    <a:pt x="530" y="1350"/>
                  </a:lnTo>
                  <a:lnTo>
                    <a:pt x="572" y="1350"/>
                  </a:lnTo>
                  <a:lnTo>
                    <a:pt x="572" y="1358"/>
                  </a:lnTo>
                  <a:close/>
                  <a:moveTo>
                    <a:pt x="480" y="1356"/>
                  </a:moveTo>
                  <a:lnTo>
                    <a:pt x="439" y="1356"/>
                  </a:lnTo>
                  <a:lnTo>
                    <a:pt x="439" y="1348"/>
                  </a:lnTo>
                  <a:lnTo>
                    <a:pt x="480" y="1348"/>
                  </a:lnTo>
                  <a:lnTo>
                    <a:pt x="480" y="1356"/>
                  </a:lnTo>
                  <a:close/>
                  <a:moveTo>
                    <a:pt x="389" y="1356"/>
                  </a:moveTo>
                  <a:lnTo>
                    <a:pt x="347" y="1356"/>
                  </a:lnTo>
                  <a:lnTo>
                    <a:pt x="347" y="1348"/>
                  </a:lnTo>
                  <a:lnTo>
                    <a:pt x="389" y="1348"/>
                  </a:lnTo>
                  <a:lnTo>
                    <a:pt x="389" y="1356"/>
                  </a:lnTo>
                  <a:close/>
                  <a:moveTo>
                    <a:pt x="297" y="1354"/>
                  </a:moveTo>
                  <a:lnTo>
                    <a:pt x="256" y="1354"/>
                  </a:lnTo>
                  <a:lnTo>
                    <a:pt x="256" y="1346"/>
                  </a:lnTo>
                  <a:lnTo>
                    <a:pt x="297" y="1346"/>
                  </a:lnTo>
                  <a:lnTo>
                    <a:pt x="297" y="1354"/>
                  </a:lnTo>
                  <a:close/>
                  <a:moveTo>
                    <a:pt x="206" y="1354"/>
                  </a:moveTo>
                  <a:lnTo>
                    <a:pt x="164" y="1354"/>
                  </a:lnTo>
                  <a:lnTo>
                    <a:pt x="164" y="1346"/>
                  </a:lnTo>
                  <a:lnTo>
                    <a:pt x="206" y="1346"/>
                  </a:lnTo>
                  <a:lnTo>
                    <a:pt x="206" y="1354"/>
                  </a:lnTo>
                  <a:close/>
                  <a:moveTo>
                    <a:pt x="114" y="1354"/>
                  </a:moveTo>
                  <a:lnTo>
                    <a:pt x="73" y="1352"/>
                  </a:lnTo>
                  <a:lnTo>
                    <a:pt x="73" y="1344"/>
                  </a:lnTo>
                  <a:lnTo>
                    <a:pt x="114" y="1346"/>
                  </a:lnTo>
                  <a:lnTo>
                    <a:pt x="114" y="1354"/>
                  </a:lnTo>
                  <a:close/>
                  <a:moveTo>
                    <a:pt x="23" y="1352"/>
                  </a:moveTo>
                  <a:lnTo>
                    <a:pt x="0" y="1352"/>
                  </a:lnTo>
                  <a:lnTo>
                    <a:pt x="17" y="1323"/>
                  </a:lnTo>
                  <a:lnTo>
                    <a:pt x="23" y="1327"/>
                  </a:lnTo>
                  <a:lnTo>
                    <a:pt x="15" y="1344"/>
                  </a:lnTo>
                  <a:lnTo>
                    <a:pt x="23" y="1344"/>
                  </a:lnTo>
                  <a:lnTo>
                    <a:pt x="23" y="1352"/>
                  </a:lnTo>
                  <a:close/>
                  <a:moveTo>
                    <a:pt x="46" y="1284"/>
                  </a:moveTo>
                  <a:lnTo>
                    <a:pt x="40" y="1279"/>
                  </a:lnTo>
                  <a:lnTo>
                    <a:pt x="58" y="1242"/>
                  </a:lnTo>
                  <a:lnTo>
                    <a:pt x="67" y="1246"/>
                  </a:lnTo>
                  <a:lnTo>
                    <a:pt x="46" y="1284"/>
                  </a:lnTo>
                  <a:close/>
                  <a:moveTo>
                    <a:pt x="90" y="1203"/>
                  </a:moveTo>
                  <a:lnTo>
                    <a:pt x="81" y="1198"/>
                  </a:lnTo>
                  <a:lnTo>
                    <a:pt x="102" y="1161"/>
                  </a:lnTo>
                  <a:lnTo>
                    <a:pt x="108" y="1165"/>
                  </a:lnTo>
                  <a:lnTo>
                    <a:pt x="90" y="1203"/>
                  </a:lnTo>
                  <a:close/>
                  <a:moveTo>
                    <a:pt x="131" y="1122"/>
                  </a:moveTo>
                  <a:lnTo>
                    <a:pt x="125" y="1117"/>
                  </a:lnTo>
                  <a:lnTo>
                    <a:pt x="144" y="1080"/>
                  </a:lnTo>
                  <a:lnTo>
                    <a:pt x="152" y="1084"/>
                  </a:lnTo>
                  <a:lnTo>
                    <a:pt x="131" y="1122"/>
                  </a:lnTo>
                  <a:close/>
                  <a:moveTo>
                    <a:pt x="175" y="1041"/>
                  </a:moveTo>
                  <a:lnTo>
                    <a:pt x="166" y="1036"/>
                  </a:lnTo>
                  <a:lnTo>
                    <a:pt x="187" y="999"/>
                  </a:lnTo>
                  <a:lnTo>
                    <a:pt x="193" y="1003"/>
                  </a:lnTo>
                  <a:lnTo>
                    <a:pt x="175" y="1041"/>
                  </a:lnTo>
                  <a:close/>
                  <a:moveTo>
                    <a:pt x="216" y="960"/>
                  </a:moveTo>
                  <a:lnTo>
                    <a:pt x="210" y="955"/>
                  </a:lnTo>
                  <a:lnTo>
                    <a:pt x="229" y="918"/>
                  </a:lnTo>
                  <a:lnTo>
                    <a:pt x="237" y="922"/>
                  </a:lnTo>
                  <a:lnTo>
                    <a:pt x="216" y="960"/>
                  </a:lnTo>
                  <a:close/>
                  <a:moveTo>
                    <a:pt x="260" y="879"/>
                  </a:moveTo>
                  <a:lnTo>
                    <a:pt x="252" y="874"/>
                  </a:lnTo>
                  <a:lnTo>
                    <a:pt x="272" y="839"/>
                  </a:lnTo>
                  <a:lnTo>
                    <a:pt x="279" y="841"/>
                  </a:lnTo>
                  <a:lnTo>
                    <a:pt x="260" y="879"/>
                  </a:lnTo>
                  <a:close/>
                  <a:moveTo>
                    <a:pt x="302" y="798"/>
                  </a:moveTo>
                  <a:lnTo>
                    <a:pt x="295" y="794"/>
                  </a:lnTo>
                  <a:lnTo>
                    <a:pt x="314" y="758"/>
                  </a:lnTo>
                  <a:lnTo>
                    <a:pt x="322" y="762"/>
                  </a:lnTo>
                  <a:lnTo>
                    <a:pt x="302" y="798"/>
                  </a:lnTo>
                  <a:close/>
                  <a:moveTo>
                    <a:pt x="345" y="717"/>
                  </a:moveTo>
                  <a:lnTo>
                    <a:pt x="337" y="713"/>
                  </a:lnTo>
                  <a:lnTo>
                    <a:pt x="358" y="677"/>
                  </a:lnTo>
                  <a:lnTo>
                    <a:pt x="364" y="681"/>
                  </a:lnTo>
                  <a:lnTo>
                    <a:pt x="345" y="717"/>
                  </a:lnTo>
                  <a:close/>
                  <a:moveTo>
                    <a:pt x="387" y="636"/>
                  </a:moveTo>
                  <a:lnTo>
                    <a:pt x="381" y="632"/>
                  </a:lnTo>
                  <a:lnTo>
                    <a:pt x="399" y="596"/>
                  </a:lnTo>
                  <a:lnTo>
                    <a:pt x="408" y="600"/>
                  </a:lnTo>
                  <a:lnTo>
                    <a:pt x="387" y="636"/>
                  </a:lnTo>
                  <a:close/>
                  <a:moveTo>
                    <a:pt x="430" y="555"/>
                  </a:moveTo>
                  <a:lnTo>
                    <a:pt x="422" y="553"/>
                  </a:lnTo>
                  <a:lnTo>
                    <a:pt x="443" y="515"/>
                  </a:lnTo>
                  <a:lnTo>
                    <a:pt x="449" y="519"/>
                  </a:lnTo>
                  <a:lnTo>
                    <a:pt x="430" y="555"/>
                  </a:lnTo>
                  <a:close/>
                  <a:moveTo>
                    <a:pt x="474" y="474"/>
                  </a:moveTo>
                  <a:lnTo>
                    <a:pt x="466" y="472"/>
                  </a:lnTo>
                  <a:lnTo>
                    <a:pt x="484" y="434"/>
                  </a:lnTo>
                  <a:lnTo>
                    <a:pt x="493" y="438"/>
                  </a:lnTo>
                  <a:lnTo>
                    <a:pt x="474" y="474"/>
                  </a:lnTo>
                  <a:close/>
                  <a:moveTo>
                    <a:pt x="511" y="391"/>
                  </a:moveTo>
                  <a:lnTo>
                    <a:pt x="503" y="389"/>
                  </a:lnTo>
                  <a:lnTo>
                    <a:pt x="516" y="349"/>
                  </a:lnTo>
                  <a:lnTo>
                    <a:pt x="524" y="351"/>
                  </a:lnTo>
                  <a:lnTo>
                    <a:pt x="511" y="391"/>
                  </a:lnTo>
                  <a:close/>
                  <a:moveTo>
                    <a:pt x="538" y="303"/>
                  </a:moveTo>
                  <a:lnTo>
                    <a:pt x="530" y="301"/>
                  </a:lnTo>
                  <a:lnTo>
                    <a:pt x="545" y="262"/>
                  </a:lnTo>
                  <a:lnTo>
                    <a:pt x="551" y="264"/>
                  </a:lnTo>
                  <a:lnTo>
                    <a:pt x="538" y="303"/>
                  </a:lnTo>
                  <a:close/>
                  <a:moveTo>
                    <a:pt x="568" y="216"/>
                  </a:moveTo>
                  <a:lnTo>
                    <a:pt x="559" y="214"/>
                  </a:lnTo>
                  <a:lnTo>
                    <a:pt x="572" y="175"/>
                  </a:lnTo>
                  <a:lnTo>
                    <a:pt x="580" y="177"/>
                  </a:lnTo>
                  <a:lnTo>
                    <a:pt x="568" y="216"/>
                  </a:lnTo>
                  <a:close/>
                  <a:moveTo>
                    <a:pt x="595" y="131"/>
                  </a:moveTo>
                  <a:lnTo>
                    <a:pt x="586" y="127"/>
                  </a:lnTo>
                  <a:lnTo>
                    <a:pt x="599" y="87"/>
                  </a:lnTo>
                  <a:lnTo>
                    <a:pt x="607" y="92"/>
                  </a:lnTo>
                  <a:lnTo>
                    <a:pt x="595" y="131"/>
                  </a:lnTo>
                  <a:close/>
                  <a:moveTo>
                    <a:pt x="624" y="44"/>
                  </a:moveTo>
                  <a:lnTo>
                    <a:pt x="615" y="40"/>
                  </a:lnTo>
                  <a:lnTo>
                    <a:pt x="628" y="0"/>
                  </a:lnTo>
                  <a:lnTo>
                    <a:pt x="636" y="4"/>
                  </a:lnTo>
                  <a:lnTo>
                    <a:pt x="624" y="44"/>
                  </a:ln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3" name="íś1íḋe"/>
            <p:cNvSpPr/>
            <p:nvPr/>
          </p:nvSpPr>
          <p:spPr bwMode="auto">
            <a:xfrm>
              <a:off x="4537075" y="3548063"/>
              <a:ext cx="53975" cy="1503363"/>
            </a:xfrm>
            <a:custGeom>
              <a:avLst/>
              <a:gdLst>
                <a:gd name="T0" fmla="*/ 25 w 34"/>
                <a:gd name="T1" fmla="*/ 947 h 947"/>
                <a:gd name="T2" fmla="*/ 23 w 34"/>
                <a:gd name="T3" fmla="*/ 914 h 947"/>
                <a:gd name="T4" fmla="*/ 32 w 34"/>
                <a:gd name="T5" fmla="*/ 914 h 947"/>
                <a:gd name="T6" fmla="*/ 34 w 34"/>
                <a:gd name="T7" fmla="*/ 947 h 947"/>
                <a:gd name="T8" fmla="*/ 25 w 34"/>
                <a:gd name="T9" fmla="*/ 947 h 947"/>
                <a:gd name="T10" fmla="*/ 23 w 34"/>
                <a:gd name="T11" fmla="*/ 864 h 947"/>
                <a:gd name="T12" fmla="*/ 21 w 34"/>
                <a:gd name="T13" fmla="*/ 822 h 947"/>
                <a:gd name="T14" fmla="*/ 29 w 34"/>
                <a:gd name="T15" fmla="*/ 822 h 947"/>
                <a:gd name="T16" fmla="*/ 32 w 34"/>
                <a:gd name="T17" fmla="*/ 864 h 947"/>
                <a:gd name="T18" fmla="*/ 23 w 34"/>
                <a:gd name="T19" fmla="*/ 864 h 947"/>
                <a:gd name="T20" fmla="*/ 21 w 34"/>
                <a:gd name="T21" fmla="*/ 773 h 947"/>
                <a:gd name="T22" fmla="*/ 19 w 34"/>
                <a:gd name="T23" fmla="*/ 731 h 947"/>
                <a:gd name="T24" fmla="*/ 27 w 34"/>
                <a:gd name="T25" fmla="*/ 731 h 947"/>
                <a:gd name="T26" fmla="*/ 29 w 34"/>
                <a:gd name="T27" fmla="*/ 773 h 947"/>
                <a:gd name="T28" fmla="*/ 21 w 34"/>
                <a:gd name="T29" fmla="*/ 773 h 947"/>
                <a:gd name="T30" fmla="*/ 17 w 34"/>
                <a:gd name="T31" fmla="*/ 681 h 947"/>
                <a:gd name="T32" fmla="*/ 17 w 34"/>
                <a:gd name="T33" fmla="*/ 640 h 947"/>
                <a:gd name="T34" fmla="*/ 25 w 34"/>
                <a:gd name="T35" fmla="*/ 640 h 947"/>
                <a:gd name="T36" fmla="*/ 25 w 34"/>
                <a:gd name="T37" fmla="*/ 681 h 947"/>
                <a:gd name="T38" fmla="*/ 17 w 34"/>
                <a:gd name="T39" fmla="*/ 681 h 947"/>
                <a:gd name="T40" fmla="*/ 15 w 34"/>
                <a:gd name="T41" fmla="*/ 590 h 947"/>
                <a:gd name="T42" fmla="*/ 15 w 34"/>
                <a:gd name="T43" fmla="*/ 548 h 947"/>
                <a:gd name="T44" fmla="*/ 23 w 34"/>
                <a:gd name="T45" fmla="*/ 548 h 947"/>
                <a:gd name="T46" fmla="*/ 23 w 34"/>
                <a:gd name="T47" fmla="*/ 590 h 947"/>
                <a:gd name="T48" fmla="*/ 15 w 34"/>
                <a:gd name="T49" fmla="*/ 590 h 947"/>
                <a:gd name="T50" fmla="*/ 13 w 34"/>
                <a:gd name="T51" fmla="*/ 498 h 947"/>
                <a:gd name="T52" fmla="*/ 13 w 34"/>
                <a:gd name="T53" fmla="*/ 457 h 947"/>
                <a:gd name="T54" fmla="*/ 21 w 34"/>
                <a:gd name="T55" fmla="*/ 457 h 947"/>
                <a:gd name="T56" fmla="*/ 21 w 34"/>
                <a:gd name="T57" fmla="*/ 498 h 947"/>
                <a:gd name="T58" fmla="*/ 13 w 34"/>
                <a:gd name="T59" fmla="*/ 498 h 947"/>
                <a:gd name="T60" fmla="*/ 11 w 34"/>
                <a:gd name="T61" fmla="*/ 407 h 947"/>
                <a:gd name="T62" fmla="*/ 9 w 34"/>
                <a:gd name="T63" fmla="*/ 366 h 947"/>
                <a:gd name="T64" fmla="*/ 17 w 34"/>
                <a:gd name="T65" fmla="*/ 366 h 947"/>
                <a:gd name="T66" fmla="*/ 19 w 34"/>
                <a:gd name="T67" fmla="*/ 407 h 947"/>
                <a:gd name="T68" fmla="*/ 11 w 34"/>
                <a:gd name="T69" fmla="*/ 407 h 947"/>
                <a:gd name="T70" fmla="*/ 9 w 34"/>
                <a:gd name="T71" fmla="*/ 316 h 947"/>
                <a:gd name="T72" fmla="*/ 7 w 34"/>
                <a:gd name="T73" fmla="*/ 274 h 947"/>
                <a:gd name="T74" fmla="*/ 15 w 34"/>
                <a:gd name="T75" fmla="*/ 274 h 947"/>
                <a:gd name="T76" fmla="*/ 17 w 34"/>
                <a:gd name="T77" fmla="*/ 316 h 947"/>
                <a:gd name="T78" fmla="*/ 9 w 34"/>
                <a:gd name="T79" fmla="*/ 316 h 947"/>
                <a:gd name="T80" fmla="*/ 7 w 34"/>
                <a:gd name="T81" fmla="*/ 224 h 947"/>
                <a:gd name="T82" fmla="*/ 5 w 34"/>
                <a:gd name="T83" fmla="*/ 183 h 947"/>
                <a:gd name="T84" fmla="*/ 13 w 34"/>
                <a:gd name="T85" fmla="*/ 183 h 947"/>
                <a:gd name="T86" fmla="*/ 15 w 34"/>
                <a:gd name="T87" fmla="*/ 224 h 947"/>
                <a:gd name="T88" fmla="*/ 7 w 34"/>
                <a:gd name="T89" fmla="*/ 224 h 947"/>
                <a:gd name="T90" fmla="*/ 2 w 34"/>
                <a:gd name="T91" fmla="*/ 133 h 947"/>
                <a:gd name="T92" fmla="*/ 2 w 34"/>
                <a:gd name="T93" fmla="*/ 91 h 947"/>
                <a:gd name="T94" fmla="*/ 11 w 34"/>
                <a:gd name="T95" fmla="*/ 91 h 947"/>
                <a:gd name="T96" fmla="*/ 11 w 34"/>
                <a:gd name="T97" fmla="*/ 133 h 947"/>
                <a:gd name="T98" fmla="*/ 2 w 34"/>
                <a:gd name="T99" fmla="*/ 133 h 947"/>
                <a:gd name="T100" fmla="*/ 0 w 34"/>
                <a:gd name="T101" fmla="*/ 42 h 947"/>
                <a:gd name="T102" fmla="*/ 0 w 34"/>
                <a:gd name="T103" fmla="*/ 0 h 947"/>
                <a:gd name="T104" fmla="*/ 9 w 34"/>
                <a:gd name="T105" fmla="*/ 0 h 947"/>
                <a:gd name="T106" fmla="*/ 9 w 34"/>
                <a:gd name="T107" fmla="*/ 42 h 947"/>
                <a:gd name="T108" fmla="*/ 0 w 34"/>
                <a:gd name="T109" fmla="*/ 42 h 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4" h="947">
                  <a:moveTo>
                    <a:pt x="25" y="947"/>
                  </a:moveTo>
                  <a:lnTo>
                    <a:pt x="23" y="914"/>
                  </a:lnTo>
                  <a:lnTo>
                    <a:pt x="32" y="914"/>
                  </a:lnTo>
                  <a:lnTo>
                    <a:pt x="34" y="947"/>
                  </a:lnTo>
                  <a:lnTo>
                    <a:pt x="25" y="947"/>
                  </a:lnTo>
                  <a:close/>
                  <a:moveTo>
                    <a:pt x="23" y="864"/>
                  </a:moveTo>
                  <a:lnTo>
                    <a:pt x="21" y="822"/>
                  </a:lnTo>
                  <a:lnTo>
                    <a:pt x="29" y="822"/>
                  </a:lnTo>
                  <a:lnTo>
                    <a:pt x="32" y="864"/>
                  </a:lnTo>
                  <a:lnTo>
                    <a:pt x="23" y="864"/>
                  </a:lnTo>
                  <a:close/>
                  <a:moveTo>
                    <a:pt x="21" y="773"/>
                  </a:moveTo>
                  <a:lnTo>
                    <a:pt x="19" y="731"/>
                  </a:lnTo>
                  <a:lnTo>
                    <a:pt x="27" y="731"/>
                  </a:lnTo>
                  <a:lnTo>
                    <a:pt x="29" y="773"/>
                  </a:lnTo>
                  <a:lnTo>
                    <a:pt x="21" y="773"/>
                  </a:lnTo>
                  <a:close/>
                  <a:moveTo>
                    <a:pt x="17" y="681"/>
                  </a:moveTo>
                  <a:lnTo>
                    <a:pt x="17" y="640"/>
                  </a:lnTo>
                  <a:lnTo>
                    <a:pt x="25" y="640"/>
                  </a:lnTo>
                  <a:lnTo>
                    <a:pt x="25" y="681"/>
                  </a:lnTo>
                  <a:lnTo>
                    <a:pt x="17" y="681"/>
                  </a:lnTo>
                  <a:close/>
                  <a:moveTo>
                    <a:pt x="15" y="590"/>
                  </a:moveTo>
                  <a:lnTo>
                    <a:pt x="15" y="548"/>
                  </a:lnTo>
                  <a:lnTo>
                    <a:pt x="23" y="548"/>
                  </a:lnTo>
                  <a:lnTo>
                    <a:pt x="23" y="590"/>
                  </a:lnTo>
                  <a:lnTo>
                    <a:pt x="15" y="590"/>
                  </a:lnTo>
                  <a:close/>
                  <a:moveTo>
                    <a:pt x="13" y="498"/>
                  </a:moveTo>
                  <a:lnTo>
                    <a:pt x="13" y="457"/>
                  </a:lnTo>
                  <a:lnTo>
                    <a:pt x="21" y="457"/>
                  </a:lnTo>
                  <a:lnTo>
                    <a:pt x="21" y="498"/>
                  </a:lnTo>
                  <a:lnTo>
                    <a:pt x="13" y="498"/>
                  </a:lnTo>
                  <a:close/>
                  <a:moveTo>
                    <a:pt x="11" y="407"/>
                  </a:moveTo>
                  <a:lnTo>
                    <a:pt x="9" y="366"/>
                  </a:lnTo>
                  <a:lnTo>
                    <a:pt x="17" y="366"/>
                  </a:lnTo>
                  <a:lnTo>
                    <a:pt x="19" y="407"/>
                  </a:lnTo>
                  <a:lnTo>
                    <a:pt x="11" y="407"/>
                  </a:lnTo>
                  <a:close/>
                  <a:moveTo>
                    <a:pt x="9" y="316"/>
                  </a:moveTo>
                  <a:lnTo>
                    <a:pt x="7" y="274"/>
                  </a:lnTo>
                  <a:lnTo>
                    <a:pt x="15" y="274"/>
                  </a:lnTo>
                  <a:lnTo>
                    <a:pt x="17" y="316"/>
                  </a:lnTo>
                  <a:lnTo>
                    <a:pt x="9" y="316"/>
                  </a:lnTo>
                  <a:close/>
                  <a:moveTo>
                    <a:pt x="7" y="224"/>
                  </a:moveTo>
                  <a:lnTo>
                    <a:pt x="5" y="183"/>
                  </a:lnTo>
                  <a:lnTo>
                    <a:pt x="13" y="183"/>
                  </a:lnTo>
                  <a:lnTo>
                    <a:pt x="15" y="224"/>
                  </a:lnTo>
                  <a:lnTo>
                    <a:pt x="7" y="224"/>
                  </a:lnTo>
                  <a:close/>
                  <a:moveTo>
                    <a:pt x="2" y="133"/>
                  </a:moveTo>
                  <a:lnTo>
                    <a:pt x="2" y="91"/>
                  </a:lnTo>
                  <a:lnTo>
                    <a:pt x="11" y="91"/>
                  </a:lnTo>
                  <a:lnTo>
                    <a:pt x="11" y="133"/>
                  </a:lnTo>
                  <a:lnTo>
                    <a:pt x="2" y="133"/>
                  </a:lnTo>
                  <a:close/>
                  <a:moveTo>
                    <a:pt x="0" y="42"/>
                  </a:moveTo>
                  <a:lnTo>
                    <a:pt x="0" y="0"/>
                  </a:lnTo>
                  <a:lnTo>
                    <a:pt x="9" y="0"/>
                  </a:lnTo>
                  <a:lnTo>
                    <a:pt x="9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4" name="ï$1îḍé"/>
            <p:cNvSpPr/>
            <p:nvPr/>
          </p:nvSpPr>
          <p:spPr bwMode="auto">
            <a:xfrm>
              <a:off x="4313238" y="3324226"/>
              <a:ext cx="498475" cy="701675"/>
            </a:xfrm>
            <a:custGeom>
              <a:avLst/>
              <a:gdLst>
                <a:gd name="T0" fmla="*/ 22 w 151"/>
                <a:gd name="T1" fmla="*/ 1 h 213"/>
                <a:gd name="T2" fmla="*/ 17 w 151"/>
                <a:gd name="T3" fmla="*/ 0 h 213"/>
                <a:gd name="T4" fmla="*/ 17 w 151"/>
                <a:gd name="T5" fmla="*/ 1 h 213"/>
                <a:gd name="T6" fmla="*/ 16 w 151"/>
                <a:gd name="T7" fmla="*/ 1 h 213"/>
                <a:gd name="T8" fmla="*/ 15 w 151"/>
                <a:gd name="T9" fmla="*/ 1 h 213"/>
                <a:gd name="T10" fmla="*/ 14 w 151"/>
                <a:gd name="T11" fmla="*/ 2 h 213"/>
                <a:gd name="T12" fmla="*/ 13 w 151"/>
                <a:gd name="T13" fmla="*/ 2 h 213"/>
                <a:gd name="T14" fmla="*/ 12 w 151"/>
                <a:gd name="T15" fmla="*/ 2 h 213"/>
                <a:gd name="T16" fmla="*/ 11 w 151"/>
                <a:gd name="T17" fmla="*/ 2 h 213"/>
                <a:gd name="T18" fmla="*/ 11 w 151"/>
                <a:gd name="T19" fmla="*/ 3 h 213"/>
                <a:gd name="T20" fmla="*/ 10 w 151"/>
                <a:gd name="T21" fmla="*/ 3 h 213"/>
                <a:gd name="T22" fmla="*/ 9 w 151"/>
                <a:gd name="T23" fmla="*/ 3 h 213"/>
                <a:gd name="T24" fmla="*/ 8 w 151"/>
                <a:gd name="T25" fmla="*/ 4 h 213"/>
                <a:gd name="T26" fmla="*/ 7 w 151"/>
                <a:gd name="T27" fmla="*/ 4 h 213"/>
                <a:gd name="T28" fmla="*/ 6 w 151"/>
                <a:gd name="T29" fmla="*/ 4 h 213"/>
                <a:gd name="T30" fmla="*/ 5 w 151"/>
                <a:gd name="T31" fmla="*/ 4 h 213"/>
                <a:gd name="T32" fmla="*/ 0 w 151"/>
                <a:gd name="T33" fmla="*/ 15 h 213"/>
                <a:gd name="T34" fmla="*/ 9 w 151"/>
                <a:gd name="T35" fmla="*/ 144 h 213"/>
                <a:gd name="T36" fmla="*/ 26 w 151"/>
                <a:gd name="T37" fmla="*/ 188 h 213"/>
                <a:gd name="T38" fmla="*/ 26 w 151"/>
                <a:gd name="T39" fmla="*/ 188 h 213"/>
                <a:gd name="T40" fmla="*/ 27 w 151"/>
                <a:gd name="T41" fmla="*/ 188 h 213"/>
                <a:gd name="T42" fmla="*/ 27 w 151"/>
                <a:gd name="T43" fmla="*/ 187 h 213"/>
                <a:gd name="T44" fmla="*/ 28 w 151"/>
                <a:gd name="T45" fmla="*/ 187 h 213"/>
                <a:gd name="T46" fmla="*/ 28 w 151"/>
                <a:gd name="T47" fmla="*/ 187 h 213"/>
                <a:gd name="T48" fmla="*/ 28 w 151"/>
                <a:gd name="T49" fmla="*/ 187 h 213"/>
                <a:gd name="T50" fmla="*/ 29 w 151"/>
                <a:gd name="T51" fmla="*/ 187 h 213"/>
                <a:gd name="T52" fmla="*/ 29 w 151"/>
                <a:gd name="T53" fmla="*/ 187 h 213"/>
                <a:gd name="T54" fmla="*/ 30 w 151"/>
                <a:gd name="T55" fmla="*/ 187 h 213"/>
                <a:gd name="T56" fmla="*/ 30 w 151"/>
                <a:gd name="T57" fmla="*/ 186 h 213"/>
                <a:gd name="T58" fmla="*/ 31 w 151"/>
                <a:gd name="T59" fmla="*/ 186 h 213"/>
                <a:gd name="T60" fmla="*/ 31 w 151"/>
                <a:gd name="T61" fmla="*/ 186 h 213"/>
                <a:gd name="T62" fmla="*/ 32 w 151"/>
                <a:gd name="T63" fmla="*/ 186 h 213"/>
                <a:gd name="T64" fmla="*/ 32 w 151"/>
                <a:gd name="T65" fmla="*/ 186 h 213"/>
                <a:gd name="T66" fmla="*/ 32 w 151"/>
                <a:gd name="T67" fmla="*/ 186 h 213"/>
                <a:gd name="T68" fmla="*/ 33 w 151"/>
                <a:gd name="T69" fmla="*/ 186 h 213"/>
                <a:gd name="T70" fmla="*/ 33 w 151"/>
                <a:gd name="T71" fmla="*/ 185 h 213"/>
                <a:gd name="T72" fmla="*/ 34 w 151"/>
                <a:gd name="T73" fmla="*/ 185 h 213"/>
                <a:gd name="T74" fmla="*/ 34 w 151"/>
                <a:gd name="T75" fmla="*/ 185 h 213"/>
                <a:gd name="T76" fmla="*/ 35 w 151"/>
                <a:gd name="T77" fmla="*/ 185 h 213"/>
                <a:gd name="T78" fmla="*/ 35 w 151"/>
                <a:gd name="T79" fmla="*/ 185 h 213"/>
                <a:gd name="T80" fmla="*/ 35 w 151"/>
                <a:gd name="T81" fmla="*/ 185 h 213"/>
                <a:gd name="T82" fmla="*/ 36 w 151"/>
                <a:gd name="T83" fmla="*/ 185 h 213"/>
                <a:gd name="T84" fmla="*/ 36 w 151"/>
                <a:gd name="T85" fmla="*/ 184 h 213"/>
                <a:gd name="T86" fmla="*/ 37 w 151"/>
                <a:gd name="T87" fmla="*/ 184 h 213"/>
                <a:gd name="T88" fmla="*/ 37 w 151"/>
                <a:gd name="T89" fmla="*/ 184 h 213"/>
                <a:gd name="T90" fmla="*/ 38 w 151"/>
                <a:gd name="T91" fmla="*/ 184 h 213"/>
                <a:gd name="T92" fmla="*/ 38 w 151"/>
                <a:gd name="T93" fmla="*/ 184 h 213"/>
                <a:gd name="T94" fmla="*/ 38 w 151"/>
                <a:gd name="T95" fmla="*/ 184 h 213"/>
                <a:gd name="T96" fmla="*/ 39 w 151"/>
                <a:gd name="T97" fmla="*/ 184 h 213"/>
                <a:gd name="T98" fmla="*/ 39 w 151"/>
                <a:gd name="T99" fmla="*/ 183 h 213"/>
                <a:gd name="T100" fmla="*/ 132 w 151"/>
                <a:gd name="T101" fmla="*/ 212 h 213"/>
                <a:gd name="T102" fmla="*/ 137 w 151"/>
                <a:gd name="T103" fmla="*/ 212 h 213"/>
                <a:gd name="T104" fmla="*/ 151 w 151"/>
                <a:gd name="T105" fmla="*/ 198 h 213"/>
                <a:gd name="T106" fmla="*/ 142 w 151"/>
                <a:gd name="T107" fmla="*/ 69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" h="213">
                  <a:moveTo>
                    <a:pt x="142" y="6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21" y="0"/>
                    <a:pt x="19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2" y="5"/>
                    <a:pt x="0" y="9"/>
                    <a:pt x="0" y="15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33"/>
                    <a:pt x="4" y="141"/>
                    <a:pt x="9" y="144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88"/>
                    <a:pt x="26" y="188"/>
                    <a:pt x="26" y="188"/>
                  </a:cubicBezTo>
                  <a:cubicBezTo>
                    <a:pt x="26" y="187"/>
                    <a:pt x="26" y="187"/>
                    <a:pt x="26" y="187"/>
                  </a:cubicBezTo>
                  <a:cubicBezTo>
                    <a:pt x="26" y="188"/>
                    <a:pt x="26" y="188"/>
                    <a:pt x="26" y="188"/>
                  </a:cubicBezTo>
                  <a:cubicBezTo>
                    <a:pt x="27" y="187"/>
                    <a:pt x="27" y="187"/>
                    <a:pt x="27" y="187"/>
                  </a:cubicBezTo>
                  <a:cubicBezTo>
                    <a:pt x="27" y="188"/>
                    <a:pt x="27" y="188"/>
                    <a:pt x="27" y="188"/>
                  </a:cubicBezTo>
                  <a:cubicBezTo>
                    <a:pt x="27" y="187"/>
                    <a:pt x="27" y="187"/>
                    <a:pt x="27" y="187"/>
                  </a:cubicBezTo>
                  <a:cubicBezTo>
                    <a:pt x="27" y="187"/>
                    <a:pt x="27" y="187"/>
                    <a:pt x="27" y="187"/>
                  </a:cubicBezTo>
                  <a:cubicBezTo>
                    <a:pt x="28" y="187"/>
                    <a:pt x="28" y="187"/>
                    <a:pt x="28" y="187"/>
                  </a:cubicBezTo>
                  <a:cubicBezTo>
                    <a:pt x="28" y="187"/>
                    <a:pt x="28" y="187"/>
                    <a:pt x="28" y="187"/>
                  </a:cubicBezTo>
                  <a:cubicBezTo>
                    <a:pt x="28" y="187"/>
                    <a:pt x="28" y="187"/>
                    <a:pt x="28" y="187"/>
                  </a:cubicBezTo>
                  <a:cubicBezTo>
                    <a:pt x="28" y="187"/>
                    <a:pt x="28" y="187"/>
                    <a:pt x="28" y="187"/>
                  </a:cubicBezTo>
                  <a:cubicBezTo>
                    <a:pt x="28" y="187"/>
                    <a:pt x="28" y="187"/>
                    <a:pt x="28" y="187"/>
                  </a:cubicBezTo>
                  <a:cubicBezTo>
                    <a:pt x="28" y="187"/>
                    <a:pt x="28" y="187"/>
                    <a:pt x="28" y="187"/>
                  </a:cubicBezTo>
                  <a:cubicBezTo>
                    <a:pt x="29" y="187"/>
                    <a:pt x="29" y="187"/>
                    <a:pt x="29" y="187"/>
                  </a:cubicBezTo>
                  <a:cubicBezTo>
                    <a:pt x="29" y="187"/>
                    <a:pt x="29" y="187"/>
                    <a:pt x="29" y="187"/>
                  </a:cubicBezTo>
                  <a:cubicBezTo>
                    <a:pt x="29" y="186"/>
                    <a:pt x="29" y="186"/>
                    <a:pt x="29" y="186"/>
                  </a:cubicBezTo>
                  <a:cubicBezTo>
                    <a:pt x="29" y="187"/>
                    <a:pt x="29" y="187"/>
                    <a:pt x="29" y="187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0" y="187"/>
                    <a:pt x="30" y="187"/>
                    <a:pt x="30" y="187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3" y="186"/>
                    <a:pt x="33" y="186"/>
                    <a:pt x="33" y="186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4" y="185"/>
                    <a:pt x="34" y="185"/>
                    <a:pt x="34" y="185"/>
                  </a:cubicBezTo>
                  <a:cubicBezTo>
                    <a:pt x="34" y="185"/>
                    <a:pt x="34" y="185"/>
                    <a:pt x="34" y="185"/>
                  </a:cubicBezTo>
                  <a:cubicBezTo>
                    <a:pt x="34" y="185"/>
                    <a:pt x="34" y="185"/>
                    <a:pt x="34" y="185"/>
                  </a:cubicBezTo>
                  <a:cubicBezTo>
                    <a:pt x="34" y="185"/>
                    <a:pt x="34" y="185"/>
                    <a:pt x="34" y="185"/>
                  </a:cubicBezTo>
                  <a:cubicBezTo>
                    <a:pt x="35" y="185"/>
                    <a:pt x="35" y="185"/>
                    <a:pt x="35" y="185"/>
                  </a:cubicBezTo>
                  <a:cubicBezTo>
                    <a:pt x="35" y="185"/>
                    <a:pt x="35" y="185"/>
                    <a:pt x="35" y="185"/>
                  </a:cubicBezTo>
                  <a:cubicBezTo>
                    <a:pt x="35" y="185"/>
                    <a:pt x="35" y="185"/>
                    <a:pt x="35" y="185"/>
                  </a:cubicBezTo>
                  <a:cubicBezTo>
                    <a:pt x="35" y="185"/>
                    <a:pt x="35" y="185"/>
                    <a:pt x="35" y="185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5" y="185"/>
                    <a:pt x="35" y="185"/>
                    <a:pt x="35" y="185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7" y="184"/>
                    <a:pt x="37" y="184"/>
                    <a:pt x="37" y="184"/>
                  </a:cubicBezTo>
                  <a:cubicBezTo>
                    <a:pt x="37" y="184"/>
                    <a:pt x="37" y="184"/>
                    <a:pt x="37" y="184"/>
                  </a:cubicBezTo>
                  <a:cubicBezTo>
                    <a:pt x="37" y="184"/>
                    <a:pt x="37" y="184"/>
                    <a:pt x="37" y="184"/>
                  </a:cubicBezTo>
                  <a:cubicBezTo>
                    <a:pt x="37" y="184"/>
                    <a:pt x="37" y="184"/>
                    <a:pt x="37" y="184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3"/>
                    <a:pt x="38" y="183"/>
                    <a:pt x="38" y="183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132" y="212"/>
                    <a:pt x="132" y="212"/>
                    <a:pt x="132" y="212"/>
                  </a:cubicBezTo>
                  <a:cubicBezTo>
                    <a:pt x="134" y="213"/>
                    <a:pt x="135" y="213"/>
                    <a:pt x="136" y="212"/>
                  </a:cubicBezTo>
                  <a:cubicBezTo>
                    <a:pt x="137" y="212"/>
                    <a:pt x="137" y="212"/>
                    <a:pt x="137" y="212"/>
                  </a:cubicBezTo>
                  <a:cubicBezTo>
                    <a:pt x="137" y="212"/>
                    <a:pt x="137" y="212"/>
                    <a:pt x="137" y="212"/>
                  </a:cubicBezTo>
                  <a:cubicBezTo>
                    <a:pt x="146" y="209"/>
                    <a:pt x="151" y="209"/>
                    <a:pt x="151" y="198"/>
                  </a:cubicBezTo>
                  <a:cubicBezTo>
                    <a:pt x="151" y="88"/>
                    <a:pt x="151" y="88"/>
                    <a:pt x="151" y="88"/>
                  </a:cubicBezTo>
                  <a:cubicBezTo>
                    <a:pt x="151" y="80"/>
                    <a:pt x="147" y="71"/>
                    <a:pt x="142" y="69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5" name="iṩľíḋê"/>
            <p:cNvSpPr/>
            <p:nvPr/>
          </p:nvSpPr>
          <p:spPr bwMode="auto">
            <a:xfrm>
              <a:off x="4313238" y="3333751"/>
              <a:ext cx="465138" cy="698500"/>
            </a:xfrm>
            <a:custGeom>
              <a:avLst/>
              <a:gdLst>
                <a:gd name="T0" fmla="*/ 132 w 141"/>
                <a:gd name="T1" fmla="*/ 70 h 212"/>
                <a:gd name="T2" fmla="*/ 9 w 141"/>
                <a:gd name="T3" fmla="*/ 2 h 212"/>
                <a:gd name="T4" fmla="*/ 0 w 141"/>
                <a:gd name="T5" fmla="*/ 12 h 212"/>
                <a:gd name="T6" fmla="*/ 0 w 141"/>
                <a:gd name="T7" fmla="*/ 121 h 212"/>
                <a:gd name="T8" fmla="*/ 9 w 141"/>
                <a:gd name="T9" fmla="*/ 141 h 212"/>
                <a:gd name="T10" fmla="*/ 26 w 141"/>
                <a:gd name="T11" fmla="*/ 151 h 212"/>
                <a:gd name="T12" fmla="*/ 26 w 141"/>
                <a:gd name="T13" fmla="*/ 185 h 212"/>
                <a:gd name="T14" fmla="*/ 48 w 141"/>
                <a:gd name="T15" fmla="*/ 165 h 212"/>
                <a:gd name="T16" fmla="*/ 132 w 141"/>
                <a:gd name="T17" fmla="*/ 209 h 212"/>
                <a:gd name="T18" fmla="*/ 141 w 141"/>
                <a:gd name="T19" fmla="*/ 199 h 212"/>
                <a:gd name="T20" fmla="*/ 141 w 141"/>
                <a:gd name="T21" fmla="*/ 90 h 212"/>
                <a:gd name="T22" fmla="*/ 132 w 141"/>
                <a:gd name="T23" fmla="*/ 7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1" h="212">
                  <a:moveTo>
                    <a:pt x="132" y="70"/>
                  </a:moveTo>
                  <a:cubicBezTo>
                    <a:pt x="9" y="2"/>
                    <a:pt x="9" y="2"/>
                    <a:pt x="9" y="2"/>
                  </a:cubicBezTo>
                  <a:cubicBezTo>
                    <a:pt x="4" y="0"/>
                    <a:pt x="0" y="4"/>
                    <a:pt x="0" y="12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30"/>
                    <a:pt x="4" y="138"/>
                    <a:pt x="9" y="141"/>
                  </a:cubicBezTo>
                  <a:cubicBezTo>
                    <a:pt x="26" y="151"/>
                    <a:pt x="26" y="151"/>
                    <a:pt x="26" y="151"/>
                  </a:cubicBezTo>
                  <a:cubicBezTo>
                    <a:pt x="26" y="185"/>
                    <a:pt x="26" y="185"/>
                    <a:pt x="26" y="185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132" y="209"/>
                    <a:pt x="132" y="209"/>
                    <a:pt x="132" y="209"/>
                  </a:cubicBezTo>
                  <a:cubicBezTo>
                    <a:pt x="137" y="212"/>
                    <a:pt x="141" y="207"/>
                    <a:pt x="141" y="199"/>
                  </a:cubicBezTo>
                  <a:cubicBezTo>
                    <a:pt x="141" y="90"/>
                    <a:pt x="141" y="90"/>
                    <a:pt x="141" y="90"/>
                  </a:cubicBezTo>
                  <a:cubicBezTo>
                    <a:pt x="141" y="82"/>
                    <a:pt x="137" y="73"/>
                    <a:pt x="132" y="70"/>
                  </a:cubicBez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6" name="íšļïďê"/>
            <p:cNvSpPr/>
            <p:nvPr/>
          </p:nvSpPr>
          <p:spPr bwMode="auto">
            <a:xfrm>
              <a:off x="4435475" y="3609976"/>
              <a:ext cx="30163" cy="63500"/>
            </a:xfrm>
            <a:custGeom>
              <a:avLst/>
              <a:gdLst>
                <a:gd name="T0" fmla="*/ 9 w 9"/>
                <a:gd name="T1" fmla="*/ 12 h 19"/>
                <a:gd name="T2" fmla="*/ 4 w 9"/>
                <a:gd name="T3" fmla="*/ 18 h 19"/>
                <a:gd name="T4" fmla="*/ 0 w 9"/>
                <a:gd name="T5" fmla="*/ 7 h 19"/>
                <a:gd name="T6" fmla="*/ 4 w 9"/>
                <a:gd name="T7" fmla="*/ 2 h 19"/>
                <a:gd name="T8" fmla="*/ 9 w 9"/>
                <a:gd name="T9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9">
                  <a:moveTo>
                    <a:pt x="9" y="12"/>
                  </a:moveTo>
                  <a:cubicBezTo>
                    <a:pt x="9" y="17"/>
                    <a:pt x="7" y="19"/>
                    <a:pt x="4" y="18"/>
                  </a:cubicBezTo>
                  <a:cubicBezTo>
                    <a:pt x="2" y="16"/>
                    <a:pt x="0" y="11"/>
                    <a:pt x="0" y="7"/>
                  </a:cubicBezTo>
                  <a:cubicBezTo>
                    <a:pt x="0" y="3"/>
                    <a:pt x="2" y="0"/>
                    <a:pt x="4" y="2"/>
                  </a:cubicBezTo>
                  <a:cubicBezTo>
                    <a:pt x="7" y="3"/>
                    <a:pt x="9" y="8"/>
                    <a:pt x="9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7" name="íṣḷíďé"/>
            <p:cNvSpPr/>
            <p:nvPr/>
          </p:nvSpPr>
          <p:spPr bwMode="auto">
            <a:xfrm>
              <a:off x="4521200" y="3663951"/>
              <a:ext cx="30163" cy="61913"/>
            </a:xfrm>
            <a:custGeom>
              <a:avLst/>
              <a:gdLst>
                <a:gd name="T0" fmla="*/ 9 w 9"/>
                <a:gd name="T1" fmla="*/ 12 h 19"/>
                <a:gd name="T2" fmla="*/ 5 w 9"/>
                <a:gd name="T3" fmla="*/ 17 h 19"/>
                <a:gd name="T4" fmla="*/ 0 w 9"/>
                <a:gd name="T5" fmla="*/ 7 h 19"/>
                <a:gd name="T6" fmla="*/ 5 w 9"/>
                <a:gd name="T7" fmla="*/ 2 h 19"/>
                <a:gd name="T8" fmla="*/ 9 w 9"/>
                <a:gd name="T9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9">
                  <a:moveTo>
                    <a:pt x="9" y="12"/>
                  </a:moveTo>
                  <a:cubicBezTo>
                    <a:pt x="9" y="17"/>
                    <a:pt x="7" y="19"/>
                    <a:pt x="5" y="17"/>
                  </a:cubicBezTo>
                  <a:cubicBezTo>
                    <a:pt x="2" y="16"/>
                    <a:pt x="0" y="11"/>
                    <a:pt x="0" y="7"/>
                  </a:cubicBezTo>
                  <a:cubicBezTo>
                    <a:pt x="0" y="3"/>
                    <a:pt x="2" y="0"/>
                    <a:pt x="5" y="2"/>
                  </a:cubicBezTo>
                  <a:cubicBezTo>
                    <a:pt x="7" y="3"/>
                    <a:pt x="9" y="8"/>
                    <a:pt x="9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8" name="iśļíḍe"/>
            <p:cNvSpPr/>
            <p:nvPr/>
          </p:nvSpPr>
          <p:spPr bwMode="auto">
            <a:xfrm>
              <a:off x="4610100" y="3716338"/>
              <a:ext cx="30163" cy="61913"/>
            </a:xfrm>
            <a:custGeom>
              <a:avLst/>
              <a:gdLst>
                <a:gd name="T0" fmla="*/ 9 w 9"/>
                <a:gd name="T1" fmla="*/ 12 h 19"/>
                <a:gd name="T2" fmla="*/ 5 w 9"/>
                <a:gd name="T3" fmla="*/ 17 h 19"/>
                <a:gd name="T4" fmla="*/ 0 w 9"/>
                <a:gd name="T5" fmla="*/ 7 h 19"/>
                <a:gd name="T6" fmla="*/ 5 w 9"/>
                <a:gd name="T7" fmla="*/ 2 h 19"/>
                <a:gd name="T8" fmla="*/ 9 w 9"/>
                <a:gd name="T9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9">
                  <a:moveTo>
                    <a:pt x="9" y="12"/>
                  </a:moveTo>
                  <a:cubicBezTo>
                    <a:pt x="9" y="16"/>
                    <a:pt x="7" y="19"/>
                    <a:pt x="5" y="17"/>
                  </a:cubicBezTo>
                  <a:cubicBezTo>
                    <a:pt x="2" y="16"/>
                    <a:pt x="0" y="11"/>
                    <a:pt x="0" y="7"/>
                  </a:cubicBezTo>
                  <a:cubicBezTo>
                    <a:pt x="0" y="2"/>
                    <a:pt x="2" y="0"/>
                    <a:pt x="5" y="2"/>
                  </a:cubicBezTo>
                  <a:cubicBezTo>
                    <a:pt x="7" y="3"/>
                    <a:pt x="9" y="8"/>
                    <a:pt x="9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9" name="ïŝḷíďé"/>
            <p:cNvSpPr/>
            <p:nvPr/>
          </p:nvSpPr>
          <p:spPr bwMode="auto">
            <a:xfrm>
              <a:off x="4078288" y="5113338"/>
              <a:ext cx="168275" cy="106363"/>
            </a:xfrm>
            <a:custGeom>
              <a:avLst/>
              <a:gdLst>
                <a:gd name="T0" fmla="*/ 3 w 51"/>
                <a:gd name="T1" fmla="*/ 15 h 32"/>
                <a:gd name="T2" fmla="*/ 1 w 51"/>
                <a:gd name="T3" fmla="*/ 26 h 32"/>
                <a:gd name="T4" fmla="*/ 2 w 51"/>
                <a:gd name="T5" fmla="*/ 30 h 32"/>
                <a:gd name="T6" fmla="*/ 11 w 51"/>
                <a:gd name="T7" fmla="*/ 32 h 32"/>
                <a:gd name="T8" fmla="*/ 23 w 51"/>
                <a:gd name="T9" fmla="*/ 27 h 32"/>
                <a:gd name="T10" fmla="*/ 26 w 51"/>
                <a:gd name="T11" fmla="*/ 24 h 32"/>
                <a:gd name="T12" fmla="*/ 29 w 51"/>
                <a:gd name="T13" fmla="*/ 24 h 32"/>
                <a:gd name="T14" fmla="*/ 48 w 51"/>
                <a:gd name="T15" fmla="*/ 13 h 32"/>
                <a:gd name="T16" fmla="*/ 47 w 51"/>
                <a:gd name="T17" fmla="*/ 5 h 32"/>
                <a:gd name="T18" fmla="*/ 28 w 51"/>
                <a:gd name="T19" fmla="*/ 7 h 32"/>
                <a:gd name="T20" fmla="*/ 3 w 51"/>
                <a:gd name="T21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32">
                  <a:moveTo>
                    <a:pt x="3" y="15"/>
                  </a:move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0" y="29"/>
                    <a:pt x="2" y="30"/>
                  </a:cubicBezTo>
                  <a:cubicBezTo>
                    <a:pt x="4" y="31"/>
                    <a:pt x="7" y="32"/>
                    <a:pt x="11" y="32"/>
                  </a:cubicBezTo>
                  <a:cubicBezTo>
                    <a:pt x="15" y="31"/>
                    <a:pt x="23" y="27"/>
                    <a:pt x="23" y="27"/>
                  </a:cubicBezTo>
                  <a:cubicBezTo>
                    <a:pt x="23" y="27"/>
                    <a:pt x="26" y="23"/>
                    <a:pt x="26" y="24"/>
                  </a:cubicBezTo>
                  <a:cubicBezTo>
                    <a:pt x="27" y="24"/>
                    <a:pt x="29" y="24"/>
                    <a:pt x="29" y="24"/>
                  </a:cubicBezTo>
                  <a:cubicBezTo>
                    <a:pt x="29" y="24"/>
                    <a:pt x="46" y="16"/>
                    <a:pt x="48" y="13"/>
                  </a:cubicBezTo>
                  <a:cubicBezTo>
                    <a:pt x="51" y="9"/>
                    <a:pt x="47" y="5"/>
                    <a:pt x="47" y="5"/>
                  </a:cubicBezTo>
                  <a:cubicBezTo>
                    <a:pt x="47" y="5"/>
                    <a:pt x="42" y="0"/>
                    <a:pt x="28" y="7"/>
                  </a:cubicBezTo>
                  <a:cubicBezTo>
                    <a:pt x="13" y="13"/>
                    <a:pt x="3" y="15"/>
                    <a:pt x="3" y="15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0" name="ïṥľïḍe"/>
            <p:cNvSpPr/>
            <p:nvPr/>
          </p:nvSpPr>
          <p:spPr bwMode="auto">
            <a:xfrm>
              <a:off x="4251325" y="5202238"/>
              <a:ext cx="168275" cy="106363"/>
            </a:xfrm>
            <a:custGeom>
              <a:avLst/>
              <a:gdLst>
                <a:gd name="T0" fmla="*/ 3 w 51"/>
                <a:gd name="T1" fmla="*/ 15 h 32"/>
                <a:gd name="T2" fmla="*/ 1 w 51"/>
                <a:gd name="T3" fmla="*/ 26 h 32"/>
                <a:gd name="T4" fmla="*/ 2 w 51"/>
                <a:gd name="T5" fmla="*/ 30 h 32"/>
                <a:gd name="T6" fmla="*/ 11 w 51"/>
                <a:gd name="T7" fmla="*/ 31 h 32"/>
                <a:gd name="T8" fmla="*/ 23 w 51"/>
                <a:gd name="T9" fmla="*/ 26 h 32"/>
                <a:gd name="T10" fmla="*/ 26 w 51"/>
                <a:gd name="T11" fmla="*/ 23 h 32"/>
                <a:gd name="T12" fmla="*/ 29 w 51"/>
                <a:gd name="T13" fmla="*/ 23 h 32"/>
                <a:gd name="T14" fmla="*/ 48 w 51"/>
                <a:gd name="T15" fmla="*/ 12 h 32"/>
                <a:gd name="T16" fmla="*/ 47 w 51"/>
                <a:gd name="T17" fmla="*/ 4 h 32"/>
                <a:gd name="T18" fmla="*/ 28 w 51"/>
                <a:gd name="T19" fmla="*/ 6 h 32"/>
                <a:gd name="T20" fmla="*/ 3 w 51"/>
                <a:gd name="T21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32">
                  <a:moveTo>
                    <a:pt x="3" y="15"/>
                  </a:move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0" y="29"/>
                    <a:pt x="2" y="30"/>
                  </a:cubicBezTo>
                  <a:cubicBezTo>
                    <a:pt x="4" y="30"/>
                    <a:pt x="7" y="32"/>
                    <a:pt x="11" y="31"/>
                  </a:cubicBezTo>
                  <a:cubicBezTo>
                    <a:pt x="15" y="31"/>
                    <a:pt x="23" y="26"/>
                    <a:pt x="23" y="26"/>
                  </a:cubicBezTo>
                  <a:cubicBezTo>
                    <a:pt x="23" y="26"/>
                    <a:pt x="26" y="23"/>
                    <a:pt x="26" y="23"/>
                  </a:cubicBezTo>
                  <a:cubicBezTo>
                    <a:pt x="27" y="23"/>
                    <a:pt x="29" y="23"/>
                    <a:pt x="29" y="23"/>
                  </a:cubicBezTo>
                  <a:cubicBezTo>
                    <a:pt x="29" y="23"/>
                    <a:pt x="46" y="16"/>
                    <a:pt x="48" y="12"/>
                  </a:cubicBezTo>
                  <a:cubicBezTo>
                    <a:pt x="51" y="9"/>
                    <a:pt x="47" y="4"/>
                    <a:pt x="47" y="4"/>
                  </a:cubicBezTo>
                  <a:cubicBezTo>
                    <a:pt x="47" y="4"/>
                    <a:pt x="42" y="0"/>
                    <a:pt x="28" y="6"/>
                  </a:cubicBezTo>
                  <a:cubicBezTo>
                    <a:pt x="13" y="13"/>
                    <a:pt x="3" y="15"/>
                    <a:pt x="3" y="15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1" name="isḻiḋê"/>
            <p:cNvSpPr/>
            <p:nvPr/>
          </p:nvSpPr>
          <p:spPr bwMode="auto">
            <a:xfrm>
              <a:off x="4078288" y="4560888"/>
              <a:ext cx="182563" cy="631825"/>
            </a:xfrm>
            <a:custGeom>
              <a:avLst/>
              <a:gdLst>
                <a:gd name="T0" fmla="*/ 49 w 55"/>
                <a:gd name="T1" fmla="*/ 14 h 192"/>
                <a:gd name="T2" fmla="*/ 47 w 55"/>
                <a:gd name="T3" fmla="*/ 13 h 192"/>
                <a:gd name="T4" fmla="*/ 41 w 55"/>
                <a:gd name="T5" fmla="*/ 11 h 192"/>
                <a:gd name="T6" fmla="*/ 35 w 55"/>
                <a:gd name="T7" fmla="*/ 8 h 192"/>
                <a:gd name="T8" fmla="*/ 16 w 55"/>
                <a:gd name="T9" fmla="*/ 0 h 192"/>
                <a:gd name="T10" fmla="*/ 2 w 55"/>
                <a:gd name="T11" fmla="*/ 174 h 192"/>
                <a:gd name="T12" fmla="*/ 0 w 55"/>
                <a:gd name="T13" fmla="*/ 189 h 192"/>
                <a:gd name="T14" fmla="*/ 2 w 55"/>
                <a:gd name="T15" fmla="*/ 191 h 192"/>
                <a:gd name="T16" fmla="*/ 4 w 55"/>
                <a:gd name="T17" fmla="*/ 192 h 192"/>
                <a:gd name="T18" fmla="*/ 12 w 55"/>
                <a:gd name="T19" fmla="*/ 192 h 192"/>
                <a:gd name="T20" fmla="*/ 13 w 55"/>
                <a:gd name="T21" fmla="*/ 192 h 192"/>
                <a:gd name="T22" fmla="*/ 32 w 55"/>
                <a:gd name="T23" fmla="*/ 181 h 192"/>
                <a:gd name="T24" fmla="*/ 32 w 55"/>
                <a:gd name="T25" fmla="*/ 180 h 192"/>
                <a:gd name="T26" fmla="*/ 55 w 55"/>
                <a:gd name="T27" fmla="*/ 41 h 192"/>
                <a:gd name="T28" fmla="*/ 49 w 55"/>
                <a:gd name="T29" fmla="*/ 14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5" h="192">
                  <a:moveTo>
                    <a:pt x="49" y="14"/>
                  </a:moveTo>
                  <a:cubicBezTo>
                    <a:pt x="48" y="14"/>
                    <a:pt x="47" y="13"/>
                    <a:pt x="47" y="13"/>
                  </a:cubicBezTo>
                  <a:cubicBezTo>
                    <a:pt x="45" y="13"/>
                    <a:pt x="43" y="12"/>
                    <a:pt x="41" y="11"/>
                  </a:cubicBezTo>
                  <a:cubicBezTo>
                    <a:pt x="39" y="10"/>
                    <a:pt x="37" y="9"/>
                    <a:pt x="35" y="8"/>
                  </a:cubicBezTo>
                  <a:cubicBezTo>
                    <a:pt x="33" y="7"/>
                    <a:pt x="18" y="1"/>
                    <a:pt x="16" y="0"/>
                  </a:cubicBezTo>
                  <a:cubicBezTo>
                    <a:pt x="16" y="0"/>
                    <a:pt x="4" y="146"/>
                    <a:pt x="2" y="174"/>
                  </a:cubicBezTo>
                  <a:cubicBezTo>
                    <a:pt x="1" y="179"/>
                    <a:pt x="0" y="189"/>
                    <a:pt x="0" y="189"/>
                  </a:cubicBezTo>
                  <a:cubicBezTo>
                    <a:pt x="1" y="190"/>
                    <a:pt x="1" y="191"/>
                    <a:pt x="2" y="191"/>
                  </a:cubicBezTo>
                  <a:cubicBezTo>
                    <a:pt x="3" y="192"/>
                    <a:pt x="3" y="192"/>
                    <a:pt x="4" y="192"/>
                  </a:cubicBezTo>
                  <a:cubicBezTo>
                    <a:pt x="7" y="192"/>
                    <a:pt x="10" y="192"/>
                    <a:pt x="12" y="192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20" y="191"/>
                    <a:pt x="28" y="187"/>
                    <a:pt x="32" y="181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40"/>
                    <a:pt x="49" y="25"/>
                    <a:pt x="49" y="14"/>
                  </a:cubicBezTo>
                  <a:close/>
                </a:path>
              </a:pathLst>
            </a:custGeom>
            <a:solidFill>
              <a:srgbClr val="275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2" name="ïṣľídé"/>
            <p:cNvSpPr/>
            <p:nvPr/>
          </p:nvSpPr>
          <p:spPr bwMode="auto">
            <a:xfrm>
              <a:off x="4468813" y="4065588"/>
              <a:ext cx="282575" cy="190500"/>
            </a:xfrm>
            <a:custGeom>
              <a:avLst/>
              <a:gdLst>
                <a:gd name="T0" fmla="*/ 176 w 178"/>
                <a:gd name="T1" fmla="*/ 21 h 120"/>
                <a:gd name="T2" fmla="*/ 91 w 178"/>
                <a:gd name="T3" fmla="*/ 0 h 120"/>
                <a:gd name="T4" fmla="*/ 0 w 178"/>
                <a:gd name="T5" fmla="*/ 91 h 120"/>
                <a:gd name="T6" fmla="*/ 0 w 178"/>
                <a:gd name="T7" fmla="*/ 91 h 120"/>
                <a:gd name="T8" fmla="*/ 2 w 178"/>
                <a:gd name="T9" fmla="*/ 94 h 120"/>
                <a:gd name="T10" fmla="*/ 2 w 178"/>
                <a:gd name="T11" fmla="*/ 94 h 120"/>
                <a:gd name="T12" fmla="*/ 2 w 178"/>
                <a:gd name="T13" fmla="*/ 94 h 120"/>
                <a:gd name="T14" fmla="*/ 2 w 178"/>
                <a:gd name="T15" fmla="*/ 94 h 120"/>
                <a:gd name="T16" fmla="*/ 2 w 178"/>
                <a:gd name="T17" fmla="*/ 94 h 120"/>
                <a:gd name="T18" fmla="*/ 2 w 178"/>
                <a:gd name="T19" fmla="*/ 94 h 120"/>
                <a:gd name="T20" fmla="*/ 2 w 178"/>
                <a:gd name="T21" fmla="*/ 94 h 120"/>
                <a:gd name="T22" fmla="*/ 2 w 178"/>
                <a:gd name="T23" fmla="*/ 94 h 120"/>
                <a:gd name="T24" fmla="*/ 2 w 178"/>
                <a:gd name="T25" fmla="*/ 94 h 120"/>
                <a:gd name="T26" fmla="*/ 2 w 178"/>
                <a:gd name="T27" fmla="*/ 94 h 120"/>
                <a:gd name="T28" fmla="*/ 2 w 178"/>
                <a:gd name="T29" fmla="*/ 94 h 120"/>
                <a:gd name="T30" fmla="*/ 2 w 178"/>
                <a:gd name="T31" fmla="*/ 94 h 120"/>
                <a:gd name="T32" fmla="*/ 2 w 178"/>
                <a:gd name="T33" fmla="*/ 94 h 120"/>
                <a:gd name="T34" fmla="*/ 2 w 178"/>
                <a:gd name="T35" fmla="*/ 94 h 120"/>
                <a:gd name="T36" fmla="*/ 2 w 178"/>
                <a:gd name="T37" fmla="*/ 96 h 120"/>
                <a:gd name="T38" fmla="*/ 2 w 178"/>
                <a:gd name="T39" fmla="*/ 96 h 120"/>
                <a:gd name="T40" fmla="*/ 2 w 178"/>
                <a:gd name="T41" fmla="*/ 96 h 120"/>
                <a:gd name="T42" fmla="*/ 2 w 178"/>
                <a:gd name="T43" fmla="*/ 96 h 120"/>
                <a:gd name="T44" fmla="*/ 2 w 178"/>
                <a:gd name="T45" fmla="*/ 96 h 120"/>
                <a:gd name="T46" fmla="*/ 2 w 178"/>
                <a:gd name="T47" fmla="*/ 96 h 120"/>
                <a:gd name="T48" fmla="*/ 2 w 178"/>
                <a:gd name="T49" fmla="*/ 96 h 120"/>
                <a:gd name="T50" fmla="*/ 2 w 178"/>
                <a:gd name="T51" fmla="*/ 96 h 120"/>
                <a:gd name="T52" fmla="*/ 2 w 178"/>
                <a:gd name="T53" fmla="*/ 96 h 120"/>
                <a:gd name="T54" fmla="*/ 2 w 178"/>
                <a:gd name="T55" fmla="*/ 96 h 120"/>
                <a:gd name="T56" fmla="*/ 2 w 178"/>
                <a:gd name="T57" fmla="*/ 96 h 120"/>
                <a:gd name="T58" fmla="*/ 2 w 178"/>
                <a:gd name="T59" fmla="*/ 96 h 120"/>
                <a:gd name="T60" fmla="*/ 2 w 178"/>
                <a:gd name="T61" fmla="*/ 98 h 120"/>
                <a:gd name="T62" fmla="*/ 85 w 178"/>
                <a:gd name="T63" fmla="*/ 120 h 120"/>
                <a:gd name="T64" fmla="*/ 178 w 178"/>
                <a:gd name="T65" fmla="*/ 27 h 120"/>
                <a:gd name="T66" fmla="*/ 178 w 178"/>
                <a:gd name="T67" fmla="*/ 27 h 120"/>
                <a:gd name="T68" fmla="*/ 178 w 178"/>
                <a:gd name="T69" fmla="*/ 27 h 120"/>
                <a:gd name="T70" fmla="*/ 178 w 178"/>
                <a:gd name="T71" fmla="*/ 25 h 120"/>
                <a:gd name="T72" fmla="*/ 178 w 178"/>
                <a:gd name="T73" fmla="*/ 25 h 120"/>
                <a:gd name="T74" fmla="*/ 178 w 178"/>
                <a:gd name="T75" fmla="*/ 25 h 120"/>
                <a:gd name="T76" fmla="*/ 178 w 178"/>
                <a:gd name="T77" fmla="*/ 25 h 120"/>
                <a:gd name="T78" fmla="*/ 178 w 178"/>
                <a:gd name="T79" fmla="*/ 25 h 120"/>
                <a:gd name="T80" fmla="*/ 176 w 178"/>
                <a:gd name="T81" fmla="*/ 25 h 120"/>
                <a:gd name="T82" fmla="*/ 176 w 178"/>
                <a:gd name="T83" fmla="*/ 25 h 120"/>
                <a:gd name="T84" fmla="*/ 176 w 178"/>
                <a:gd name="T85" fmla="*/ 25 h 120"/>
                <a:gd name="T86" fmla="*/ 176 w 178"/>
                <a:gd name="T87" fmla="*/ 25 h 120"/>
                <a:gd name="T88" fmla="*/ 176 w 178"/>
                <a:gd name="T89" fmla="*/ 25 h 120"/>
                <a:gd name="T90" fmla="*/ 176 w 178"/>
                <a:gd name="T91" fmla="*/ 25 h 120"/>
                <a:gd name="T92" fmla="*/ 176 w 178"/>
                <a:gd name="T93" fmla="*/ 25 h 120"/>
                <a:gd name="T94" fmla="*/ 176 w 178"/>
                <a:gd name="T95" fmla="*/ 25 h 120"/>
                <a:gd name="T96" fmla="*/ 176 w 178"/>
                <a:gd name="T97" fmla="*/ 25 h 120"/>
                <a:gd name="T98" fmla="*/ 176 w 178"/>
                <a:gd name="T99" fmla="*/ 25 h 120"/>
                <a:gd name="T100" fmla="*/ 176 w 178"/>
                <a:gd name="T101" fmla="*/ 23 h 120"/>
                <a:gd name="T102" fmla="*/ 176 w 178"/>
                <a:gd name="T103" fmla="*/ 23 h 120"/>
                <a:gd name="T104" fmla="*/ 176 w 178"/>
                <a:gd name="T105" fmla="*/ 23 h 120"/>
                <a:gd name="T106" fmla="*/ 176 w 178"/>
                <a:gd name="T107" fmla="*/ 23 h 120"/>
                <a:gd name="T108" fmla="*/ 176 w 178"/>
                <a:gd name="T109" fmla="*/ 23 h 120"/>
                <a:gd name="T110" fmla="*/ 176 w 178"/>
                <a:gd name="T111" fmla="*/ 23 h 120"/>
                <a:gd name="T112" fmla="*/ 176 w 178"/>
                <a:gd name="T113" fmla="*/ 23 h 120"/>
                <a:gd name="T114" fmla="*/ 176 w 178"/>
                <a:gd name="T115" fmla="*/ 23 h 120"/>
                <a:gd name="T116" fmla="*/ 176 w 178"/>
                <a:gd name="T117" fmla="*/ 23 h 120"/>
                <a:gd name="T118" fmla="*/ 176 w 178"/>
                <a:gd name="T119" fmla="*/ 23 h 120"/>
                <a:gd name="T120" fmla="*/ 176 w 178"/>
                <a:gd name="T121" fmla="*/ 2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8" h="120">
                  <a:moveTo>
                    <a:pt x="176" y="23"/>
                  </a:moveTo>
                  <a:lnTo>
                    <a:pt x="176" y="21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2" y="91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6"/>
                  </a:lnTo>
                  <a:lnTo>
                    <a:pt x="2" y="98"/>
                  </a:lnTo>
                  <a:lnTo>
                    <a:pt x="4" y="98"/>
                  </a:lnTo>
                  <a:lnTo>
                    <a:pt x="85" y="120"/>
                  </a:lnTo>
                  <a:lnTo>
                    <a:pt x="87" y="118"/>
                  </a:lnTo>
                  <a:lnTo>
                    <a:pt x="178" y="27"/>
                  </a:lnTo>
                  <a:lnTo>
                    <a:pt x="178" y="27"/>
                  </a:lnTo>
                  <a:lnTo>
                    <a:pt x="178" y="27"/>
                  </a:lnTo>
                  <a:lnTo>
                    <a:pt x="178" y="27"/>
                  </a:lnTo>
                  <a:lnTo>
                    <a:pt x="178" y="27"/>
                  </a:lnTo>
                  <a:lnTo>
                    <a:pt x="178" y="27"/>
                  </a:lnTo>
                  <a:lnTo>
                    <a:pt x="178" y="25"/>
                  </a:lnTo>
                  <a:lnTo>
                    <a:pt x="178" y="25"/>
                  </a:lnTo>
                  <a:lnTo>
                    <a:pt x="178" y="25"/>
                  </a:lnTo>
                  <a:lnTo>
                    <a:pt x="178" y="25"/>
                  </a:lnTo>
                  <a:lnTo>
                    <a:pt x="178" y="25"/>
                  </a:lnTo>
                  <a:lnTo>
                    <a:pt x="178" y="25"/>
                  </a:lnTo>
                  <a:lnTo>
                    <a:pt x="178" y="25"/>
                  </a:lnTo>
                  <a:lnTo>
                    <a:pt x="178" y="25"/>
                  </a:lnTo>
                  <a:lnTo>
                    <a:pt x="178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5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lnTo>
                    <a:pt x="176" y="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3" name="îślíḑe"/>
            <p:cNvSpPr/>
            <p:nvPr/>
          </p:nvSpPr>
          <p:spPr bwMode="auto">
            <a:xfrm>
              <a:off x="4468813" y="4203701"/>
              <a:ext cx="134938" cy="52388"/>
            </a:xfrm>
            <a:custGeom>
              <a:avLst/>
              <a:gdLst>
                <a:gd name="T0" fmla="*/ 0 w 85"/>
                <a:gd name="T1" fmla="*/ 4 h 33"/>
                <a:gd name="T2" fmla="*/ 2 w 85"/>
                <a:gd name="T3" fmla="*/ 7 h 33"/>
                <a:gd name="T4" fmla="*/ 2 w 85"/>
                <a:gd name="T5" fmla="*/ 7 h 33"/>
                <a:gd name="T6" fmla="*/ 2 w 85"/>
                <a:gd name="T7" fmla="*/ 7 h 33"/>
                <a:gd name="T8" fmla="*/ 2 w 85"/>
                <a:gd name="T9" fmla="*/ 7 h 33"/>
                <a:gd name="T10" fmla="*/ 2 w 85"/>
                <a:gd name="T11" fmla="*/ 7 h 33"/>
                <a:gd name="T12" fmla="*/ 2 w 85"/>
                <a:gd name="T13" fmla="*/ 7 h 33"/>
                <a:gd name="T14" fmla="*/ 2 w 85"/>
                <a:gd name="T15" fmla="*/ 7 h 33"/>
                <a:gd name="T16" fmla="*/ 2 w 85"/>
                <a:gd name="T17" fmla="*/ 7 h 33"/>
                <a:gd name="T18" fmla="*/ 2 w 85"/>
                <a:gd name="T19" fmla="*/ 7 h 33"/>
                <a:gd name="T20" fmla="*/ 2 w 85"/>
                <a:gd name="T21" fmla="*/ 7 h 33"/>
                <a:gd name="T22" fmla="*/ 2 w 85"/>
                <a:gd name="T23" fmla="*/ 7 h 33"/>
                <a:gd name="T24" fmla="*/ 2 w 85"/>
                <a:gd name="T25" fmla="*/ 7 h 33"/>
                <a:gd name="T26" fmla="*/ 2 w 85"/>
                <a:gd name="T27" fmla="*/ 7 h 33"/>
                <a:gd name="T28" fmla="*/ 2 w 85"/>
                <a:gd name="T29" fmla="*/ 7 h 33"/>
                <a:gd name="T30" fmla="*/ 2 w 85"/>
                <a:gd name="T31" fmla="*/ 9 h 33"/>
                <a:gd name="T32" fmla="*/ 2 w 85"/>
                <a:gd name="T33" fmla="*/ 9 h 33"/>
                <a:gd name="T34" fmla="*/ 2 w 85"/>
                <a:gd name="T35" fmla="*/ 9 h 33"/>
                <a:gd name="T36" fmla="*/ 2 w 85"/>
                <a:gd name="T37" fmla="*/ 9 h 33"/>
                <a:gd name="T38" fmla="*/ 2 w 85"/>
                <a:gd name="T39" fmla="*/ 9 h 33"/>
                <a:gd name="T40" fmla="*/ 2 w 85"/>
                <a:gd name="T41" fmla="*/ 9 h 33"/>
                <a:gd name="T42" fmla="*/ 2 w 85"/>
                <a:gd name="T43" fmla="*/ 9 h 33"/>
                <a:gd name="T44" fmla="*/ 2 w 85"/>
                <a:gd name="T45" fmla="*/ 9 h 33"/>
                <a:gd name="T46" fmla="*/ 2 w 85"/>
                <a:gd name="T47" fmla="*/ 9 h 33"/>
                <a:gd name="T48" fmla="*/ 2 w 85"/>
                <a:gd name="T49" fmla="*/ 9 h 33"/>
                <a:gd name="T50" fmla="*/ 2 w 85"/>
                <a:gd name="T51" fmla="*/ 9 h 33"/>
                <a:gd name="T52" fmla="*/ 2 w 85"/>
                <a:gd name="T53" fmla="*/ 9 h 33"/>
                <a:gd name="T54" fmla="*/ 2 w 85"/>
                <a:gd name="T55" fmla="*/ 9 h 33"/>
                <a:gd name="T56" fmla="*/ 4 w 85"/>
                <a:gd name="T57" fmla="*/ 11 h 33"/>
                <a:gd name="T58" fmla="*/ 85 w 85"/>
                <a:gd name="T59" fmla="*/ 33 h 33"/>
                <a:gd name="T60" fmla="*/ 4 w 85"/>
                <a:gd name="T61" fmla="*/ 0 h 33"/>
                <a:gd name="T62" fmla="*/ 0 w 85"/>
                <a:gd name="T63" fmla="*/ 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5" h="33">
                  <a:moveTo>
                    <a:pt x="0" y="4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85" y="33"/>
                  </a:lnTo>
                  <a:lnTo>
                    <a:pt x="85" y="33"/>
                  </a:lnTo>
                  <a:lnTo>
                    <a:pt x="83" y="25"/>
                  </a:lnTo>
                  <a:lnTo>
                    <a:pt x="4" y="0"/>
                  </a:lnTo>
                  <a:lnTo>
                    <a:pt x="2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4" name="iŝ1iḍé"/>
            <p:cNvSpPr/>
            <p:nvPr/>
          </p:nvSpPr>
          <p:spPr bwMode="auto">
            <a:xfrm>
              <a:off x="4468813" y="4065588"/>
              <a:ext cx="279400" cy="180975"/>
            </a:xfrm>
            <a:custGeom>
              <a:avLst/>
              <a:gdLst>
                <a:gd name="T0" fmla="*/ 1 w 85"/>
                <a:gd name="T1" fmla="*/ 44 h 55"/>
                <a:gd name="T2" fmla="*/ 44 w 85"/>
                <a:gd name="T3" fmla="*/ 0 h 55"/>
                <a:gd name="T4" fmla="*/ 45 w 85"/>
                <a:gd name="T5" fmla="*/ 0 h 55"/>
                <a:gd name="T6" fmla="*/ 85 w 85"/>
                <a:gd name="T7" fmla="*/ 10 h 55"/>
                <a:gd name="T8" fmla="*/ 85 w 85"/>
                <a:gd name="T9" fmla="*/ 11 h 55"/>
                <a:gd name="T10" fmla="*/ 41 w 85"/>
                <a:gd name="T11" fmla="*/ 55 h 55"/>
                <a:gd name="T12" fmla="*/ 40 w 85"/>
                <a:gd name="T13" fmla="*/ 55 h 55"/>
                <a:gd name="T14" fmla="*/ 1 w 85"/>
                <a:gd name="T15" fmla="*/ 45 h 55"/>
                <a:gd name="T16" fmla="*/ 1 w 85"/>
                <a:gd name="T17" fmla="*/ 4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55">
                  <a:moveTo>
                    <a:pt x="1" y="44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5" y="10"/>
                    <a:pt x="85" y="11"/>
                    <a:pt x="85" y="11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0" y="45"/>
                    <a:pt x="0" y="44"/>
                    <a:pt x="1" y="44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5" name="isḻïďè"/>
            <p:cNvSpPr/>
            <p:nvPr/>
          </p:nvSpPr>
          <p:spPr bwMode="auto">
            <a:xfrm>
              <a:off x="4487863" y="4075113"/>
              <a:ext cx="244475" cy="161925"/>
            </a:xfrm>
            <a:custGeom>
              <a:avLst/>
              <a:gdLst>
                <a:gd name="T0" fmla="*/ 0 w 154"/>
                <a:gd name="T1" fmla="*/ 83 h 102"/>
                <a:gd name="T2" fmla="*/ 71 w 154"/>
                <a:gd name="T3" fmla="*/ 102 h 102"/>
                <a:gd name="T4" fmla="*/ 154 w 154"/>
                <a:gd name="T5" fmla="*/ 19 h 102"/>
                <a:gd name="T6" fmla="*/ 83 w 154"/>
                <a:gd name="T7" fmla="*/ 0 h 102"/>
                <a:gd name="T8" fmla="*/ 0 w 154"/>
                <a:gd name="T9" fmla="*/ 8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" h="102">
                  <a:moveTo>
                    <a:pt x="0" y="83"/>
                  </a:moveTo>
                  <a:lnTo>
                    <a:pt x="71" y="102"/>
                  </a:lnTo>
                  <a:lnTo>
                    <a:pt x="154" y="19"/>
                  </a:lnTo>
                  <a:lnTo>
                    <a:pt x="83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6" name="íṥlîḍê"/>
            <p:cNvSpPr/>
            <p:nvPr/>
          </p:nvSpPr>
          <p:spPr bwMode="auto">
            <a:xfrm>
              <a:off x="4487863" y="4075113"/>
              <a:ext cx="244475" cy="131763"/>
            </a:xfrm>
            <a:custGeom>
              <a:avLst/>
              <a:gdLst>
                <a:gd name="T0" fmla="*/ 0 w 154"/>
                <a:gd name="T1" fmla="*/ 83 h 83"/>
                <a:gd name="T2" fmla="*/ 83 w 154"/>
                <a:gd name="T3" fmla="*/ 2 h 83"/>
                <a:gd name="T4" fmla="*/ 152 w 154"/>
                <a:gd name="T5" fmla="*/ 19 h 83"/>
                <a:gd name="T6" fmla="*/ 154 w 154"/>
                <a:gd name="T7" fmla="*/ 19 h 83"/>
                <a:gd name="T8" fmla="*/ 83 w 154"/>
                <a:gd name="T9" fmla="*/ 0 h 83"/>
                <a:gd name="T10" fmla="*/ 0 w 154"/>
                <a:gd name="T11" fmla="*/ 83 h 83"/>
                <a:gd name="T12" fmla="*/ 0 w 154"/>
                <a:gd name="T13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4" h="83">
                  <a:moveTo>
                    <a:pt x="0" y="83"/>
                  </a:moveTo>
                  <a:lnTo>
                    <a:pt x="83" y="2"/>
                  </a:lnTo>
                  <a:lnTo>
                    <a:pt x="152" y="19"/>
                  </a:lnTo>
                  <a:lnTo>
                    <a:pt x="154" y="19"/>
                  </a:lnTo>
                  <a:lnTo>
                    <a:pt x="83" y="0"/>
                  </a:lnTo>
                  <a:lnTo>
                    <a:pt x="0" y="8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7" name="ïSḻîḑé"/>
            <p:cNvSpPr/>
            <p:nvPr/>
          </p:nvSpPr>
          <p:spPr bwMode="auto">
            <a:xfrm>
              <a:off x="4533900" y="4224338"/>
              <a:ext cx="11113" cy="6350"/>
            </a:xfrm>
            <a:custGeom>
              <a:avLst/>
              <a:gdLst>
                <a:gd name="T0" fmla="*/ 3 w 3"/>
                <a:gd name="T1" fmla="*/ 1 h 2"/>
                <a:gd name="T2" fmla="*/ 2 w 3"/>
                <a:gd name="T3" fmla="*/ 1 h 2"/>
                <a:gd name="T4" fmla="*/ 1 w 3"/>
                <a:gd name="T5" fmla="*/ 1 h 2"/>
                <a:gd name="T6" fmla="*/ 1 w 3"/>
                <a:gd name="T7" fmla="*/ 0 h 2"/>
                <a:gd name="T8" fmla="*/ 3 w 3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3" y="1"/>
                  </a:moveTo>
                  <a:cubicBezTo>
                    <a:pt x="3" y="1"/>
                    <a:pt x="2" y="1"/>
                    <a:pt x="2" y="1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2" y="0"/>
                    <a:pt x="3" y="0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8" name="îŝļiḓé"/>
            <p:cNvSpPr/>
            <p:nvPr/>
          </p:nvSpPr>
          <p:spPr bwMode="auto">
            <a:xfrm>
              <a:off x="4597400" y="4144963"/>
              <a:ext cx="22225" cy="12700"/>
            </a:xfrm>
            <a:custGeom>
              <a:avLst/>
              <a:gdLst>
                <a:gd name="T0" fmla="*/ 0 w 14"/>
                <a:gd name="T1" fmla="*/ 8 h 8"/>
                <a:gd name="T2" fmla="*/ 8 w 14"/>
                <a:gd name="T3" fmla="*/ 0 h 8"/>
                <a:gd name="T4" fmla="*/ 14 w 14"/>
                <a:gd name="T5" fmla="*/ 6 h 8"/>
                <a:gd name="T6" fmla="*/ 0 w 14"/>
                <a:gd name="T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8">
                  <a:moveTo>
                    <a:pt x="0" y="8"/>
                  </a:moveTo>
                  <a:lnTo>
                    <a:pt x="8" y="0"/>
                  </a:lnTo>
                  <a:lnTo>
                    <a:pt x="14" y="6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9" name="íṩ1íḑé"/>
            <p:cNvSpPr/>
            <p:nvPr/>
          </p:nvSpPr>
          <p:spPr bwMode="auto">
            <a:xfrm>
              <a:off x="4583113" y="4221163"/>
              <a:ext cx="69850" cy="58738"/>
            </a:xfrm>
            <a:custGeom>
              <a:avLst/>
              <a:gdLst>
                <a:gd name="T0" fmla="*/ 18 w 21"/>
                <a:gd name="T1" fmla="*/ 10 h 18"/>
                <a:gd name="T2" fmla="*/ 21 w 21"/>
                <a:gd name="T3" fmla="*/ 15 h 18"/>
                <a:gd name="T4" fmla="*/ 18 w 21"/>
                <a:gd name="T5" fmla="*/ 18 h 18"/>
                <a:gd name="T6" fmla="*/ 18 w 21"/>
                <a:gd name="T7" fmla="*/ 18 h 18"/>
                <a:gd name="T8" fmla="*/ 2 w 21"/>
                <a:gd name="T9" fmla="*/ 5 h 18"/>
                <a:gd name="T10" fmla="*/ 0 w 21"/>
                <a:gd name="T11" fmla="*/ 4 h 18"/>
                <a:gd name="T12" fmla="*/ 0 w 21"/>
                <a:gd name="T13" fmla="*/ 4 h 18"/>
                <a:gd name="T14" fmla="*/ 3 w 21"/>
                <a:gd name="T15" fmla="*/ 1 h 18"/>
                <a:gd name="T16" fmla="*/ 4 w 21"/>
                <a:gd name="T17" fmla="*/ 0 h 18"/>
                <a:gd name="T18" fmla="*/ 8 w 21"/>
                <a:gd name="T19" fmla="*/ 2 h 18"/>
                <a:gd name="T20" fmla="*/ 18 w 21"/>
                <a:gd name="T21" fmla="*/ 1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8">
                  <a:moveTo>
                    <a:pt x="18" y="10"/>
                  </a:moveTo>
                  <a:cubicBezTo>
                    <a:pt x="19" y="12"/>
                    <a:pt x="20" y="13"/>
                    <a:pt x="21" y="15"/>
                  </a:cubicBezTo>
                  <a:cubicBezTo>
                    <a:pt x="20" y="16"/>
                    <a:pt x="19" y="17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5" y="12"/>
                    <a:pt x="8" y="7"/>
                    <a:pt x="2" y="5"/>
                  </a:cubicBezTo>
                  <a:cubicBezTo>
                    <a:pt x="2" y="4"/>
                    <a:pt x="1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3"/>
                    <a:pt x="2" y="2"/>
                    <a:pt x="3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1"/>
                    <a:pt x="6" y="1"/>
                    <a:pt x="8" y="2"/>
                  </a:cubicBezTo>
                  <a:cubicBezTo>
                    <a:pt x="12" y="3"/>
                    <a:pt x="15" y="7"/>
                    <a:pt x="18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0" name="išḷíḋe"/>
            <p:cNvSpPr/>
            <p:nvPr/>
          </p:nvSpPr>
          <p:spPr bwMode="auto">
            <a:xfrm>
              <a:off x="4237038" y="4579938"/>
              <a:ext cx="171450" cy="704850"/>
            </a:xfrm>
            <a:custGeom>
              <a:avLst/>
              <a:gdLst>
                <a:gd name="T0" fmla="*/ 27 w 52"/>
                <a:gd name="T1" fmla="*/ 9 h 214"/>
                <a:gd name="T2" fmla="*/ 7 w 52"/>
                <a:gd name="T3" fmla="*/ 8 h 214"/>
                <a:gd name="T4" fmla="*/ 0 w 52"/>
                <a:gd name="T5" fmla="*/ 6 h 214"/>
                <a:gd name="T6" fmla="*/ 2 w 52"/>
                <a:gd name="T7" fmla="*/ 91 h 214"/>
                <a:gd name="T8" fmla="*/ 2 w 52"/>
                <a:gd name="T9" fmla="*/ 94 h 214"/>
                <a:gd name="T10" fmla="*/ 2 w 52"/>
                <a:gd name="T11" fmla="*/ 163 h 214"/>
                <a:gd name="T12" fmla="*/ 3 w 52"/>
                <a:gd name="T13" fmla="*/ 182 h 214"/>
                <a:gd name="T14" fmla="*/ 5 w 52"/>
                <a:gd name="T15" fmla="*/ 210 h 214"/>
                <a:gd name="T16" fmla="*/ 5 w 52"/>
                <a:gd name="T17" fmla="*/ 212 h 214"/>
                <a:gd name="T18" fmla="*/ 7 w 52"/>
                <a:gd name="T19" fmla="*/ 213 h 214"/>
                <a:gd name="T20" fmla="*/ 15 w 52"/>
                <a:gd name="T21" fmla="*/ 213 h 214"/>
                <a:gd name="T22" fmla="*/ 37 w 52"/>
                <a:gd name="T23" fmla="*/ 202 h 214"/>
                <a:gd name="T24" fmla="*/ 52 w 52"/>
                <a:gd name="T25" fmla="*/ 0 h 214"/>
                <a:gd name="T26" fmla="*/ 27 w 52"/>
                <a:gd name="T27" fmla="*/ 9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" h="214">
                  <a:moveTo>
                    <a:pt x="27" y="9"/>
                  </a:moveTo>
                  <a:cubicBezTo>
                    <a:pt x="20" y="10"/>
                    <a:pt x="13" y="9"/>
                    <a:pt x="7" y="8"/>
                  </a:cubicBezTo>
                  <a:cubicBezTo>
                    <a:pt x="5" y="7"/>
                    <a:pt x="2" y="7"/>
                    <a:pt x="0" y="6"/>
                  </a:cubicBezTo>
                  <a:cubicBezTo>
                    <a:pt x="0" y="17"/>
                    <a:pt x="1" y="68"/>
                    <a:pt x="2" y="91"/>
                  </a:cubicBezTo>
                  <a:cubicBezTo>
                    <a:pt x="2" y="92"/>
                    <a:pt x="2" y="93"/>
                    <a:pt x="2" y="94"/>
                  </a:cubicBezTo>
                  <a:cubicBezTo>
                    <a:pt x="3" y="105"/>
                    <a:pt x="2" y="152"/>
                    <a:pt x="2" y="163"/>
                  </a:cubicBezTo>
                  <a:cubicBezTo>
                    <a:pt x="2" y="170"/>
                    <a:pt x="2" y="176"/>
                    <a:pt x="3" y="182"/>
                  </a:cubicBezTo>
                  <a:cubicBezTo>
                    <a:pt x="4" y="197"/>
                    <a:pt x="5" y="208"/>
                    <a:pt x="5" y="210"/>
                  </a:cubicBezTo>
                  <a:cubicBezTo>
                    <a:pt x="5" y="210"/>
                    <a:pt x="5" y="211"/>
                    <a:pt x="5" y="212"/>
                  </a:cubicBezTo>
                  <a:cubicBezTo>
                    <a:pt x="6" y="212"/>
                    <a:pt x="6" y="213"/>
                    <a:pt x="7" y="213"/>
                  </a:cubicBezTo>
                  <a:cubicBezTo>
                    <a:pt x="9" y="214"/>
                    <a:pt x="12" y="214"/>
                    <a:pt x="15" y="213"/>
                  </a:cubicBezTo>
                  <a:cubicBezTo>
                    <a:pt x="22" y="212"/>
                    <a:pt x="31" y="209"/>
                    <a:pt x="37" y="202"/>
                  </a:cubicBezTo>
                  <a:cubicBezTo>
                    <a:pt x="43" y="145"/>
                    <a:pt x="45" y="61"/>
                    <a:pt x="52" y="0"/>
                  </a:cubicBezTo>
                  <a:cubicBezTo>
                    <a:pt x="44" y="6"/>
                    <a:pt x="36" y="9"/>
                    <a:pt x="27" y="9"/>
                  </a:cubicBezTo>
                  <a:close/>
                </a:path>
              </a:pathLst>
            </a:custGeom>
            <a:solidFill>
              <a:srgbClr val="3E65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1" name="iṧḷiďè"/>
            <p:cNvSpPr/>
            <p:nvPr/>
          </p:nvSpPr>
          <p:spPr bwMode="auto">
            <a:xfrm>
              <a:off x="4276725" y="3979863"/>
              <a:ext cx="12700" cy="9525"/>
            </a:xfrm>
            <a:custGeom>
              <a:avLst/>
              <a:gdLst>
                <a:gd name="T0" fmla="*/ 0 w 4"/>
                <a:gd name="T1" fmla="*/ 3 h 3"/>
                <a:gd name="T2" fmla="*/ 4 w 4"/>
                <a:gd name="T3" fmla="*/ 2 h 3"/>
                <a:gd name="T4" fmla="*/ 0 w 4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2" y="0"/>
                    <a:pt x="0" y="1"/>
                    <a:pt x="0" y="3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2" name="íşḻíḑé"/>
            <p:cNvSpPr/>
            <p:nvPr/>
          </p:nvSpPr>
          <p:spPr bwMode="auto">
            <a:xfrm>
              <a:off x="4217988" y="3940176"/>
              <a:ext cx="141288" cy="231775"/>
            </a:xfrm>
            <a:custGeom>
              <a:avLst/>
              <a:gdLst>
                <a:gd name="T0" fmla="*/ 42 w 43"/>
                <a:gd name="T1" fmla="*/ 19 h 70"/>
                <a:gd name="T2" fmla="*/ 40 w 43"/>
                <a:gd name="T3" fmla="*/ 7 h 70"/>
                <a:gd name="T4" fmla="*/ 39 w 43"/>
                <a:gd name="T5" fmla="*/ 0 h 70"/>
                <a:gd name="T6" fmla="*/ 38 w 43"/>
                <a:gd name="T7" fmla="*/ 0 h 70"/>
                <a:gd name="T8" fmla="*/ 36 w 43"/>
                <a:gd name="T9" fmla="*/ 12 h 70"/>
                <a:gd name="T10" fmla="*/ 26 w 43"/>
                <a:gd name="T11" fmla="*/ 5 h 70"/>
                <a:gd name="T12" fmla="*/ 25 w 43"/>
                <a:gd name="T13" fmla="*/ 12 h 70"/>
                <a:gd name="T14" fmla="*/ 22 w 43"/>
                <a:gd name="T15" fmla="*/ 14 h 70"/>
                <a:gd name="T16" fmla="*/ 25 w 43"/>
                <a:gd name="T17" fmla="*/ 21 h 70"/>
                <a:gd name="T18" fmla="*/ 25 w 43"/>
                <a:gd name="T19" fmla="*/ 23 h 70"/>
                <a:gd name="T20" fmla="*/ 7 w 43"/>
                <a:gd name="T21" fmla="*/ 22 h 70"/>
                <a:gd name="T22" fmla="*/ 4 w 43"/>
                <a:gd name="T23" fmla="*/ 31 h 70"/>
                <a:gd name="T24" fmla="*/ 8 w 43"/>
                <a:gd name="T25" fmla="*/ 39 h 70"/>
                <a:gd name="T26" fmla="*/ 8 w 43"/>
                <a:gd name="T27" fmla="*/ 40 h 70"/>
                <a:gd name="T28" fmla="*/ 8 w 43"/>
                <a:gd name="T29" fmla="*/ 40 h 70"/>
                <a:gd name="T30" fmla="*/ 1 w 43"/>
                <a:gd name="T31" fmla="*/ 39 h 70"/>
                <a:gd name="T32" fmla="*/ 0 w 43"/>
                <a:gd name="T33" fmla="*/ 61 h 70"/>
                <a:gd name="T34" fmla="*/ 27 w 43"/>
                <a:gd name="T35" fmla="*/ 70 h 70"/>
                <a:gd name="T36" fmla="*/ 27 w 43"/>
                <a:gd name="T37" fmla="*/ 45 h 70"/>
                <a:gd name="T38" fmla="*/ 36 w 43"/>
                <a:gd name="T39" fmla="*/ 44 h 70"/>
                <a:gd name="T40" fmla="*/ 38 w 43"/>
                <a:gd name="T41" fmla="*/ 43 h 70"/>
                <a:gd name="T42" fmla="*/ 42 w 43"/>
                <a:gd name="T43" fmla="*/ 1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" h="70">
                  <a:moveTo>
                    <a:pt x="42" y="19"/>
                  </a:moveTo>
                  <a:cubicBezTo>
                    <a:pt x="42" y="17"/>
                    <a:pt x="40" y="9"/>
                    <a:pt x="40" y="7"/>
                  </a:cubicBezTo>
                  <a:cubicBezTo>
                    <a:pt x="40" y="5"/>
                    <a:pt x="39" y="3"/>
                    <a:pt x="39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9" y="7"/>
                    <a:pt x="36" y="8"/>
                    <a:pt x="36" y="12"/>
                  </a:cubicBezTo>
                  <a:cubicBezTo>
                    <a:pt x="35" y="19"/>
                    <a:pt x="26" y="2"/>
                    <a:pt x="26" y="5"/>
                  </a:cubicBezTo>
                  <a:cubicBezTo>
                    <a:pt x="26" y="5"/>
                    <a:pt x="25" y="14"/>
                    <a:pt x="25" y="12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5"/>
                    <a:pt x="25" y="17"/>
                    <a:pt x="25" y="21"/>
                  </a:cubicBezTo>
                  <a:cubicBezTo>
                    <a:pt x="25" y="21"/>
                    <a:pt x="25" y="22"/>
                    <a:pt x="25" y="23"/>
                  </a:cubicBezTo>
                  <a:cubicBezTo>
                    <a:pt x="25" y="25"/>
                    <a:pt x="6" y="20"/>
                    <a:pt x="7" y="22"/>
                  </a:cubicBezTo>
                  <a:cubicBezTo>
                    <a:pt x="5" y="25"/>
                    <a:pt x="5" y="28"/>
                    <a:pt x="4" y="31"/>
                  </a:cubicBezTo>
                  <a:cubicBezTo>
                    <a:pt x="2" y="31"/>
                    <a:pt x="9" y="39"/>
                    <a:pt x="8" y="39"/>
                  </a:cubicBezTo>
                  <a:cubicBezTo>
                    <a:pt x="7" y="39"/>
                    <a:pt x="8" y="40"/>
                    <a:pt x="8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4" y="40"/>
                    <a:pt x="3" y="39"/>
                    <a:pt x="1" y="39"/>
                  </a:cubicBezTo>
                  <a:cubicBezTo>
                    <a:pt x="0" y="40"/>
                    <a:pt x="1" y="59"/>
                    <a:pt x="0" y="61"/>
                  </a:cubicBezTo>
                  <a:cubicBezTo>
                    <a:pt x="4" y="61"/>
                    <a:pt x="24" y="68"/>
                    <a:pt x="27" y="70"/>
                  </a:cubicBezTo>
                  <a:cubicBezTo>
                    <a:pt x="27" y="68"/>
                    <a:pt x="27" y="48"/>
                    <a:pt x="27" y="45"/>
                  </a:cubicBezTo>
                  <a:cubicBezTo>
                    <a:pt x="31" y="45"/>
                    <a:pt x="36" y="44"/>
                    <a:pt x="36" y="44"/>
                  </a:cubicBezTo>
                  <a:cubicBezTo>
                    <a:pt x="37" y="44"/>
                    <a:pt x="37" y="44"/>
                    <a:pt x="38" y="43"/>
                  </a:cubicBezTo>
                  <a:cubicBezTo>
                    <a:pt x="39" y="41"/>
                    <a:pt x="43" y="24"/>
                    <a:pt x="42" y="19"/>
                  </a:cubicBezTo>
                  <a:close/>
                </a:path>
              </a:pathLst>
            </a:cu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3" name="iŝ1íḍé"/>
            <p:cNvSpPr/>
            <p:nvPr/>
          </p:nvSpPr>
          <p:spPr bwMode="auto">
            <a:xfrm>
              <a:off x="4154488" y="3867151"/>
              <a:ext cx="207963" cy="214313"/>
            </a:xfrm>
            <a:custGeom>
              <a:avLst/>
              <a:gdLst>
                <a:gd name="T0" fmla="*/ 51 w 63"/>
                <a:gd name="T1" fmla="*/ 5 h 65"/>
                <a:gd name="T2" fmla="*/ 51 w 63"/>
                <a:gd name="T3" fmla="*/ 5 h 65"/>
                <a:gd name="T4" fmla="*/ 43 w 63"/>
                <a:gd name="T5" fmla="*/ 1 h 65"/>
                <a:gd name="T6" fmla="*/ 36 w 63"/>
                <a:gd name="T7" fmla="*/ 0 h 65"/>
                <a:gd name="T8" fmla="*/ 14 w 63"/>
                <a:gd name="T9" fmla="*/ 6 h 65"/>
                <a:gd name="T10" fmla="*/ 6 w 63"/>
                <a:gd name="T11" fmla="*/ 12 h 65"/>
                <a:gd name="T12" fmla="*/ 4 w 63"/>
                <a:gd name="T13" fmla="*/ 38 h 65"/>
                <a:gd name="T14" fmla="*/ 9 w 63"/>
                <a:gd name="T15" fmla="*/ 46 h 65"/>
                <a:gd name="T16" fmla="*/ 19 w 63"/>
                <a:gd name="T17" fmla="*/ 60 h 65"/>
                <a:gd name="T18" fmla="*/ 24 w 63"/>
                <a:gd name="T19" fmla="*/ 62 h 65"/>
                <a:gd name="T20" fmla="*/ 40 w 63"/>
                <a:gd name="T21" fmla="*/ 58 h 65"/>
                <a:gd name="T22" fmla="*/ 44 w 63"/>
                <a:gd name="T23" fmla="*/ 45 h 65"/>
                <a:gd name="T24" fmla="*/ 44 w 63"/>
                <a:gd name="T25" fmla="*/ 43 h 65"/>
                <a:gd name="T26" fmla="*/ 50 w 63"/>
                <a:gd name="T27" fmla="*/ 43 h 65"/>
                <a:gd name="T28" fmla="*/ 52 w 63"/>
                <a:gd name="T29" fmla="*/ 43 h 65"/>
                <a:gd name="T30" fmla="*/ 58 w 63"/>
                <a:gd name="T31" fmla="*/ 22 h 65"/>
                <a:gd name="T32" fmla="*/ 51 w 63"/>
                <a:gd name="T33" fmla="*/ 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65">
                  <a:moveTo>
                    <a:pt x="51" y="5"/>
                  </a:moveTo>
                  <a:cubicBezTo>
                    <a:pt x="51" y="5"/>
                    <a:pt x="51" y="5"/>
                    <a:pt x="51" y="5"/>
                  </a:cubicBezTo>
                  <a:cubicBezTo>
                    <a:pt x="48" y="4"/>
                    <a:pt x="45" y="2"/>
                    <a:pt x="43" y="1"/>
                  </a:cubicBezTo>
                  <a:cubicBezTo>
                    <a:pt x="40" y="1"/>
                    <a:pt x="37" y="0"/>
                    <a:pt x="36" y="0"/>
                  </a:cubicBezTo>
                  <a:cubicBezTo>
                    <a:pt x="28" y="0"/>
                    <a:pt x="20" y="1"/>
                    <a:pt x="14" y="6"/>
                  </a:cubicBezTo>
                  <a:cubicBezTo>
                    <a:pt x="11" y="7"/>
                    <a:pt x="8" y="9"/>
                    <a:pt x="6" y="12"/>
                  </a:cubicBezTo>
                  <a:cubicBezTo>
                    <a:pt x="1" y="19"/>
                    <a:pt x="0" y="30"/>
                    <a:pt x="4" y="38"/>
                  </a:cubicBezTo>
                  <a:cubicBezTo>
                    <a:pt x="5" y="41"/>
                    <a:pt x="7" y="43"/>
                    <a:pt x="9" y="46"/>
                  </a:cubicBezTo>
                  <a:cubicBezTo>
                    <a:pt x="12" y="49"/>
                    <a:pt x="15" y="57"/>
                    <a:pt x="19" y="60"/>
                  </a:cubicBezTo>
                  <a:cubicBezTo>
                    <a:pt x="20" y="61"/>
                    <a:pt x="22" y="62"/>
                    <a:pt x="24" y="62"/>
                  </a:cubicBezTo>
                  <a:cubicBezTo>
                    <a:pt x="31" y="63"/>
                    <a:pt x="37" y="65"/>
                    <a:pt x="40" y="58"/>
                  </a:cubicBezTo>
                  <a:cubicBezTo>
                    <a:pt x="41" y="55"/>
                    <a:pt x="44" y="49"/>
                    <a:pt x="44" y="45"/>
                  </a:cubicBezTo>
                  <a:cubicBezTo>
                    <a:pt x="44" y="44"/>
                    <a:pt x="44" y="43"/>
                    <a:pt x="44" y="43"/>
                  </a:cubicBezTo>
                  <a:cubicBezTo>
                    <a:pt x="45" y="35"/>
                    <a:pt x="49" y="39"/>
                    <a:pt x="50" y="43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55" y="44"/>
                    <a:pt x="60" y="21"/>
                    <a:pt x="58" y="22"/>
                  </a:cubicBezTo>
                  <a:cubicBezTo>
                    <a:pt x="63" y="19"/>
                    <a:pt x="56" y="6"/>
                    <a:pt x="51" y="5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4" name="ïšľiḑè"/>
            <p:cNvSpPr/>
            <p:nvPr/>
          </p:nvSpPr>
          <p:spPr bwMode="auto">
            <a:xfrm>
              <a:off x="4062413" y="4089401"/>
              <a:ext cx="584200" cy="533400"/>
            </a:xfrm>
            <a:custGeom>
              <a:avLst/>
              <a:gdLst>
                <a:gd name="T0" fmla="*/ 177 w 177"/>
                <a:gd name="T1" fmla="*/ 60 h 162"/>
                <a:gd name="T2" fmla="*/ 160 w 177"/>
                <a:gd name="T3" fmla="*/ 45 h 162"/>
                <a:gd name="T4" fmla="*/ 158 w 177"/>
                <a:gd name="T5" fmla="*/ 44 h 162"/>
                <a:gd name="T6" fmla="*/ 153 w 177"/>
                <a:gd name="T7" fmla="*/ 48 h 162"/>
                <a:gd name="T8" fmla="*/ 151 w 177"/>
                <a:gd name="T9" fmla="*/ 50 h 162"/>
                <a:gd name="T10" fmla="*/ 148 w 177"/>
                <a:gd name="T11" fmla="*/ 52 h 162"/>
                <a:gd name="T12" fmla="*/ 148 w 177"/>
                <a:gd name="T13" fmla="*/ 52 h 162"/>
                <a:gd name="T14" fmla="*/ 132 w 177"/>
                <a:gd name="T15" fmla="*/ 69 h 162"/>
                <a:gd name="T16" fmla="*/ 106 w 177"/>
                <a:gd name="T17" fmla="*/ 32 h 162"/>
                <a:gd name="T18" fmla="*/ 40 w 177"/>
                <a:gd name="T19" fmla="*/ 4 h 162"/>
                <a:gd name="T20" fmla="*/ 19 w 177"/>
                <a:gd name="T21" fmla="*/ 142 h 162"/>
                <a:gd name="T22" fmla="*/ 25 w 177"/>
                <a:gd name="T23" fmla="*/ 146 h 162"/>
                <a:gd name="T24" fmla="*/ 49 w 177"/>
                <a:gd name="T25" fmla="*/ 159 h 162"/>
                <a:gd name="T26" fmla="*/ 105 w 177"/>
                <a:gd name="T27" fmla="*/ 149 h 162"/>
                <a:gd name="T28" fmla="*/ 108 w 177"/>
                <a:gd name="T29" fmla="*/ 148 h 162"/>
                <a:gd name="T30" fmla="*/ 103 w 177"/>
                <a:gd name="T31" fmla="*/ 74 h 162"/>
                <a:gd name="T32" fmla="*/ 119 w 177"/>
                <a:gd name="T33" fmla="*/ 101 h 162"/>
                <a:gd name="T34" fmla="*/ 127 w 177"/>
                <a:gd name="T35" fmla="*/ 105 h 162"/>
                <a:gd name="T36" fmla="*/ 134 w 177"/>
                <a:gd name="T37" fmla="*/ 103 h 162"/>
                <a:gd name="T38" fmla="*/ 177 w 177"/>
                <a:gd name="T39" fmla="*/ 6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7" h="162">
                  <a:moveTo>
                    <a:pt x="177" y="60"/>
                  </a:moveTo>
                  <a:cubicBezTo>
                    <a:pt x="174" y="53"/>
                    <a:pt x="166" y="47"/>
                    <a:pt x="160" y="45"/>
                  </a:cubicBezTo>
                  <a:cubicBezTo>
                    <a:pt x="160" y="44"/>
                    <a:pt x="159" y="44"/>
                    <a:pt x="158" y="44"/>
                  </a:cubicBezTo>
                  <a:cubicBezTo>
                    <a:pt x="157" y="45"/>
                    <a:pt x="155" y="46"/>
                    <a:pt x="153" y="48"/>
                  </a:cubicBezTo>
                  <a:cubicBezTo>
                    <a:pt x="153" y="48"/>
                    <a:pt x="152" y="49"/>
                    <a:pt x="151" y="50"/>
                  </a:cubicBezTo>
                  <a:cubicBezTo>
                    <a:pt x="150" y="50"/>
                    <a:pt x="149" y="51"/>
                    <a:pt x="148" y="52"/>
                  </a:cubicBezTo>
                  <a:cubicBezTo>
                    <a:pt x="148" y="52"/>
                    <a:pt x="148" y="52"/>
                    <a:pt x="148" y="52"/>
                  </a:cubicBezTo>
                  <a:cubicBezTo>
                    <a:pt x="142" y="58"/>
                    <a:pt x="137" y="64"/>
                    <a:pt x="132" y="69"/>
                  </a:cubicBezTo>
                  <a:cubicBezTo>
                    <a:pt x="135" y="66"/>
                    <a:pt x="108" y="35"/>
                    <a:pt x="106" y="32"/>
                  </a:cubicBezTo>
                  <a:cubicBezTo>
                    <a:pt x="89" y="13"/>
                    <a:pt x="64" y="6"/>
                    <a:pt x="40" y="4"/>
                  </a:cubicBezTo>
                  <a:cubicBezTo>
                    <a:pt x="0" y="0"/>
                    <a:pt x="15" y="138"/>
                    <a:pt x="19" y="142"/>
                  </a:cubicBezTo>
                  <a:cubicBezTo>
                    <a:pt x="20" y="143"/>
                    <a:pt x="22" y="144"/>
                    <a:pt x="25" y="146"/>
                  </a:cubicBezTo>
                  <a:cubicBezTo>
                    <a:pt x="28" y="148"/>
                    <a:pt x="40" y="157"/>
                    <a:pt x="49" y="159"/>
                  </a:cubicBezTo>
                  <a:cubicBezTo>
                    <a:pt x="68" y="162"/>
                    <a:pt x="89" y="162"/>
                    <a:pt x="105" y="149"/>
                  </a:cubicBezTo>
                  <a:cubicBezTo>
                    <a:pt x="106" y="149"/>
                    <a:pt x="107" y="148"/>
                    <a:pt x="108" y="148"/>
                  </a:cubicBezTo>
                  <a:cubicBezTo>
                    <a:pt x="108" y="145"/>
                    <a:pt x="103" y="90"/>
                    <a:pt x="103" y="74"/>
                  </a:cubicBezTo>
                  <a:cubicBezTo>
                    <a:pt x="106" y="78"/>
                    <a:pt x="116" y="96"/>
                    <a:pt x="119" y="101"/>
                  </a:cubicBezTo>
                  <a:cubicBezTo>
                    <a:pt x="121" y="103"/>
                    <a:pt x="124" y="105"/>
                    <a:pt x="127" y="105"/>
                  </a:cubicBezTo>
                  <a:cubicBezTo>
                    <a:pt x="130" y="106"/>
                    <a:pt x="132" y="105"/>
                    <a:pt x="134" y="103"/>
                  </a:cubicBezTo>
                  <a:cubicBezTo>
                    <a:pt x="151" y="90"/>
                    <a:pt x="163" y="75"/>
                    <a:pt x="177" y="60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5" name="i$ḻíḍé"/>
            <p:cNvSpPr/>
            <p:nvPr/>
          </p:nvSpPr>
          <p:spPr bwMode="auto">
            <a:xfrm>
              <a:off x="4610100" y="4181476"/>
              <a:ext cx="63500" cy="61913"/>
            </a:xfrm>
            <a:prstGeom prst="ellipse">
              <a:avLst/>
            </a:prstGeom>
            <a:solidFill>
              <a:srgbClr val="FFB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6" name="iṥḻïḍê"/>
            <p:cNvSpPr/>
            <p:nvPr/>
          </p:nvSpPr>
          <p:spPr bwMode="auto">
            <a:xfrm>
              <a:off x="4206875" y="4078288"/>
              <a:ext cx="122238" cy="66675"/>
            </a:xfrm>
            <a:custGeom>
              <a:avLst/>
              <a:gdLst>
                <a:gd name="T0" fmla="*/ 0 w 77"/>
                <a:gd name="T1" fmla="*/ 23 h 42"/>
                <a:gd name="T2" fmla="*/ 0 w 77"/>
                <a:gd name="T3" fmla="*/ 0 h 42"/>
                <a:gd name="T4" fmla="*/ 69 w 77"/>
                <a:gd name="T5" fmla="*/ 19 h 42"/>
                <a:gd name="T6" fmla="*/ 77 w 77"/>
                <a:gd name="T7" fmla="*/ 42 h 42"/>
                <a:gd name="T8" fmla="*/ 0 w 77"/>
                <a:gd name="T9" fmla="*/ 2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42">
                  <a:moveTo>
                    <a:pt x="0" y="23"/>
                  </a:moveTo>
                  <a:lnTo>
                    <a:pt x="0" y="0"/>
                  </a:lnTo>
                  <a:lnTo>
                    <a:pt x="69" y="19"/>
                  </a:lnTo>
                  <a:lnTo>
                    <a:pt x="77" y="42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7" name="ïṣḻiḓé"/>
            <p:cNvSpPr/>
            <p:nvPr/>
          </p:nvSpPr>
          <p:spPr bwMode="auto">
            <a:xfrm>
              <a:off x="4352925" y="3940176"/>
              <a:ext cx="22225" cy="60325"/>
            </a:xfrm>
            <a:custGeom>
              <a:avLst/>
              <a:gdLst>
                <a:gd name="T0" fmla="*/ 6 w 7"/>
                <a:gd name="T1" fmla="*/ 9 h 18"/>
                <a:gd name="T2" fmla="*/ 5 w 7"/>
                <a:gd name="T3" fmla="*/ 9 h 18"/>
                <a:gd name="T4" fmla="*/ 5 w 7"/>
                <a:gd name="T5" fmla="*/ 14 h 18"/>
                <a:gd name="T6" fmla="*/ 4 w 7"/>
                <a:gd name="T7" fmla="*/ 16 h 18"/>
                <a:gd name="T8" fmla="*/ 4 w 7"/>
                <a:gd name="T9" fmla="*/ 16 h 18"/>
                <a:gd name="T10" fmla="*/ 4 w 7"/>
                <a:gd name="T11" fmla="*/ 16 h 18"/>
                <a:gd name="T12" fmla="*/ 4 w 7"/>
                <a:gd name="T13" fmla="*/ 16 h 18"/>
                <a:gd name="T14" fmla="*/ 4 w 7"/>
                <a:gd name="T15" fmla="*/ 16 h 18"/>
                <a:gd name="T16" fmla="*/ 4 w 7"/>
                <a:gd name="T17" fmla="*/ 16 h 18"/>
                <a:gd name="T18" fmla="*/ 4 w 7"/>
                <a:gd name="T19" fmla="*/ 16 h 18"/>
                <a:gd name="T20" fmla="*/ 4 w 7"/>
                <a:gd name="T21" fmla="*/ 16 h 18"/>
                <a:gd name="T22" fmla="*/ 4 w 7"/>
                <a:gd name="T23" fmla="*/ 16 h 18"/>
                <a:gd name="T24" fmla="*/ 4 w 7"/>
                <a:gd name="T25" fmla="*/ 16 h 18"/>
                <a:gd name="T26" fmla="*/ 4 w 7"/>
                <a:gd name="T27" fmla="*/ 16 h 18"/>
                <a:gd name="T28" fmla="*/ 4 w 7"/>
                <a:gd name="T29" fmla="*/ 16 h 18"/>
                <a:gd name="T30" fmla="*/ 4 w 7"/>
                <a:gd name="T31" fmla="*/ 16 h 18"/>
                <a:gd name="T32" fmla="*/ 4 w 7"/>
                <a:gd name="T33" fmla="*/ 16 h 18"/>
                <a:gd name="T34" fmla="*/ 3 w 7"/>
                <a:gd name="T35" fmla="*/ 14 h 18"/>
                <a:gd name="T36" fmla="*/ 2 w 7"/>
                <a:gd name="T37" fmla="*/ 9 h 18"/>
                <a:gd name="T38" fmla="*/ 3 w 7"/>
                <a:gd name="T39" fmla="*/ 3 h 18"/>
                <a:gd name="T40" fmla="*/ 3 w 7"/>
                <a:gd name="T41" fmla="*/ 2 h 18"/>
                <a:gd name="T42" fmla="*/ 4 w 7"/>
                <a:gd name="T43" fmla="*/ 2 h 18"/>
                <a:gd name="T44" fmla="*/ 4 w 7"/>
                <a:gd name="T45" fmla="*/ 2 h 18"/>
                <a:gd name="T46" fmla="*/ 4 w 7"/>
                <a:gd name="T47" fmla="*/ 2 h 18"/>
                <a:gd name="T48" fmla="*/ 4 w 7"/>
                <a:gd name="T49" fmla="*/ 2 h 18"/>
                <a:gd name="T50" fmla="*/ 4 w 7"/>
                <a:gd name="T51" fmla="*/ 2 h 18"/>
                <a:gd name="T52" fmla="*/ 4 w 7"/>
                <a:gd name="T53" fmla="*/ 2 h 18"/>
                <a:gd name="T54" fmla="*/ 4 w 7"/>
                <a:gd name="T55" fmla="*/ 2 h 18"/>
                <a:gd name="T56" fmla="*/ 4 w 7"/>
                <a:gd name="T57" fmla="*/ 2 h 18"/>
                <a:gd name="T58" fmla="*/ 4 w 7"/>
                <a:gd name="T59" fmla="*/ 2 h 18"/>
                <a:gd name="T60" fmla="*/ 4 w 7"/>
                <a:gd name="T61" fmla="*/ 2 h 18"/>
                <a:gd name="T62" fmla="*/ 4 w 7"/>
                <a:gd name="T63" fmla="*/ 2 h 18"/>
                <a:gd name="T64" fmla="*/ 4 w 7"/>
                <a:gd name="T65" fmla="*/ 2 h 18"/>
                <a:gd name="T66" fmla="*/ 4 w 7"/>
                <a:gd name="T67" fmla="*/ 2 h 18"/>
                <a:gd name="T68" fmla="*/ 5 w 7"/>
                <a:gd name="T69" fmla="*/ 4 h 18"/>
                <a:gd name="T70" fmla="*/ 5 w 7"/>
                <a:gd name="T71" fmla="*/ 9 h 18"/>
                <a:gd name="T72" fmla="*/ 6 w 7"/>
                <a:gd name="T73" fmla="*/ 9 h 18"/>
                <a:gd name="T74" fmla="*/ 7 w 7"/>
                <a:gd name="T75" fmla="*/ 9 h 18"/>
                <a:gd name="T76" fmla="*/ 6 w 7"/>
                <a:gd name="T77" fmla="*/ 3 h 18"/>
                <a:gd name="T78" fmla="*/ 5 w 7"/>
                <a:gd name="T79" fmla="*/ 1 h 18"/>
                <a:gd name="T80" fmla="*/ 4 w 7"/>
                <a:gd name="T81" fmla="*/ 0 h 18"/>
                <a:gd name="T82" fmla="*/ 2 w 7"/>
                <a:gd name="T83" fmla="*/ 1 h 18"/>
                <a:gd name="T84" fmla="*/ 1 w 7"/>
                <a:gd name="T85" fmla="*/ 4 h 18"/>
                <a:gd name="T86" fmla="*/ 0 w 7"/>
                <a:gd name="T87" fmla="*/ 9 h 18"/>
                <a:gd name="T88" fmla="*/ 1 w 7"/>
                <a:gd name="T89" fmla="*/ 15 h 18"/>
                <a:gd name="T90" fmla="*/ 2 w 7"/>
                <a:gd name="T91" fmla="*/ 17 h 18"/>
                <a:gd name="T92" fmla="*/ 4 w 7"/>
                <a:gd name="T93" fmla="*/ 18 h 18"/>
                <a:gd name="T94" fmla="*/ 5 w 7"/>
                <a:gd name="T95" fmla="*/ 17 h 18"/>
                <a:gd name="T96" fmla="*/ 7 w 7"/>
                <a:gd name="T97" fmla="*/ 14 h 18"/>
                <a:gd name="T98" fmla="*/ 7 w 7"/>
                <a:gd name="T99" fmla="*/ 9 h 18"/>
                <a:gd name="T100" fmla="*/ 6 w 7"/>
                <a:gd name="T101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" h="18">
                  <a:moveTo>
                    <a:pt x="6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5" y="11"/>
                    <a:pt x="5" y="13"/>
                    <a:pt x="5" y="14"/>
                  </a:cubicBezTo>
                  <a:cubicBezTo>
                    <a:pt x="4" y="15"/>
                    <a:pt x="4" y="15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6"/>
                    <a:pt x="3" y="15"/>
                    <a:pt x="3" y="14"/>
                  </a:cubicBezTo>
                  <a:cubicBezTo>
                    <a:pt x="2" y="12"/>
                    <a:pt x="2" y="11"/>
                    <a:pt x="2" y="9"/>
                  </a:cubicBezTo>
                  <a:cubicBezTo>
                    <a:pt x="2" y="7"/>
                    <a:pt x="2" y="5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3"/>
                    <a:pt x="5" y="4"/>
                  </a:cubicBezTo>
                  <a:cubicBezTo>
                    <a:pt x="5" y="5"/>
                    <a:pt x="5" y="7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7"/>
                    <a:pt x="7" y="4"/>
                    <a:pt x="6" y="3"/>
                  </a:cubicBezTo>
                  <a:cubicBezTo>
                    <a:pt x="6" y="2"/>
                    <a:pt x="6" y="1"/>
                    <a:pt x="5" y="1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2" y="0"/>
                    <a:pt x="2" y="1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0" y="5"/>
                    <a:pt x="0" y="7"/>
                    <a:pt x="0" y="9"/>
                  </a:cubicBezTo>
                  <a:cubicBezTo>
                    <a:pt x="0" y="11"/>
                    <a:pt x="0" y="13"/>
                    <a:pt x="1" y="15"/>
                  </a:cubicBezTo>
                  <a:cubicBezTo>
                    <a:pt x="1" y="16"/>
                    <a:pt x="1" y="16"/>
                    <a:pt x="2" y="17"/>
                  </a:cubicBezTo>
                  <a:cubicBezTo>
                    <a:pt x="2" y="17"/>
                    <a:pt x="3" y="18"/>
                    <a:pt x="4" y="18"/>
                  </a:cubicBezTo>
                  <a:cubicBezTo>
                    <a:pt x="5" y="18"/>
                    <a:pt x="5" y="17"/>
                    <a:pt x="5" y="17"/>
                  </a:cubicBezTo>
                  <a:cubicBezTo>
                    <a:pt x="6" y="16"/>
                    <a:pt x="7" y="15"/>
                    <a:pt x="7" y="14"/>
                  </a:cubicBezTo>
                  <a:cubicBezTo>
                    <a:pt x="7" y="12"/>
                    <a:pt x="7" y="11"/>
                    <a:pt x="7" y="9"/>
                  </a:cubicBezTo>
                  <a:lnTo>
                    <a:pt x="6" y="9"/>
                  </a:ln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38" name="ïSḷîdê"/>
            <p:cNvSpPr/>
            <p:nvPr/>
          </p:nvSpPr>
          <p:spPr bwMode="auto">
            <a:xfrm>
              <a:off x="4316413" y="3967163"/>
              <a:ext cx="58738" cy="42863"/>
            </a:xfrm>
            <a:custGeom>
              <a:avLst/>
              <a:gdLst>
                <a:gd name="T0" fmla="*/ 18 w 18"/>
                <a:gd name="T1" fmla="*/ 0 h 13"/>
                <a:gd name="T2" fmla="*/ 17 w 18"/>
                <a:gd name="T3" fmla="*/ 0 h 13"/>
                <a:gd name="T4" fmla="*/ 16 w 18"/>
                <a:gd name="T5" fmla="*/ 0 h 13"/>
                <a:gd name="T6" fmla="*/ 13 w 18"/>
                <a:gd name="T7" fmla="*/ 3 h 13"/>
                <a:gd name="T8" fmla="*/ 0 w 18"/>
                <a:gd name="T9" fmla="*/ 12 h 13"/>
                <a:gd name="T10" fmla="*/ 2 w 18"/>
                <a:gd name="T11" fmla="*/ 13 h 13"/>
                <a:gd name="T12" fmla="*/ 9 w 18"/>
                <a:gd name="T13" fmla="*/ 8 h 13"/>
                <a:gd name="T14" fmla="*/ 15 w 18"/>
                <a:gd name="T15" fmla="*/ 4 h 13"/>
                <a:gd name="T16" fmla="*/ 17 w 18"/>
                <a:gd name="T17" fmla="*/ 2 h 13"/>
                <a:gd name="T18" fmla="*/ 17 w 18"/>
                <a:gd name="T19" fmla="*/ 2 h 13"/>
                <a:gd name="T20" fmla="*/ 17 w 18"/>
                <a:gd name="T21" fmla="*/ 2 h 13"/>
                <a:gd name="T22" fmla="*/ 17 w 18"/>
                <a:gd name="T23" fmla="*/ 1 h 13"/>
                <a:gd name="T24" fmla="*/ 17 w 18"/>
                <a:gd name="T25" fmla="*/ 2 h 13"/>
                <a:gd name="T26" fmla="*/ 17 w 18"/>
                <a:gd name="T27" fmla="*/ 2 h 13"/>
                <a:gd name="T28" fmla="*/ 17 w 18"/>
                <a:gd name="T29" fmla="*/ 1 h 13"/>
                <a:gd name="T30" fmla="*/ 17 w 18"/>
                <a:gd name="T31" fmla="*/ 2 h 13"/>
                <a:gd name="T32" fmla="*/ 17 w 18"/>
                <a:gd name="T33" fmla="*/ 1 h 13"/>
                <a:gd name="T34" fmla="*/ 17 w 18"/>
                <a:gd name="T35" fmla="*/ 2 h 13"/>
                <a:gd name="T36" fmla="*/ 17 w 18"/>
                <a:gd name="T37" fmla="*/ 2 h 13"/>
                <a:gd name="T38" fmla="*/ 17 w 18"/>
                <a:gd name="T39" fmla="*/ 1 h 13"/>
                <a:gd name="T40" fmla="*/ 17 w 18"/>
                <a:gd name="T41" fmla="*/ 2 h 13"/>
                <a:gd name="T42" fmla="*/ 18 w 18"/>
                <a:gd name="T4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" h="13">
                  <a:moveTo>
                    <a:pt x="18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6" y="0"/>
                  </a:cubicBezTo>
                  <a:cubicBezTo>
                    <a:pt x="16" y="0"/>
                    <a:pt x="14" y="1"/>
                    <a:pt x="13" y="3"/>
                  </a:cubicBezTo>
                  <a:cubicBezTo>
                    <a:pt x="8" y="6"/>
                    <a:pt x="0" y="12"/>
                    <a:pt x="0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5" y="11"/>
                    <a:pt x="9" y="8"/>
                  </a:cubicBezTo>
                  <a:cubicBezTo>
                    <a:pt x="11" y="6"/>
                    <a:pt x="13" y="5"/>
                    <a:pt x="15" y="4"/>
                  </a:cubicBezTo>
                  <a:cubicBezTo>
                    <a:pt x="15" y="3"/>
                    <a:pt x="16" y="3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8" y="0"/>
                    <a:pt x="18" y="0"/>
                    <a:pt x="18" y="0"/>
                  </a:cubicBezTo>
                  <a:close/>
                </a:path>
              </a:pathLst>
            </a:custGeom>
            <a:solidFill>
              <a:srgbClr val="1930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</p:grpSp>
      <p:sp>
        <p:nvSpPr>
          <p:cNvPr id="240" name="Cuadro de texto 239"/>
          <p:cNvSpPr txBox="1"/>
          <p:nvPr/>
        </p:nvSpPr>
        <p:spPr>
          <a:xfrm>
            <a:off x="5897880" y="1784350"/>
            <a:ext cx="406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64646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Conclusión: El sistema evolucionó de un estado no controlado a un sistema maduro y alineado con estándares internacionales. Se validó trazabilidad, control estadístico y formalización documental; el impacto operativo y sanitario se redujo significativamente.</a:t>
            </a:r>
            <a:endParaRPr lang="en-US" dirty="0"/>
          </a:p>
          <a:p>
            <a:endParaRPr lang="es-ES" altLang="en-US"/>
          </a:p>
        </p:txBody>
      </p:sp>
      <p:sp>
        <p:nvSpPr>
          <p:cNvPr id="241" name="Shape 3"/>
          <p:cNvSpPr/>
          <p:nvPr/>
        </p:nvSpPr>
        <p:spPr>
          <a:xfrm>
            <a:off x="181610" y="5925185"/>
            <a:ext cx="11193145" cy="577850"/>
          </a:xfrm>
          <a:prstGeom prst="roundRect">
            <a:avLst>
              <a:gd name="adj" fmla="val 3084"/>
            </a:avLst>
          </a:prstGeom>
          <a:solidFill>
            <a:srgbClr val="B6FCB8"/>
          </a:solidFill>
        </p:spPr>
        <p:txBody>
          <a:bodyPr/>
          <a:lstStyle/>
          <a:p>
            <a:pPr marL="0" indent="0" algn="l">
              <a:lnSpc>
                <a:spcPts val="1100"/>
              </a:lnSpc>
              <a:buNone/>
            </a:pPr>
            <a:r>
              <a:rPr lang="es-ES" altLang="en-US" dirty="0">
                <a:solidFill>
                  <a:srgbClr val="000000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                                </a:t>
            </a:r>
          </a:p>
          <a:p>
            <a:pPr marL="0" indent="0" algn="l">
              <a:lnSpc>
                <a:spcPts val="1100"/>
              </a:lnSpc>
              <a:buNone/>
            </a:pPr>
            <a:r>
              <a:rPr lang="es-ES" altLang="en-US" dirty="0">
                <a:solidFill>
                  <a:srgbClr val="000000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                    </a:t>
            </a:r>
            <a:r>
              <a:rPr lang="en-US" dirty="0">
                <a:solidFill>
                  <a:srgbClr val="000000"/>
                </a:solidFill>
                <a:latin typeface="Inter Medium" panose="02000503000000020004" pitchFamily="34" charset="0"/>
                <a:ea typeface="Inter Medium" panose="02000503000000020004" pitchFamily="34" charset="-122"/>
                <a:cs typeface="Inter Medium" panose="02000503000000020004" pitchFamily="34" charset="-120"/>
                <a:sym typeface="+mn-ea"/>
              </a:rPr>
              <a:t>Acción prioritaria: consolidar formación técnica para minimizar dependencia de juicios subjetivos.</a:t>
            </a:r>
            <a:endParaRPr lang="es-ES" altLang="en-US"/>
          </a:p>
        </p:txBody>
      </p:sp>
      <p:pic>
        <p:nvPicPr>
          <p:cNvPr id="2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10" y="6078855"/>
            <a:ext cx="233680" cy="18605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9FF91-2FA1-9C91-5748-7793ADBA9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1BEED29-5980-E905-1562-3C88EFED627B}"/>
              </a:ext>
            </a:extLst>
          </p:cNvPr>
          <p:cNvGrpSpPr/>
          <p:nvPr/>
        </p:nvGrpSpPr>
        <p:grpSpPr>
          <a:xfrm>
            <a:off x="874712" y="1754085"/>
            <a:ext cx="10442575" cy="4070556"/>
            <a:chOff x="874713" y="1592825"/>
            <a:chExt cx="8141112" cy="4070556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FBE6E50-B2BB-E06B-4E8E-62FF199EE938}"/>
                </a:ext>
              </a:extLst>
            </p:cNvPr>
            <p:cNvGrpSpPr/>
            <p:nvPr/>
          </p:nvGrpSpPr>
          <p:grpSpPr>
            <a:xfrm>
              <a:off x="874713" y="1592825"/>
              <a:ext cx="8141112" cy="4070556"/>
              <a:chOff x="874713" y="1592825"/>
              <a:chExt cx="8141112" cy="4070556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8F1B03B-92C0-7E2F-178F-2EA96303B539}"/>
                  </a:ext>
                </a:extLst>
              </p:cNvPr>
              <p:cNvSpPr/>
              <p:nvPr/>
            </p:nvSpPr>
            <p:spPr>
              <a:xfrm>
                <a:off x="874713" y="1592825"/>
                <a:ext cx="2035278" cy="4070556"/>
              </a:xfrm>
              <a:prstGeom prst="rect">
                <a:avLst/>
              </a:prstGeom>
              <a:blipFill>
                <a:blip r:embed="rId4"/>
                <a:stretch>
                  <a:fillRect l="-67313" r="-66661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0D68C35-7DA2-B986-B6FC-EFE604C8C123}"/>
                  </a:ext>
                </a:extLst>
              </p:cNvPr>
              <p:cNvSpPr/>
              <p:nvPr/>
            </p:nvSpPr>
            <p:spPr>
              <a:xfrm>
                <a:off x="2909991" y="1592825"/>
                <a:ext cx="6105834" cy="2035278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C867EEE-5A50-8C20-25A8-3053361002B9}"/>
                </a:ext>
              </a:extLst>
            </p:cNvPr>
            <p:cNvGrpSpPr/>
            <p:nvPr/>
          </p:nvGrpSpPr>
          <p:grpSpPr>
            <a:xfrm>
              <a:off x="2909990" y="3628103"/>
              <a:ext cx="6105835" cy="2035278"/>
              <a:chOff x="2909990" y="3628103"/>
              <a:chExt cx="6105835" cy="2035278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C96200F-FE48-8A42-0E31-CD23E4155E63}"/>
                  </a:ext>
                </a:extLst>
              </p:cNvPr>
              <p:cNvSpPr/>
              <p:nvPr/>
            </p:nvSpPr>
            <p:spPr>
              <a:xfrm>
                <a:off x="2909990" y="3628103"/>
                <a:ext cx="4070556" cy="2035278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57897F5-5AAA-4552-2635-F2C0A06AA983}"/>
                  </a:ext>
                </a:extLst>
              </p:cNvPr>
              <p:cNvSpPr/>
              <p:nvPr/>
            </p:nvSpPr>
            <p:spPr>
              <a:xfrm>
                <a:off x="6980547" y="3628103"/>
                <a:ext cx="2035278" cy="2035278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MH_Others_1">
            <a:extLst>
              <a:ext uri="{FF2B5EF4-FFF2-40B4-BE49-F238E27FC236}">
                <a16:creationId xmlns:a16="http://schemas.microsoft.com/office/drawing/2014/main" id="{738F3715-A87B-4583-AE3D-BC69AA2BBCD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973785" y="2144939"/>
            <a:ext cx="6855071" cy="123110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s-MX" altLang="zh-CN" sz="4000" b="1" dirty="0">
                <a:solidFill>
                  <a:schemeClr val="bg1">
                    <a:lumMod val="95000"/>
                  </a:schemeClr>
                </a:solidFill>
                <a:latin typeface="印品黑体" panose="00000500000000000000" pitchFamily="2" charset="-122"/>
                <a:ea typeface="印品黑体" panose="00000500000000000000" pitchFamily="2" charset="-122"/>
                <a:sym typeface="Arial" panose="020B0604020202020204" pitchFamily="34" charset="0"/>
              </a:rPr>
              <a:t>Conclusiones y Recomendaciones</a:t>
            </a:r>
            <a:endParaRPr lang="zh-CN" altLang="en-US" sz="4000" b="1" dirty="0">
              <a:solidFill>
                <a:schemeClr val="bg1">
                  <a:lumMod val="95000"/>
                </a:schemeClr>
              </a:solidFill>
              <a:latin typeface="印品黑体" panose="00000500000000000000" pitchFamily="2" charset="-122"/>
              <a:ea typeface="印品黑体" panose="00000500000000000000" pitchFamily="2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200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2329688" y="2314540"/>
            <a:ext cx="6245297" cy="2433959"/>
            <a:chOff x="1805287" y="2560089"/>
            <a:chExt cx="6737350" cy="2625725"/>
          </a:xfrm>
        </p:grpSpPr>
        <p:grpSp>
          <p:nvGrpSpPr>
            <p:cNvPr id="2" name="组合 1"/>
            <p:cNvGrpSpPr/>
            <p:nvPr/>
          </p:nvGrpSpPr>
          <p:grpSpPr>
            <a:xfrm>
              <a:off x="1805287" y="2741064"/>
              <a:ext cx="1163638" cy="1747838"/>
              <a:chOff x="2052030" y="3002321"/>
              <a:chExt cx="1163638" cy="1747838"/>
            </a:xfrm>
          </p:grpSpPr>
          <p:sp>
            <p:nvSpPr>
              <p:cNvPr id="3" name="任意多边形 2"/>
              <p:cNvSpPr/>
              <p:nvPr/>
            </p:nvSpPr>
            <p:spPr>
              <a:xfrm rot="12966304">
                <a:off x="2052030" y="3718284"/>
                <a:ext cx="1163638" cy="1031875"/>
              </a:xfrm>
              <a:custGeom>
                <a:avLst/>
                <a:gdLst>
                  <a:gd name="connsiteX0" fmla="*/ 1052874 w 1164173"/>
                  <a:gd name="connsiteY0" fmla="*/ 962340 h 1031654"/>
                  <a:gd name="connsiteX1" fmla="*/ 1069057 w 1164173"/>
                  <a:gd name="connsiteY1" fmla="*/ 858943 h 1031654"/>
                  <a:gd name="connsiteX2" fmla="*/ 965659 w 1164173"/>
                  <a:gd name="connsiteY2" fmla="*/ 842761 h 1031654"/>
                  <a:gd name="connsiteX3" fmla="*/ 949477 w 1164173"/>
                  <a:gd name="connsiteY3" fmla="*/ 946158 h 1031654"/>
                  <a:gd name="connsiteX4" fmla="*/ 1052874 w 1164173"/>
                  <a:gd name="connsiteY4" fmla="*/ 962340 h 1031654"/>
                  <a:gd name="connsiteX5" fmla="*/ 1135899 w 1164173"/>
                  <a:gd name="connsiteY5" fmla="*/ 1003380 h 1031654"/>
                  <a:gd name="connsiteX6" fmla="*/ 1067640 w 1164173"/>
                  <a:gd name="connsiteY6" fmla="*/ 1031654 h 1031654"/>
                  <a:gd name="connsiteX7" fmla="*/ 102307 w 1164173"/>
                  <a:gd name="connsiteY7" fmla="*/ 1031654 h 1031654"/>
                  <a:gd name="connsiteX8" fmla="*/ 64732 w 1164173"/>
                  <a:gd name="connsiteY8" fmla="*/ 1024068 h 1031654"/>
                  <a:gd name="connsiteX9" fmla="*/ 59198 w 1164173"/>
                  <a:gd name="connsiteY9" fmla="*/ 1020337 h 1031654"/>
                  <a:gd name="connsiteX10" fmla="*/ 48283 w 1164173"/>
                  <a:gd name="connsiteY10" fmla="*/ 1015422 h 1031654"/>
                  <a:gd name="connsiteX11" fmla="*/ 36524 w 1164173"/>
                  <a:gd name="connsiteY11" fmla="*/ 1005050 h 1031654"/>
                  <a:gd name="connsiteX12" fmla="*/ 34048 w 1164173"/>
                  <a:gd name="connsiteY12" fmla="*/ 1003380 h 1031654"/>
                  <a:gd name="connsiteX13" fmla="*/ 33191 w 1164173"/>
                  <a:gd name="connsiteY13" fmla="*/ 1002110 h 1031654"/>
                  <a:gd name="connsiteX14" fmla="*/ 19535 w 1164173"/>
                  <a:gd name="connsiteY14" fmla="*/ 990064 h 1031654"/>
                  <a:gd name="connsiteX15" fmla="*/ 12949 w 1164173"/>
                  <a:gd name="connsiteY15" fmla="*/ 883555 h 1031654"/>
                  <a:gd name="connsiteX16" fmla="*/ 495615 w 1164173"/>
                  <a:gd name="connsiteY16" fmla="*/ 47552 h 1031654"/>
                  <a:gd name="connsiteX17" fmla="*/ 520972 w 1164173"/>
                  <a:gd name="connsiteY17" fmla="*/ 18805 h 1031654"/>
                  <a:gd name="connsiteX18" fmla="*/ 534039 w 1164173"/>
                  <a:gd name="connsiteY18" fmla="*/ 12428 h 1031654"/>
                  <a:gd name="connsiteX19" fmla="*/ 534278 w 1164173"/>
                  <a:gd name="connsiteY19" fmla="*/ 12218 h 1031654"/>
                  <a:gd name="connsiteX20" fmla="*/ 536772 w 1164173"/>
                  <a:gd name="connsiteY20" fmla="*/ 11095 h 1031654"/>
                  <a:gd name="connsiteX21" fmla="*/ 554231 w 1164173"/>
                  <a:gd name="connsiteY21" fmla="*/ 2574 h 1031654"/>
                  <a:gd name="connsiteX22" fmla="*/ 561466 w 1164173"/>
                  <a:gd name="connsiteY22" fmla="*/ 2070 h 1031654"/>
                  <a:gd name="connsiteX23" fmla="*/ 570612 w 1164173"/>
                  <a:gd name="connsiteY23" fmla="*/ 0 h 1031654"/>
                  <a:gd name="connsiteX24" fmla="*/ 580884 w 1164173"/>
                  <a:gd name="connsiteY24" fmla="*/ 716 h 1031654"/>
                  <a:gd name="connsiteX25" fmla="*/ 591149 w 1164173"/>
                  <a:gd name="connsiteY25" fmla="*/ 1 h 1031654"/>
                  <a:gd name="connsiteX26" fmla="*/ 600288 w 1164173"/>
                  <a:gd name="connsiteY26" fmla="*/ 2070 h 1031654"/>
                  <a:gd name="connsiteX27" fmla="*/ 607528 w 1164173"/>
                  <a:gd name="connsiteY27" fmla="*/ 2574 h 1031654"/>
                  <a:gd name="connsiteX28" fmla="*/ 625016 w 1164173"/>
                  <a:gd name="connsiteY28" fmla="*/ 11107 h 1031654"/>
                  <a:gd name="connsiteX29" fmla="*/ 627483 w 1164173"/>
                  <a:gd name="connsiteY29" fmla="*/ 12218 h 1031654"/>
                  <a:gd name="connsiteX30" fmla="*/ 627718 w 1164173"/>
                  <a:gd name="connsiteY30" fmla="*/ 12426 h 1031654"/>
                  <a:gd name="connsiteX31" fmla="*/ 640787 w 1164173"/>
                  <a:gd name="connsiteY31" fmla="*/ 18804 h 1031654"/>
                  <a:gd name="connsiteX32" fmla="*/ 666144 w 1164173"/>
                  <a:gd name="connsiteY32" fmla="*/ 47552 h 1031654"/>
                  <a:gd name="connsiteX33" fmla="*/ 1148811 w 1164173"/>
                  <a:gd name="connsiteY33" fmla="*/ 883554 h 1031654"/>
                  <a:gd name="connsiteX34" fmla="*/ 1150460 w 1164173"/>
                  <a:gd name="connsiteY34" fmla="*/ 888458 h 1031654"/>
                  <a:gd name="connsiteX35" fmla="*/ 1156587 w 1164173"/>
                  <a:gd name="connsiteY35" fmla="*/ 897546 h 1031654"/>
                  <a:gd name="connsiteX36" fmla="*/ 1164173 w 1164173"/>
                  <a:gd name="connsiteY36" fmla="*/ 935121 h 1031654"/>
                  <a:gd name="connsiteX37" fmla="*/ 1135899 w 1164173"/>
                  <a:gd name="connsiteY37" fmla="*/ 1003380 h 1031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164173" h="1031654">
                    <a:moveTo>
                      <a:pt x="1052874" y="962340"/>
                    </a:moveTo>
                    <a:cubicBezTo>
                      <a:pt x="1085896" y="938256"/>
                      <a:pt x="1093141" y="891964"/>
                      <a:pt x="1069057" y="858943"/>
                    </a:cubicBezTo>
                    <a:cubicBezTo>
                      <a:pt x="1044973" y="825922"/>
                      <a:pt x="998680" y="818677"/>
                      <a:pt x="965659" y="842761"/>
                    </a:cubicBezTo>
                    <a:cubicBezTo>
                      <a:pt x="932638" y="866845"/>
                      <a:pt x="925393" y="913137"/>
                      <a:pt x="949477" y="946158"/>
                    </a:cubicBezTo>
                    <a:cubicBezTo>
                      <a:pt x="973561" y="979179"/>
                      <a:pt x="1019853" y="986424"/>
                      <a:pt x="1052874" y="962340"/>
                    </a:cubicBezTo>
                    <a:close/>
                    <a:moveTo>
                      <a:pt x="1135899" y="1003380"/>
                    </a:moveTo>
                    <a:cubicBezTo>
                      <a:pt x="1118430" y="1020849"/>
                      <a:pt x="1094297" y="1031654"/>
                      <a:pt x="1067640" y="1031654"/>
                    </a:cubicBezTo>
                    <a:lnTo>
                      <a:pt x="102307" y="1031654"/>
                    </a:lnTo>
                    <a:cubicBezTo>
                      <a:pt x="88978" y="1031654"/>
                      <a:pt x="76281" y="1028953"/>
                      <a:pt x="64732" y="1024068"/>
                    </a:cubicBezTo>
                    <a:lnTo>
                      <a:pt x="59198" y="1020337"/>
                    </a:lnTo>
                    <a:lnTo>
                      <a:pt x="48283" y="1015422"/>
                    </a:lnTo>
                    <a:lnTo>
                      <a:pt x="36524" y="1005050"/>
                    </a:lnTo>
                    <a:lnTo>
                      <a:pt x="34048" y="1003380"/>
                    </a:lnTo>
                    <a:lnTo>
                      <a:pt x="33191" y="1002110"/>
                    </a:lnTo>
                    <a:lnTo>
                      <a:pt x="19535" y="990064"/>
                    </a:lnTo>
                    <a:cubicBezTo>
                      <a:pt x="-3144" y="960050"/>
                      <a:pt x="-7044" y="918183"/>
                      <a:pt x="12949" y="883555"/>
                    </a:cubicBezTo>
                    <a:lnTo>
                      <a:pt x="495615" y="47552"/>
                    </a:lnTo>
                    <a:cubicBezTo>
                      <a:pt x="502280" y="36009"/>
                      <a:pt x="510968" y="26364"/>
                      <a:pt x="520972" y="18805"/>
                    </a:cubicBezTo>
                    <a:lnTo>
                      <a:pt x="534039" y="12428"/>
                    </a:lnTo>
                    <a:lnTo>
                      <a:pt x="534278" y="12218"/>
                    </a:lnTo>
                    <a:lnTo>
                      <a:pt x="536772" y="11095"/>
                    </a:lnTo>
                    <a:lnTo>
                      <a:pt x="554231" y="2574"/>
                    </a:lnTo>
                    <a:lnTo>
                      <a:pt x="561466" y="2070"/>
                    </a:lnTo>
                    <a:lnTo>
                      <a:pt x="570612" y="0"/>
                    </a:lnTo>
                    <a:lnTo>
                      <a:pt x="580884" y="716"/>
                    </a:lnTo>
                    <a:lnTo>
                      <a:pt x="591149" y="1"/>
                    </a:lnTo>
                    <a:lnTo>
                      <a:pt x="600288" y="2070"/>
                    </a:lnTo>
                    <a:lnTo>
                      <a:pt x="607528" y="2574"/>
                    </a:lnTo>
                    <a:lnTo>
                      <a:pt x="625016" y="11107"/>
                    </a:lnTo>
                    <a:lnTo>
                      <a:pt x="627483" y="12218"/>
                    </a:lnTo>
                    <a:lnTo>
                      <a:pt x="627718" y="12426"/>
                    </a:lnTo>
                    <a:lnTo>
                      <a:pt x="640787" y="18804"/>
                    </a:lnTo>
                    <a:cubicBezTo>
                      <a:pt x="650792" y="26363"/>
                      <a:pt x="659480" y="36009"/>
                      <a:pt x="666144" y="47552"/>
                    </a:cubicBezTo>
                    <a:lnTo>
                      <a:pt x="1148811" y="883554"/>
                    </a:lnTo>
                    <a:lnTo>
                      <a:pt x="1150460" y="888458"/>
                    </a:lnTo>
                    <a:lnTo>
                      <a:pt x="1156587" y="897546"/>
                    </a:lnTo>
                    <a:cubicBezTo>
                      <a:pt x="1161472" y="909095"/>
                      <a:pt x="1164173" y="921792"/>
                      <a:pt x="1164173" y="935121"/>
                    </a:cubicBezTo>
                    <a:cubicBezTo>
                      <a:pt x="1164173" y="961778"/>
                      <a:pt x="1153368" y="985911"/>
                      <a:pt x="1135899" y="1003380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defRPr/>
                </a:pPr>
                <a:endParaRPr lang="zh-CN" altLang="en-US" sz="1400">
                  <a:latin typeface="Century Gothic" panose="020B0502020202020204" pitchFamily="34" charset="0"/>
                </a:endParaRPr>
              </a:p>
            </p:txBody>
          </p:sp>
          <p:cxnSp>
            <p:nvCxnSpPr>
              <p:cNvPr id="4" name="直接箭头连接符 3"/>
              <p:cNvCxnSpPr/>
              <p:nvPr/>
            </p:nvCxnSpPr>
            <p:spPr>
              <a:xfrm flipV="1">
                <a:off x="2494943" y="3002321"/>
                <a:ext cx="0" cy="504825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文本框 5"/>
              <p:cNvSpPr txBox="1">
                <a:spLocks noChangeArrowheads="1"/>
              </p:cNvSpPr>
              <p:nvPr/>
            </p:nvSpPr>
            <p:spPr bwMode="auto">
              <a:xfrm>
                <a:off x="2531455" y="3975459"/>
                <a:ext cx="412292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400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+mj-ea"/>
                  </a:rPr>
                  <a:t>01</a:t>
                </a:r>
                <a:endParaRPr lang="zh-CN" altLang="en-US" sz="14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607100" y="3072852"/>
              <a:ext cx="1346200" cy="1973262"/>
              <a:chOff x="3853843" y="3334109"/>
              <a:chExt cx="1346200" cy="1973262"/>
            </a:xfrm>
          </p:grpSpPr>
          <p:sp>
            <p:nvSpPr>
              <p:cNvPr id="7" name="任意多边形 6"/>
              <p:cNvSpPr/>
              <p:nvPr/>
            </p:nvSpPr>
            <p:spPr>
              <a:xfrm>
                <a:off x="3853843" y="3334109"/>
                <a:ext cx="1346200" cy="1446212"/>
              </a:xfrm>
              <a:custGeom>
                <a:avLst/>
                <a:gdLst>
                  <a:gd name="connsiteX0" fmla="*/ 170487 w 1345719"/>
                  <a:gd name="connsiteY0" fmla="*/ 1152570 h 1446325"/>
                  <a:gd name="connsiteX1" fmla="*/ 75237 w 1345719"/>
                  <a:gd name="connsiteY1" fmla="*/ 1245439 h 1446325"/>
                  <a:gd name="connsiteX2" fmla="*/ 170487 w 1345719"/>
                  <a:gd name="connsiteY2" fmla="*/ 1338308 h 1446325"/>
                  <a:gd name="connsiteX3" fmla="*/ 265737 w 1345719"/>
                  <a:gd name="connsiteY3" fmla="*/ 1245439 h 1446325"/>
                  <a:gd name="connsiteX4" fmla="*/ 170487 w 1345719"/>
                  <a:gd name="connsiteY4" fmla="*/ 1152570 h 1446325"/>
                  <a:gd name="connsiteX5" fmla="*/ 229941 w 1345719"/>
                  <a:gd name="connsiteY5" fmla="*/ 1457 h 1446325"/>
                  <a:gd name="connsiteX6" fmla="*/ 319553 w 1345719"/>
                  <a:gd name="connsiteY6" fmla="*/ 23145 h 1446325"/>
                  <a:gd name="connsiteX7" fmla="*/ 1292832 w 1345719"/>
                  <a:gd name="connsiteY7" fmla="*/ 733005 h 1446325"/>
                  <a:gd name="connsiteX8" fmla="*/ 1325137 w 1345719"/>
                  <a:gd name="connsiteY8" fmla="*/ 768284 h 1446325"/>
                  <a:gd name="connsiteX9" fmla="*/ 1327973 w 1345719"/>
                  <a:gd name="connsiteY9" fmla="*/ 776116 h 1446325"/>
                  <a:gd name="connsiteX10" fmla="*/ 1335364 w 1345719"/>
                  <a:gd name="connsiteY10" fmla="*/ 789097 h 1446325"/>
                  <a:gd name="connsiteX11" fmla="*/ 1339593 w 1345719"/>
                  <a:gd name="connsiteY11" fmla="*/ 808201 h 1446325"/>
                  <a:gd name="connsiteX12" fmla="*/ 1340862 w 1345719"/>
                  <a:gd name="connsiteY12" fmla="*/ 811706 h 1446325"/>
                  <a:gd name="connsiteX13" fmla="*/ 1340792 w 1345719"/>
                  <a:gd name="connsiteY13" fmla="*/ 813617 h 1446325"/>
                  <a:gd name="connsiteX14" fmla="*/ 1345702 w 1345719"/>
                  <a:gd name="connsiteY14" fmla="*/ 835803 h 1446325"/>
                  <a:gd name="connsiteX15" fmla="*/ 1274021 w 1345719"/>
                  <a:gd name="connsiteY15" fmla="*/ 948033 h 1446325"/>
                  <a:gd name="connsiteX16" fmla="*/ 172626 w 1345719"/>
                  <a:gd name="connsiteY16" fmla="*/ 1435987 h 1446325"/>
                  <a:gd name="connsiteX17" fmla="*/ 125921 w 1345719"/>
                  <a:gd name="connsiteY17" fmla="*/ 1446325 h 1446325"/>
                  <a:gd name="connsiteX18" fmla="*/ 108057 w 1345719"/>
                  <a:gd name="connsiteY18" fmla="*/ 1443146 h 1446325"/>
                  <a:gd name="connsiteX19" fmla="*/ 107662 w 1345719"/>
                  <a:gd name="connsiteY19" fmla="*/ 1443182 h 1446325"/>
                  <a:gd name="connsiteX20" fmla="*/ 104321 w 1345719"/>
                  <a:gd name="connsiteY20" fmla="*/ 1442479 h 1446325"/>
                  <a:gd name="connsiteX21" fmla="*/ 80452 w 1345719"/>
                  <a:gd name="connsiteY21" fmla="*/ 1438232 h 1446325"/>
                  <a:gd name="connsiteX22" fmla="*/ 72788 w 1345719"/>
                  <a:gd name="connsiteY22" fmla="*/ 1433421 h 1446325"/>
                  <a:gd name="connsiteX23" fmla="*/ 62044 w 1345719"/>
                  <a:gd name="connsiteY23" fmla="*/ 1428782 h 1446325"/>
                  <a:gd name="connsiteX24" fmla="*/ 52214 w 1345719"/>
                  <a:gd name="connsiteY24" fmla="*/ 1420507 h 1446325"/>
                  <a:gd name="connsiteX25" fmla="*/ 41338 w 1345719"/>
                  <a:gd name="connsiteY25" fmla="*/ 1413679 h 1446325"/>
                  <a:gd name="connsiteX26" fmla="*/ 33645 w 1345719"/>
                  <a:gd name="connsiteY26" fmla="*/ 1404872 h 1446325"/>
                  <a:gd name="connsiteX27" fmla="*/ 26716 w 1345719"/>
                  <a:gd name="connsiteY27" fmla="*/ 1399040 h 1446325"/>
                  <a:gd name="connsiteX28" fmla="*/ 15359 w 1345719"/>
                  <a:gd name="connsiteY28" fmla="*/ 1377578 h 1446325"/>
                  <a:gd name="connsiteX29" fmla="*/ 13689 w 1345719"/>
                  <a:gd name="connsiteY29" fmla="*/ 1374643 h 1446325"/>
                  <a:gd name="connsiteX30" fmla="*/ 13605 w 1345719"/>
                  <a:gd name="connsiteY30" fmla="*/ 1374261 h 1446325"/>
                  <a:gd name="connsiteX31" fmla="*/ 5119 w 1345719"/>
                  <a:gd name="connsiteY31" fmla="*/ 1358219 h 1446325"/>
                  <a:gd name="connsiteX32" fmla="*/ 693 w 1345719"/>
                  <a:gd name="connsiteY32" fmla="*/ 1310588 h 1446325"/>
                  <a:gd name="connsiteX33" fmla="*/ 25982 w 1345719"/>
                  <a:gd name="connsiteY33" fmla="*/ 1074146 h 1446325"/>
                  <a:gd name="connsiteX34" fmla="*/ 332057 w 1345719"/>
                  <a:gd name="connsiteY34" fmla="*/ 938546 h 1446325"/>
                  <a:gd name="connsiteX35" fmla="*/ 389498 w 1345719"/>
                  <a:gd name="connsiteY35" fmla="*/ 848612 h 1446325"/>
                  <a:gd name="connsiteX36" fmla="*/ 385563 w 1345719"/>
                  <a:gd name="connsiteY36" fmla="*/ 830832 h 1446325"/>
                  <a:gd name="connsiteX37" fmla="*/ 385619 w 1345719"/>
                  <a:gd name="connsiteY37" fmla="*/ 829301 h 1446325"/>
                  <a:gd name="connsiteX38" fmla="*/ 384602 w 1345719"/>
                  <a:gd name="connsiteY38" fmla="*/ 826493 h 1446325"/>
                  <a:gd name="connsiteX39" fmla="*/ 381214 w 1345719"/>
                  <a:gd name="connsiteY39" fmla="*/ 811184 h 1446325"/>
                  <a:gd name="connsiteX40" fmla="*/ 375291 w 1345719"/>
                  <a:gd name="connsiteY40" fmla="*/ 800781 h 1446325"/>
                  <a:gd name="connsiteX41" fmla="*/ 373019 w 1345719"/>
                  <a:gd name="connsiteY41" fmla="*/ 794506 h 1446325"/>
                  <a:gd name="connsiteX42" fmla="*/ 347131 w 1345719"/>
                  <a:gd name="connsiteY42" fmla="*/ 766235 h 1446325"/>
                  <a:gd name="connsiteX43" fmla="*/ 79772 w 1345719"/>
                  <a:gd name="connsiteY43" fmla="*/ 571237 h 1446325"/>
                  <a:gd name="connsiteX44" fmla="*/ 128808 w 1345719"/>
                  <a:gd name="connsiteY44" fmla="*/ 112775 h 1446325"/>
                  <a:gd name="connsiteX45" fmla="*/ 130751 w 1345719"/>
                  <a:gd name="connsiteY45" fmla="*/ 106618 h 1446325"/>
                  <a:gd name="connsiteX46" fmla="*/ 131257 w 1345719"/>
                  <a:gd name="connsiteY46" fmla="*/ 92950 h 1446325"/>
                  <a:gd name="connsiteX47" fmla="*/ 151240 w 1345719"/>
                  <a:gd name="connsiteY47" fmla="*/ 49487 h 1446325"/>
                  <a:gd name="connsiteX48" fmla="*/ 229941 w 1345719"/>
                  <a:gd name="connsiteY48" fmla="*/ 1457 h 1446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345719" h="1446325">
                    <a:moveTo>
                      <a:pt x="170487" y="1152570"/>
                    </a:moveTo>
                    <a:cubicBezTo>
                      <a:pt x="117882" y="1152570"/>
                      <a:pt x="75237" y="1194149"/>
                      <a:pt x="75237" y="1245439"/>
                    </a:cubicBezTo>
                    <a:cubicBezTo>
                      <a:pt x="75237" y="1296729"/>
                      <a:pt x="117882" y="1338308"/>
                      <a:pt x="170487" y="1338308"/>
                    </a:cubicBezTo>
                    <a:cubicBezTo>
                      <a:pt x="223092" y="1338308"/>
                      <a:pt x="265737" y="1296729"/>
                      <a:pt x="265737" y="1245439"/>
                    </a:cubicBezTo>
                    <a:cubicBezTo>
                      <a:pt x="265737" y="1194149"/>
                      <a:pt x="223092" y="1152570"/>
                      <a:pt x="170487" y="1152570"/>
                    </a:cubicBezTo>
                    <a:close/>
                    <a:moveTo>
                      <a:pt x="229941" y="1457"/>
                    </a:moveTo>
                    <a:cubicBezTo>
                      <a:pt x="260400" y="-3310"/>
                      <a:pt x="292677" y="3543"/>
                      <a:pt x="319553" y="23145"/>
                    </a:cubicBezTo>
                    <a:lnTo>
                      <a:pt x="1292832" y="733005"/>
                    </a:lnTo>
                    <a:cubicBezTo>
                      <a:pt x="1306271" y="742807"/>
                      <a:pt x="1317086" y="754866"/>
                      <a:pt x="1325137" y="768284"/>
                    </a:cubicBezTo>
                    <a:lnTo>
                      <a:pt x="1327973" y="776116"/>
                    </a:lnTo>
                    <a:lnTo>
                      <a:pt x="1335364" y="789097"/>
                    </a:lnTo>
                    <a:lnTo>
                      <a:pt x="1339593" y="808201"/>
                    </a:lnTo>
                    <a:lnTo>
                      <a:pt x="1340862" y="811706"/>
                    </a:lnTo>
                    <a:lnTo>
                      <a:pt x="1340792" y="813617"/>
                    </a:lnTo>
                    <a:lnTo>
                      <a:pt x="1345702" y="835803"/>
                    </a:lnTo>
                    <a:cubicBezTo>
                      <a:pt x="1346497" y="882742"/>
                      <a:pt x="1319642" y="927821"/>
                      <a:pt x="1274021" y="948033"/>
                    </a:cubicBezTo>
                    <a:lnTo>
                      <a:pt x="172626" y="1435987"/>
                    </a:lnTo>
                    <a:cubicBezTo>
                      <a:pt x="157418" y="1442724"/>
                      <a:pt x="141565" y="1446060"/>
                      <a:pt x="125921" y="1446325"/>
                    </a:cubicBezTo>
                    <a:lnTo>
                      <a:pt x="108057" y="1443146"/>
                    </a:lnTo>
                    <a:lnTo>
                      <a:pt x="107662" y="1443182"/>
                    </a:lnTo>
                    <a:lnTo>
                      <a:pt x="104321" y="1442479"/>
                    </a:lnTo>
                    <a:lnTo>
                      <a:pt x="80452" y="1438232"/>
                    </a:lnTo>
                    <a:lnTo>
                      <a:pt x="72788" y="1433421"/>
                    </a:lnTo>
                    <a:lnTo>
                      <a:pt x="62044" y="1428782"/>
                    </a:lnTo>
                    <a:lnTo>
                      <a:pt x="52214" y="1420507"/>
                    </a:lnTo>
                    <a:lnTo>
                      <a:pt x="41338" y="1413679"/>
                    </a:lnTo>
                    <a:lnTo>
                      <a:pt x="33645" y="1404872"/>
                    </a:lnTo>
                    <a:lnTo>
                      <a:pt x="26716" y="1399040"/>
                    </a:lnTo>
                    <a:lnTo>
                      <a:pt x="15359" y="1377578"/>
                    </a:lnTo>
                    <a:lnTo>
                      <a:pt x="13689" y="1374643"/>
                    </a:lnTo>
                    <a:lnTo>
                      <a:pt x="13605" y="1374261"/>
                    </a:lnTo>
                    <a:lnTo>
                      <a:pt x="5119" y="1358219"/>
                    </a:lnTo>
                    <a:cubicBezTo>
                      <a:pt x="590" y="1343241"/>
                      <a:pt x="-1076" y="1327127"/>
                      <a:pt x="693" y="1310588"/>
                    </a:cubicBezTo>
                    <a:lnTo>
                      <a:pt x="25982" y="1074146"/>
                    </a:lnTo>
                    <a:lnTo>
                      <a:pt x="332057" y="938546"/>
                    </a:lnTo>
                    <a:cubicBezTo>
                      <a:pt x="368615" y="922349"/>
                      <a:pt x="390135" y="886225"/>
                      <a:pt x="389498" y="848612"/>
                    </a:cubicBezTo>
                    <a:lnTo>
                      <a:pt x="385563" y="830832"/>
                    </a:lnTo>
                    <a:lnTo>
                      <a:pt x="385619" y="829301"/>
                    </a:lnTo>
                    <a:lnTo>
                      <a:pt x="384602" y="826493"/>
                    </a:lnTo>
                    <a:lnTo>
                      <a:pt x="381214" y="811184"/>
                    </a:lnTo>
                    <a:lnTo>
                      <a:pt x="375291" y="800781"/>
                    </a:lnTo>
                    <a:lnTo>
                      <a:pt x="373019" y="794506"/>
                    </a:lnTo>
                    <a:cubicBezTo>
                      <a:pt x="366567" y="783753"/>
                      <a:pt x="357900" y="774089"/>
                      <a:pt x="347131" y="766235"/>
                    </a:cubicBezTo>
                    <a:lnTo>
                      <a:pt x="79772" y="571237"/>
                    </a:lnTo>
                    <a:lnTo>
                      <a:pt x="128808" y="112775"/>
                    </a:lnTo>
                    <a:lnTo>
                      <a:pt x="130751" y="106618"/>
                    </a:lnTo>
                    <a:lnTo>
                      <a:pt x="131257" y="92950"/>
                    </a:lnTo>
                    <a:cubicBezTo>
                      <a:pt x="134825" y="77714"/>
                      <a:pt x="141438" y="62926"/>
                      <a:pt x="151240" y="49487"/>
                    </a:cubicBezTo>
                    <a:cubicBezTo>
                      <a:pt x="170842" y="22611"/>
                      <a:pt x="199482" y="6225"/>
                      <a:pt x="229941" y="1457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defRPr/>
                </a:pPr>
                <a:endParaRPr lang="zh-CN" altLang="en-US" sz="1400">
                  <a:latin typeface="Century Gothic" panose="020B0502020202020204" pitchFamily="34" charset="0"/>
                </a:endParaRPr>
              </a:p>
            </p:txBody>
          </p:sp>
          <p:cxnSp>
            <p:nvCxnSpPr>
              <p:cNvPr id="8" name="直接箭头连接符 7"/>
              <p:cNvCxnSpPr/>
              <p:nvPr/>
            </p:nvCxnSpPr>
            <p:spPr>
              <a:xfrm>
                <a:off x="3999893" y="4780321"/>
                <a:ext cx="0" cy="527050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6"/>
              <p:cNvSpPr txBox="1">
                <a:spLocks noChangeArrowheads="1"/>
              </p:cNvSpPr>
              <p:nvPr/>
            </p:nvSpPr>
            <p:spPr bwMode="auto">
              <a:xfrm>
                <a:off x="4379305" y="3945296"/>
                <a:ext cx="44114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600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+mj-ea"/>
                  </a:rPr>
                  <a:t>02</a:t>
                </a:r>
                <a:endParaRPr lang="zh-CN" altLang="en-US" sz="16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5105700" y="2560089"/>
              <a:ext cx="1452562" cy="2057400"/>
              <a:chOff x="5352443" y="2821346"/>
              <a:chExt cx="1452562" cy="2057400"/>
            </a:xfrm>
          </p:grpSpPr>
          <p:sp>
            <p:nvSpPr>
              <p:cNvPr id="11" name="任意多边形 10"/>
              <p:cNvSpPr/>
              <p:nvPr/>
            </p:nvSpPr>
            <p:spPr>
              <a:xfrm rot="12966304">
                <a:off x="5352443" y="3591284"/>
                <a:ext cx="1452562" cy="1287462"/>
              </a:xfrm>
              <a:custGeom>
                <a:avLst/>
                <a:gdLst>
                  <a:gd name="connsiteX0" fmla="*/ 1313889 w 1452780"/>
                  <a:gd name="connsiteY0" fmla="*/ 1200911 h 1287408"/>
                  <a:gd name="connsiteX1" fmla="*/ 1334084 w 1452780"/>
                  <a:gd name="connsiteY1" fmla="*/ 1071881 h 1287408"/>
                  <a:gd name="connsiteX2" fmla="*/ 1205053 w 1452780"/>
                  <a:gd name="connsiteY2" fmla="*/ 1051687 h 1287408"/>
                  <a:gd name="connsiteX3" fmla="*/ 1184859 w 1452780"/>
                  <a:gd name="connsiteY3" fmla="*/ 1180717 h 1287408"/>
                  <a:gd name="connsiteX4" fmla="*/ 1313889 w 1452780"/>
                  <a:gd name="connsiteY4" fmla="*/ 1200911 h 1287408"/>
                  <a:gd name="connsiteX5" fmla="*/ 1417497 w 1452780"/>
                  <a:gd name="connsiteY5" fmla="*/ 1252125 h 1287408"/>
                  <a:gd name="connsiteX6" fmla="*/ 1332316 w 1452780"/>
                  <a:gd name="connsiteY6" fmla="*/ 1287408 h 1287408"/>
                  <a:gd name="connsiteX7" fmla="*/ 127670 w 1452780"/>
                  <a:gd name="connsiteY7" fmla="*/ 1287408 h 1287408"/>
                  <a:gd name="connsiteX8" fmla="*/ 80780 w 1452780"/>
                  <a:gd name="connsiteY8" fmla="*/ 1277941 h 1287408"/>
                  <a:gd name="connsiteX9" fmla="*/ 73874 w 1452780"/>
                  <a:gd name="connsiteY9" fmla="*/ 1273285 h 1287408"/>
                  <a:gd name="connsiteX10" fmla="*/ 60253 w 1452780"/>
                  <a:gd name="connsiteY10" fmla="*/ 1267152 h 1287408"/>
                  <a:gd name="connsiteX11" fmla="*/ 45579 w 1452780"/>
                  <a:gd name="connsiteY11" fmla="*/ 1254209 h 1287408"/>
                  <a:gd name="connsiteX12" fmla="*/ 42489 w 1452780"/>
                  <a:gd name="connsiteY12" fmla="*/ 1252125 h 1287408"/>
                  <a:gd name="connsiteX13" fmla="*/ 41419 w 1452780"/>
                  <a:gd name="connsiteY13" fmla="*/ 1250540 h 1287408"/>
                  <a:gd name="connsiteX14" fmla="*/ 24378 w 1452780"/>
                  <a:gd name="connsiteY14" fmla="*/ 1235508 h 1287408"/>
                  <a:gd name="connsiteX15" fmla="*/ 16159 w 1452780"/>
                  <a:gd name="connsiteY15" fmla="*/ 1102594 h 1287408"/>
                  <a:gd name="connsiteX16" fmla="*/ 618482 w 1452780"/>
                  <a:gd name="connsiteY16" fmla="*/ 59341 h 1287408"/>
                  <a:gd name="connsiteX17" fmla="*/ 650125 w 1452780"/>
                  <a:gd name="connsiteY17" fmla="*/ 23467 h 1287408"/>
                  <a:gd name="connsiteX18" fmla="*/ 666431 w 1452780"/>
                  <a:gd name="connsiteY18" fmla="*/ 15509 h 1287408"/>
                  <a:gd name="connsiteX19" fmla="*/ 666729 w 1452780"/>
                  <a:gd name="connsiteY19" fmla="*/ 15247 h 1287408"/>
                  <a:gd name="connsiteX20" fmla="*/ 669842 w 1452780"/>
                  <a:gd name="connsiteY20" fmla="*/ 13846 h 1287408"/>
                  <a:gd name="connsiteX21" fmla="*/ 691629 w 1452780"/>
                  <a:gd name="connsiteY21" fmla="*/ 3212 h 1287408"/>
                  <a:gd name="connsiteX22" fmla="*/ 700657 w 1452780"/>
                  <a:gd name="connsiteY22" fmla="*/ 2583 h 1287408"/>
                  <a:gd name="connsiteX23" fmla="*/ 712071 w 1452780"/>
                  <a:gd name="connsiteY23" fmla="*/ 0 h 1287408"/>
                  <a:gd name="connsiteX24" fmla="*/ 724889 w 1452780"/>
                  <a:gd name="connsiteY24" fmla="*/ 893 h 1287408"/>
                  <a:gd name="connsiteX25" fmla="*/ 737699 w 1452780"/>
                  <a:gd name="connsiteY25" fmla="*/ 1 h 1287408"/>
                  <a:gd name="connsiteX26" fmla="*/ 749104 w 1452780"/>
                  <a:gd name="connsiteY26" fmla="*/ 2583 h 1287408"/>
                  <a:gd name="connsiteX27" fmla="*/ 758139 w 1452780"/>
                  <a:gd name="connsiteY27" fmla="*/ 3212 h 1287408"/>
                  <a:gd name="connsiteX28" fmla="*/ 779962 w 1452780"/>
                  <a:gd name="connsiteY28" fmla="*/ 13860 h 1287408"/>
                  <a:gd name="connsiteX29" fmla="*/ 783041 w 1452780"/>
                  <a:gd name="connsiteY29" fmla="*/ 15247 h 1287408"/>
                  <a:gd name="connsiteX30" fmla="*/ 783334 w 1452780"/>
                  <a:gd name="connsiteY30" fmla="*/ 15506 h 1287408"/>
                  <a:gd name="connsiteX31" fmla="*/ 799643 w 1452780"/>
                  <a:gd name="connsiteY31" fmla="*/ 23466 h 1287408"/>
                  <a:gd name="connsiteX32" fmla="*/ 831286 w 1452780"/>
                  <a:gd name="connsiteY32" fmla="*/ 59341 h 1287408"/>
                  <a:gd name="connsiteX33" fmla="*/ 950182 w 1452780"/>
                  <a:gd name="connsiteY33" fmla="*/ 265273 h 1287408"/>
                  <a:gd name="connsiteX34" fmla="*/ 782798 w 1452780"/>
                  <a:gd name="connsiteY34" fmla="*/ 555190 h 1287408"/>
                  <a:gd name="connsiteX35" fmla="*/ 789384 w 1452780"/>
                  <a:gd name="connsiteY35" fmla="*/ 661699 h 1287408"/>
                  <a:gd name="connsiteX36" fmla="*/ 803040 w 1452780"/>
                  <a:gd name="connsiteY36" fmla="*/ 673745 h 1287408"/>
                  <a:gd name="connsiteX37" fmla="*/ 803897 w 1452780"/>
                  <a:gd name="connsiteY37" fmla="*/ 675015 h 1287408"/>
                  <a:gd name="connsiteX38" fmla="*/ 806373 w 1452780"/>
                  <a:gd name="connsiteY38" fmla="*/ 676685 h 1287408"/>
                  <a:gd name="connsiteX39" fmla="*/ 818132 w 1452780"/>
                  <a:gd name="connsiteY39" fmla="*/ 687057 h 1287408"/>
                  <a:gd name="connsiteX40" fmla="*/ 829047 w 1452780"/>
                  <a:gd name="connsiteY40" fmla="*/ 691972 h 1287408"/>
                  <a:gd name="connsiteX41" fmla="*/ 834581 w 1452780"/>
                  <a:gd name="connsiteY41" fmla="*/ 695703 h 1287408"/>
                  <a:gd name="connsiteX42" fmla="*/ 872156 w 1452780"/>
                  <a:gd name="connsiteY42" fmla="*/ 703289 h 1287408"/>
                  <a:gd name="connsiteX43" fmla="*/ 1203071 w 1452780"/>
                  <a:gd name="connsiteY43" fmla="*/ 703289 h 1287408"/>
                  <a:gd name="connsiteX44" fmla="*/ 1433610 w 1452780"/>
                  <a:gd name="connsiteY44" fmla="*/ 1102593 h 1287408"/>
                  <a:gd name="connsiteX45" fmla="*/ 1435668 w 1452780"/>
                  <a:gd name="connsiteY45" fmla="*/ 1108713 h 1287408"/>
                  <a:gd name="connsiteX46" fmla="*/ 1443313 w 1452780"/>
                  <a:gd name="connsiteY46" fmla="*/ 1120054 h 1287408"/>
                  <a:gd name="connsiteX47" fmla="*/ 1452780 w 1452780"/>
                  <a:gd name="connsiteY47" fmla="*/ 1166944 h 1287408"/>
                  <a:gd name="connsiteX48" fmla="*/ 1417497 w 1452780"/>
                  <a:gd name="connsiteY48" fmla="*/ 1252125 h 1287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452780" h="1287408">
                    <a:moveTo>
                      <a:pt x="1313889" y="1200911"/>
                    </a:moveTo>
                    <a:cubicBezTo>
                      <a:pt x="1355097" y="1170856"/>
                      <a:pt x="1364139" y="1113088"/>
                      <a:pt x="1334084" y="1071881"/>
                    </a:cubicBezTo>
                    <a:cubicBezTo>
                      <a:pt x="1304030" y="1030674"/>
                      <a:pt x="1246260" y="1021633"/>
                      <a:pt x="1205053" y="1051687"/>
                    </a:cubicBezTo>
                    <a:cubicBezTo>
                      <a:pt x="1163846" y="1081742"/>
                      <a:pt x="1154805" y="1139510"/>
                      <a:pt x="1184859" y="1180717"/>
                    </a:cubicBezTo>
                    <a:cubicBezTo>
                      <a:pt x="1214914" y="1221924"/>
                      <a:pt x="1272682" y="1230965"/>
                      <a:pt x="1313889" y="1200911"/>
                    </a:cubicBezTo>
                    <a:close/>
                    <a:moveTo>
                      <a:pt x="1417497" y="1252125"/>
                    </a:moveTo>
                    <a:cubicBezTo>
                      <a:pt x="1395697" y="1273925"/>
                      <a:pt x="1365581" y="1287408"/>
                      <a:pt x="1332316" y="1287408"/>
                    </a:cubicBezTo>
                    <a:lnTo>
                      <a:pt x="127670" y="1287408"/>
                    </a:lnTo>
                    <a:cubicBezTo>
                      <a:pt x="111036" y="1287408"/>
                      <a:pt x="95192" y="1284038"/>
                      <a:pt x="80780" y="1277941"/>
                    </a:cubicBezTo>
                    <a:lnTo>
                      <a:pt x="73874" y="1273285"/>
                    </a:lnTo>
                    <a:lnTo>
                      <a:pt x="60253" y="1267152"/>
                    </a:lnTo>
                    <a:lnTo>
                      <a:pt x="45579" y="1254209"/>
                    </a:lnTo>
                    <a:lnTo>
                      <a:pt x="42489" y="1252125"/>
                    </a:lnTo>
                    <a:lnTo>
                      <a:pt x="41419" y="1250540"/>
                    </a:lnTo>
                    <a:lnTo>
                      <a:pt x="24378" y="1235508"/>
                    </a:lnTo>
                    <a:cubicBezTo>
                      <a:pt x="-3923" y="1198053"/>
                      <a:pt x="-8790" y="1145807"/>
                      <a:pt x="16159" y="1102594"/>
                    </a:cubicBezTo>
                    <a:lnTo>
                      <a:pt x="618482" y="59341"/>
                    </a:lnTo>
                    <a:cubicBezTo>
                      <a:pt x="626799" y="44936"/>
                      <a:pt x="637641" y="32900"/>
                      <a:pt x="650125" y="23467"/>
                    </a:cubicBezTo>
                    <a:lnTo>
                      <a:pt x="666431" y="15509"/>
                    </a:lnTo>
                    <a:lnTo>
                      <a:pt x="666729" y="15247"/>
                    </a:lnTo>
                    <a:lnTo>
                      <a:pt x="669842" y="13846"/>
                    </a:lnTo>
                    <a:lnTo>
                      <a:pt x="691629" y="3212"/>
                    </a:lnTo>
                    <a:lnTo>
                      <a:pt x="700657" y="2583"/>
                    </a:lnTo>
                    <a:lnTo>
                      <a:pt x="712071" y="0"/>
                    </a:lnTo>
                    <a:lnTo>
                      <a:pt x="724889" y="893"/>
                    </a:lnTo>
                    <a:lnTo>
                      <a:pt x="737699" y="1"/>
                    </a:lnTo>
                    <a:lnTo>
                      <a:pt x="749104" y="2583"/>
                    </a:lnTo>
                    <a:lnTo>
                      <a:pt x="758139" y="3212"/>
                    </a:lnTo>
                    <a:lnTo>
                      <a:pt x="779962" y="13860"/>
                    </a:lnTo>
                    <a:lnTo>
                      <a:pt x="783041" y="15247"/>
                    </a:lnTo>
                    <a:lnTo>
                      <a:pt x="783334" y="15506"/>
                    </a:lnTo>
                    <a:lnTo>
                      <a:pt x="799643" y="23466"/>
                    </a:lnTo>
                    <a:cubicBezTo>
                      <a:pt x="812128" y="32899"/>
                      <a:pt x="822970" y="44936"/>
                      <a:pt x="831286" y="59341"/>
                    </a:cubicBezTo>
                    <a:lnTo>
                      <a:pt x="950182" y="265273"/>
                    </a:lnTo>
                    <a:lnTo>
                      <a:pt x="782798" y="555190"/>
                    </a:lnTo>
                    <a:cubicBezTo>
                      <a:pt x="762805" y="589818"/>
                      <a:pt x="766705" y="631685"/>
                      <a:pt x="789384" y="661699"/>
                    </a:cubicBezTo>
                    <a:lnTo>
                      <a:pt x="803040" y="673745"/>
                    </a:lnTo>
                    <a:lnTo>
                      <a:pt x="803897" y="675015"/>
                    </a:lnTo>
                    <a:lnTo>
                      <a:pt x="806373" y="676685"/>
                    </a:lnTo>
                    <a:lnTo>
                      <a:pt x="818132" y="687057"/>
                    </a:lnTo>
                    <a:lnTo>
                      <a:pt x="829047" y="691972"/>
                    </a:lnTo>
                    <a:lnTo>
                      <a:pt x="834581" y="695703"/>
                    </a:lnTo>
                    <a:cubicBezTo>
                      <a:pt x="846130" y="700588"/>
                      <a:pt x="858827" y="703289"/>
                      <a:pt x="872156" y="703289"/>
                    </a:cubicBezTo>
                    <a:lnTo>
                      <a:pt x="1203071" y="703289"/>
                    </a:lnTo>
                    <a:lnTo>
                      <a:pt x="1433610" y="1102593"/>
                    </a:lnTo>
                    <a:lnTo>
                      <a:pt x="1435668" y="1108713"/>
                    </a:lnTo>
                    <a:lnTo>
                      <a:pt x="1443313" y="1120054"/>
                    </a:lnTo>
                    <a:cubicBezTo>
                      <a:pt x="1449409" y="1134466"/>
                      <a:pt x="1452780" y="1150311"/>
                      <a:pt x="1452780" y="1166944"/>
                    </a:cubicBezTo>
                    <a:cubicBezTo>
                      <a:pt x="1452780" y="1200209"/>
                      <a:pt x="1439296" y="1230325"/>
                      <a:pt x="1417497" y="1252125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defRPr/>
                </a:pPr>
                <a:endParaRPr lang="zh-CN" altLang="en-US" sz="1400">
                  <a:latin typeface="Century Gothic" panose="020B0502020202020204" pitchFamily="34" charset="0"/>
                </a:endParaRPr>
              </a:p>
            </p:txBody>
          </p:sp>
          <p:cxnSp>
            <p:nvCxnSpPr>
              <p:cNvPr id="12" name="直接箭头连接符 11"/>
              <p:cNvCxnSpPr/>
              <p:nvPr/>
            </p:nvCxnSpPr>
            <p:spPr>
              <a:xfrm flipV="1">
                <a:off x="5914418" y="2821346"/>
                <a:ext cx="0" cy="504825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7"/>
              <p:cNvSpPr txBox="1">
                <a:spLocks noChangeArrowheads="1"/>
              </p:cNvSpPr>
              <p:nvPr/>
            </p:nvSpPr>
            <p:spPr bwMode="auto">
              <a:xfrm>
                <a:off x="6143018" y="3913546"/>
                <a:ext cx="475903" cy="3984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+mj-ea"/>
                  </a:rPr>
                  <a:t>03</a:t>
                </a:r>
                <a:endParaRPr lang="zh-CN" altLang="en-US" sz="18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7198025" y="3072852"/>
              <a:ext cx="1344612" cy="2112962"/>
              <a:chOff x="7444768" y="3334109"/>
              <a:chExt cx="1344612" cy="2112962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7444768" y="3334109"/>
                <a:ext cx="1344612" cy="1446212"/>
              </a:xfrm>
              <a:custGeom>
                <a:avLst/>
                <a:gdLst>
                  <a:gd name="connsiteX0" fmla="*/ 174959 w 1345719"/>
                  <a:gd name="connsiteY0" fmla="*/ 1164949 h 1446325"/>
                  <a:gd name="connsiteX1" fmla="*/ 77328 w 1345719"/>
                  <a:gd name="connsiteY1" fmla="*/ 1262580 h 1446325"/>
                  <a:gd name="connsiteX2" fmla="*/ 174959 w 1345719"/>
                  <a:gd name="connsiteY2" fmla="*/ 1360211 h 1446325"/>
                  <a:gd name="connsiteX3" fmla="*/ 272590 w 1345719"/>
                  <a:gd name="connsiteY3" fmla="*/ 1262580 h 1446325"/>
                  <a:gd name="connsiteX4" fmla="*/ 174959 w 1345719"/>
                  <a:gd name="connsiteY4" fmla="*/ 1164949 h 1446325"/>
                  <a:gd name="connsiteX5" fmla="*/ 229941 w 1345719"/>
                  <a:gd name="connsiteY5" fmla="*/ 1457 h 1446325"/>
                  <a:gd name="connsiteX6" fmla="*/ 319553 w 1345719"/>
                  <a:gd name="connsiteY6" fmla="*/ 23145 h 1446325"/>
                  <a:gd name="connsiteX7" fmla="*/ 1292832 w 1345719"/>
                  <a:gd name="connsiteY7" fmla="*/ 733005 h 1446325"/>
                  <a:gd name="connsiteX8" fmla="*/ 1325137 w 1345719"/>
                  <a:gd name="connsiteY8" fmla="*/ 768284 h 1446325"/>
                  <a:gd name="connsiteX9" fmla="*/ 1327973 w 1345719"/>
                  <a:gd name="connsiteY9" fmla="*/ 776116 h 1446325"/>
                  <a:gd name="connsiteX10" fmla="*/ 1335364 w 1345719"/>
                  <a:gd name="connsiteY10" fmla="*/ 789097 h 1446325"/>
                  <a:gd name="connsiteX11" fmla="*/ 1339593 w 1345719"/>
                  <a:gd name="connsiteY11" fmla="*/ 808201 h 1446325"/>
                  <a:gd name="connsiteX12" fmla="*/ 1340862 w 1345719"/>
                  <a:gd name="connsiteY12" fmla="*/ 811706 h 1446325"/>
                  <a:gd name="connsiteX13" fmla="*/ 1340792 w 1345719"/>
                  <a:gd name="connsiteY13" fmla="*/ 813617 h 1446325"/>
                  <a:gd name="connsiteX14" fmla="*/ 1345702 w 1345719"/>
                  <a:gd name="connsiteY14" fmla="*/ 835803 h 1446325"/>
                  <a:gd name="connsiteX15" fmla="*/ 1274021 w 1345719"/>
                  <a:gd name="connsiteY15" fmla="*/ 948033 h 1446325"/>
                  <a:gd name="connsiteX16" fmla="*/ 172626 w 1345719"/>
                  <a:gd name="connsiteY16" fmla="*/ 1435987 h 1446325"/>
                  <a:gd name="connsiteX17" fmla="*/ 125920 w 1345719"/>
                  <a:gd name="connsiteY17" fmla="*/ 1446325 h 1446325"/>
                  <a:gd name="connsiteX18" fmla="*/ 108057 w 1345719"/>
                  <a:gd name="connsiteY18" fmla="*/ 1443146 h 1446325"/>
                  <a:gd name="connsiteX19" fmla="*/ 107662 w 1345719"/>
                  <a:gd name="connsiteY19" fmla="*/ 1443182 h 1446325"/>
                  <a:gd name="connsiteX20" fmla="*/ 104321 w 1345719"/>
                  <a:gd name="connsiteY20" fmla="*/ 1442479 h 1446325"/>
                  <a:gd name="connsiteX21" fmla="*/ 80452 w 1345719"/>
                  <a:gd name="connsiteY21" fmla="*/ 1438232 h 1446325"/>
                  <a:gd name="connsiteX22" fmla="*/ 72787 w 1345719"/>
                  <a:gd name="connsiteY22" fmla="*/ 1433421 h 1446325"/>
                  <a:gd name="connsiteX23" fmla="*/ 62044 w 1345719"/>
                  <a:gd name="connsiteY23" fmla="*/ 1428782 h 1446325"/>
                  <a:gd name="connsiteX24" fmla="*/ 52214 w 1345719"/>
                  <a:gd name="connsiteY24" fmla="*/ 1420507 h 1446325"/>
                  <a:gd name="connsiteX25" fmla="*/ 41338 w 1345719"/>
                  <a:gd name="connsiteY25" fmla="*/ 1413679 h 1446325"/>
                  <a:gd name="connsiteX26" fmla="*/ 33645 w 1345719"/>
                  <a:gd name="connsiteY26" fmla="*/ 1404872 h 1446325"/>
                  <a:gd name="connsiteX27" fmla="*/ 26716 w 1345719"/>
                  <a:gd name="connsiteY27" fmla="*/ 1399040 h 1446325"/>
                  <a:gd name="connsiteX28" fmla="*/ 15359 w 1345719"/>
                  <a:gd name="connsiteY28" fmla="*/ 1377578 h 1446325"/>
                  <a:gd name="connsiteX29" fmla="*/ 13689 w 1345719"/>
                  <a:gd name="connsiteY29" fmla="*/ 1374643 h 1446325"/>
                  <a:gd name="connsiteX30" fmla="*/ 13605 w 1345719"/>
                  <a:gd name="connsiteY30" fmla="*/ 1374261 h 1446325"/>
                  <a:gd name="connsiteX31" fmla="*/ 5119 w 1345719"/>
                  <a:gd name="connsiteY31" fmla="*/ 1358219 h 1446325"/>
                  <a:gd name="connsiteX32" fmla="*/ 693 w 1345719"/>
                  <a:gd name="connsiteY32" fmla="*/ 1310588 h 1446325"/>
                  <a:gd name="connsiteX33" fmla="*/ 25982 w 1345719"/>
                  <a:gd name="connsiteY33" fmla="*/ 1074146 h 1446325"/>
                  <a:gd name="connsiteX34" fmla="*/ 332057 w 1345719"/>
                  <a:gd name="connsiteY34" fmla="*/ 938546 h 1446325"/>
                  <a:gd name="connsiteX35" fmla="*/ 389498 w 1345719"/>
                  <a:gd name="connsiteY35" fmla="*/ 848612 h 1446325"/>
                  <a:gd name="connsiteX36" fmla="*/ 385563 w 1345719"/>
                  <a:gd name="connsiteY36" fmla="*/ 830832 h 1446325"/>
                  <a:gd name="connsiteX37" fmla="*/ 385619 w 1345719"/>
                  <a:gd name="connsiteY37" fmla="*/ 829301 h 1446325"/>
                  <a:gd name="connsiteX38" fmla="*/ 384603 w 1345719"/>
                  <a:gd name="connsiteY38" fmla="*/ 826493 h 1446325"/>
                  <a:gd name="connsiteX39" fmla="*/ 381214 w 1345719"/>
                  <a:gd name="connsiteY39" fmla="*/ 811184 h 1446325"/>
                  <a:gd name="connsiteX40" fmla="*/ 375292 w 1345719"/>
                  <a:gd name="connsiteY40" fmla="*/ 800781 h 1446325"/>
                  <a:gd name="connsiteX41" fmla="*/ 373019 w 1345719"/>
                  <a:gd name="connsiteY41" fmla="*/ 794506 h 1446325"/>
                  <a:gd name="connsiteX42" fmla="*/ 347131 w 1345719"/>
                  <a:gd name="connsiteY42" fmla="*/ 766235 h 1446325"/>
                  <a:gd name="connsiteX43" fmla="*/ 79772 w 1345719"/>
                  <a:gd name="connsiteY43" fmla="*/ 571237 h 1446325"/>
                  <a:gd name="connsiteX44" fmla="*/ 128808 w 1345719"/>
                  <a:gd name="connsiteY44" fmla="*/ 112775 h 1446325"/>
                  <a:gd name="connsiteX45" fmla="*/ 130751 w 1345719"/>
                  <a:gd name="connsiteY45" fmla="*/ 106618 h 1446325"/>
                  <a:gd name="connsiteX46" fmla="*/ 131257 w 1345719"/>
                  <a:gd name="connsiteY46" fmla="*/ 92950 h 1446325"/>
                  <a:gd name="connsiteX47" fmla="*/ 151240 w 1345719"/>
                  <a:gd name="connsiteY47" fmla="*/ 49487 h 1446325"/>
                  <a:gd name="connsiteX48" fmla="*/ 229941 w 1345719"/>
                  <a:gd name="connsiteY48" fmla="*/ 1457 h 1446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345719" h="1446325">
                    <a:moveTo>
                      <a:pt x="174959" y="1164949"/>
                    </a:moveTo>
                    <a:cubicBezTo>
                      <a:pt x="121039" y="1164949"/>
                      <a:pt x="77328" y="1208660"/>
                      <a:pt x="77328" y="1262580"/>
                    </a:cubicBezTo>
                    <a:cubicBezTo>
                      <a:pt x="77328" y="1316500"/>
                      <a:pt x="121039" y="1360211"/>
                      <a:pt x="174959" y="1360211"/>
                    </a:cubicBezTo>
                    <a:cubicBezTo>
                      <a:pt x="228879" y="1360211"/>
                      <a:pt x="272590" y="1316500"/>
                      <a:pt x="272590" y="1262580"/>
                    </a:cubicBezTo>
                    <a:cubicBezTo>
                      <a:pt x="272590" y="1208660"/>
                      <a:pt x="228879" y="1164949"/>
                      <a:pt x="174959" y="1164949"/>
                    </a:cubicBezTo>
                    <a:close/>
                    <a:moveTo>
                      <a:pt x="229941" y="1457"/>
                    </a:moveTo>
                    <a:cubicBezTo>
                      <a:pt x="260400" y="-3310"/>
                      <a:pt x="292677" y="3543"/>
                      <a:pt x="319553" y="23145"/>
                    </a:cubicBezTo>
                    <a:lnTo>
                      <a:pt x="1292832" y="733005"/>
                    </a:lnTo>
                    <a:cubicBezTo>
                      <a:pt x="1306271" y="742807"/>
                      <a:pt x="1317086" y="754866"/>
                      <a:pt x="1325137" y="768284"/>
                    </a:cubicBezTo>
                    <a:lnTo>
                      <a:pt x="1327973" y="776116"/>
                    </a:lnTo>
                    <a:lnTo>
                      <a:pt x="1335364" y="789097"/>
                    </a:lnTo>
                    <a:lnTo>
                      <a:pt x="1339593" y="808201"/>
                    </a:lnTo>
                    <a:lnTo>
                      <a:pt x="1340862" y="811706"/>
                    </a:lnTo>
                    <a:lnTo>
                      <a:pt x="1340792" y="813617"/>
                    </a:lnTo>
                    <a:lnTo>
                      <a:pt x="1345702" y="835803"/>
                    </a:lnTo>
                    <a:cubicBezTo>
                      <a:pt x="1346497" y="882742"/>
                      <a:pt x="1319642" y="927821"/>
                      <a:pt x="1274021" y="948033"/>
                    </a:cubicBezTo>
                    <a:lnTo>
                      <a:pt x="172626" y="1435987"/>
                    </a:lnTo>
                    <a:cubicBezTo>
                      <a:pt x="157418" y="1442724"/>
                      <a:pt x="141565" y="1446060"/>
                      <a:pt x="125920" y="1446325"/>
                    </a:cubicBezTo>
                    <a:lnTo>
                      <a:pt x="108057" y="1443146"/>
                    </a:lnTo>
                    <a:lnTo>
                      <a:pt x="107662" y="1443182"/>
                    </a:lnTo>
                    <a:lnTo>
                      <a:pt x="104321" y="1442479"/>
                    </a:lnTo>
                    <a:lnTo>
                      <a:pt x="80452" y="1438232"/>
                    </a:lnTo>
                    <a:lnTo>
                      <a:pt x="72787" y="1433421"/>
                    </a:lnTo>
                    <a:lnTo>
                      <a:pt x="62044" y="1428782"/>
                    </a:lnTo>
                    <a:lnTo>
                      <a:pt x="52214" y="1420507"/>
                    </a:lnTo>
                    <a:lnTo>
                      <a:pt x="41338" y="1413679"/>
                    </a:lnTo>
                    <a:lnTo>
                      <a:pt x="33645" y="1404872"/>
                    </a:lnTo>
                    <a:lnTo>
                      <a:pt x="26716" y="1399040"/>
                    </a:lnTo>
                    <a:lnTo>
                      <a:pt x="15359" y="1377578"/>
                    </a:lnTo>
                    <a:lnTo>
                      <a:pt x="13689" y="1374643"/>
                    </a:lnTo>
                    <a:lnTo>
                      <a:pt x="13605" y="1374261"/>
                    </a:lnTo>
                    <a:lnTo>
                      <a:pt x="5119" y="1358219"/>
                    </a:lnTo>
                    <a:cubicBezTo>
                      <a:pt x="590" y="1343241"/>
                      <a:pt x="-1077" y="1327127"/>
                      <a:pt x="693" y="1310588"/>
                    </a:cubicBezTo>
                    <a:lnTo>
                      <a:pt x="25982" y="1074146"/>
                    </a:lnTo>
                    <a:lnTo>
                      <a:pt x="332057" y="938546"/>
                    </a:lnTo>
                    <a:cubicBezTo>
                      <a:pt x="368615" y="922349"/>
                      <a:pt x="390135" y="886225"/>
                      <a:pt x="389498" y="848612"/>
                    </a:cubicBezTo>
                    <a:lnTo>
                      <a:pt x="385563" y="830832"/>
                    </a:lnTo>
                    <a:lnTo>
                      <a:pt x="385619" y="829301"/>
                    </a:lnTo>
                    <a:lnTo>
                      <a:pt x="384603" y="826493"/>
                    </a:lnTo>
                    <a:lnTo>
                      <a:pt x="381214" y="811184"/>
                    </a:lnTo>
                    <a:lnTo>
                      <a:pt x="375292" y="800781"/>
                    </a:lnTo>
                    <a:lnTo>
                      <a:pt x="373019" y="794506"/>
                    </a:lnTo>
                    <a:cubicBezTo>
                      <a:pt x="366567" y="783753"/>
                      <a:pt x="357900" y="774089"/>
                      <a:pt x="347131" y="766235"/>
                    </a:cubicBezTo>
                    <a:lnTo>
                      <a:pt x="79772" y="571237"/>
                    </a:lnTo>
                    <a:lnTo>
                      <a:pt x="128808" y="112775"/>
                    </a:lnTo>
                    <a:lnTo>
                      <a:pt x="130751" y="106618"/>
                    </a:lnTo>
                    <a:lnTo>
                      <a:pt x="131257" y="92950"/>
                    </a:lnTo>
                    <a:cubicBezTo>
                      <a:pt x="134825" y="77714"/>
                      <a:pt x="141438" y="62926"/>
                      <a:pt x="151240" y="49487"/>
                    </a:cubicBezTo>
                    <a:cubicBezTo>
                      <a:pt x="170842" y="22611"/>
                      <a:pt x="199482" y="6225"/>
                      <a:pt x="229941" y="1457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defRPr/>
                </a:pPr>
                <a:endParaRPr lang="zh-CN" altLang="en-US" sz="1400">
                  <a:latin typeface="Century Gothic" panose="020B0502020202020204" pitchFamily="34" charset="0"/>
                </a:endParaRPr>
              </a:p>
            </p:txBody>
          </p:sp>
          <p:cxnSp>
            <p:nvCxnSpPr>
              <p:cNvPr id="16" name="直接箭头连接符 15"/>
              <p:cNvCxnSpPr/>
              <p:nvPr/>
            </p:nvCxnSpPr>
            <p:spPr>
              <a:xfrm>
                <a:off x="7574943" y="4780321"/>
                <a:ext cx="4762" cy="666750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8"/>
              <p:cNvSpPr txBox="1">
                <a:spLocks noChangeArrowheads="1"/>
              </p:cNvSpPr>
              <p:nvPr/>
            </p:nvSpPr>
            <p:spPr bwMode="auto">
              <a:xfrm>
                <a:off x="7886093" y="3883385"/>
                <a:ext cx="507030" cy="431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+mj-ea"/>
                  </a:rPr>
                  <a:t>04</a:t>
                </a:r>
                <a:endParaRPr lang="zh-CN" altLang="en-US" sz="200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endParaRPr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1190050" y="1530667"/>
            <a:ext cx="3168098" cy="1068606"/>
            <a:chOff x="7483989" y="3375179"/>
            <a:chExt cx="2910662" cy="1068606"/>
          </a:xfrm>
        </p:grpSpPr>
        <p:sp>
          <p:nvSpPr>
            <p:cNvPr id="24" name="矩形 23"/>
            <p:cNvSpPr/>
            <p:nvPr/>
          </p:nvSpPr>
          <p:spPr>
            <a:xfrm>
              <a:off x="7483989" y="3761547"/>
              <a:ext cx="2910662" cy="682238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s-ES" altLang="zh-CN" sz="1100" dirty="0">
                  <a:latin typeface="Century Gothic" panose="020B0502020202020204" pitchFamily="34" charset="0"/>
                </a:rPr>
                <a:t>El sistema funciona operativamente pero está mal controlado. Nivel de madurez medio-bajo (3.1/5).</a:t>
              </a:r>
              <a:endParaRPr lang="en-US" altLang="zh-CN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7483989" y="3375179"/>
              <a:ext cx="2050552" cy="39568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Primera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758415" y="1430089"/>
            <a:ext cx="3168098" cy="865474"/>
            <a:chOff x="7483989" y="3375179"/>
            <a:chExt cx="2910662" cy="865474"/>
          </a:xfrm>
        </p:grpSpPr>
        <p:sp>
          <p:nvSpPr>
            <p:cNvPr id="27" name="矩形 26"/>
            <p:cNvSpPr/>
            <p:nvPr/>
          </p:nvSpPr>
          <p:spPr>
            <a:xfrm>
              <a:off x="7483989" y="3761547"/>
              <a:ext cx="2910662" cy="47910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s-ES" altLang="zh-CN" sz="1100" dirty="0">
                  <a:latin typeface="Century Gothic" panose="020B0502020202020204" pitchFamily="34" charset="0"/>
                </a:rPr>
                <a:t>Dos riesgos CRÍTICOS y cuatro ALTOS identificados.</a:t>
              </a:r>
              <a:endParaRPr lang="en-US" altLang="zh-CN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483989" y="3375179"/>
              <a:ext cx="2050552" cy="39568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Tercera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017925" y="4619000"/>
            <a:ext cx="3168098" cy="1068606"/>
            <a:chOff x="7483989" y="3375179"/>
            <a:chExt cx="2910662" cy="1068606"/>
          </a:xfrm>
        </p:grpSpPr>
        <p:sp>
          <p:nvSpPr>
            <p:cNvPr id="33" name="矩形 32"/>
            <p:cNvSpPr/>
            <p:nvPr/>
          </p:nvSpPr>
          <p:spPr>
            <a:xfrm>
              <a:off x="7483989" y="3761547"/>
              <a:ext cx="2910662" cy="682238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s-ES" altLang="zh-CN" sz="1100" dirty="0">
                  <a:latin typeface="Century Gothic" panose="020B0502020202020204" pitchFamily="34" charset="0"/>
                </a:rPr>
                <a:t>Estructura vertical excesiva, TI no es independiente y no hay segregación de funciones.</a:t>
              </a:r>
              <a:endParaRPr lang="en-US" altLang="zh-CN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7483989" y="3375179"/>
              <a:ext cx="2050552" cy="39568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Segunda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325876" y="4744273"/>
            <a:ext cx="3168098" cy="1068606"/>
            <a:chOff x="7483989" y="3375179"/>
            <a:chExt cx="2910662" cy="1068606"/>
          </a:xfrm>
        </p:grpSpPr>
        <p:sp>
          <p:nvSpPr>
            <p:cNvPr id="36" name="矩形 35"/>
            <p:cNvSpPr/>
            <p:nvPr/>
          </p:nvSpPr>
          <p:spPr>
            <a:xfrm>
              <a:off x="7483989" y="3761547"/>
              <a:ext cx="2910662" cy="682238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s-ES" altLang="zh-CN" sz="1100" dirty="0">
                  <a:latin typeface="Century Gothic" panose="020B0502020202020204" pitchFamily="34" charset="0"/>
                </a:rPr>
                <a:t>Equipo TI con debilidades críticas. Administrador BD sin acreditar. Sin experiencia en farmacia mayorista.</a:t>
              </a:r>
              <a:endParaRPr lang="en-US" altLang="zh-CN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7483989" y="3375179"/>
              <a:ext cx="2050552" cy="39568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Cuarta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44" name="矩形 43">
            <a:extLst>
              <a:ext uri="{FF2B5EF4-FFF2-40B4-BE49-F238E27FC236}">
                <a16:creationId xmlns:a16="http://schemas.microsoft.com/office/drawing/2014/main" id="{B4B21C19-99EF-44A1-89B2-0B5B185506CC}"/>
              </a:ext>
            </a:extLst>
          </p:cNvPr>
          <p:cNvSpPr/>
          <p:nvPr/>
        </p:nvSpPr>
        <p:spPr>
          <a:xfrm>
            <a:off x="1377422" y="205759"/>
            <a:ext cx="5190344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n-US" altLang="zh-CN" sz="3200" b="1" dirty="0" err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Conclusiones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6302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2618429" y="2305376"/>
            <a:ext cx="5322629" cy="2690010"/>
            <a:chOff x="5105700" y="2283864"/>
            <a:chExt cx="5741987" cy="2901950"/>
          </a:xfrm>
        </p:grpSpPr>
        <p:grpSp>
          <p:nvGrpSpPr>
            <p:cNvPr id="10" name="组合 9"/>
            <p:cNvGrpSpPr/>
            <p:nvPr/>
          </p:nvGrpSpPr>
          <p:grpSpPr>
            <a:xfrm>
              <a:off x="5105700" y="2560089"/>
              <a:ext cx="1452562" cy="2057400"/>
              <a:chOff x="5352443" y="2821346"/>
              <a:chExt cx="1452562" cy="2057400"/>
            </a:xfrm>
          </p:grpSpPr>
          <p:sp>
            <p:nvSpPr>
              <p:cNvPr id="11" name="任意多边形 10"/>
              <p:cNvSpPr/>
              <p:nvPr/>
            </p:nvSpPr>
            <p:spPr>
              <a:xfrm rot="12966304">
                <a:off x="5352443" y="3591284"/>
                <a:ext cx="1452562" cy="1287462"/>
              </a:xfrm>
              <a:custGeom>
                <a:avLst/>
                <a:gdLst>
                  <a:gd name="connsiteX0" fmla="*/ 1313889 w 1452780"/>
                  <a:gd name="connsiteY0" fmla="*/ 1200911 h 1287408"/>
                  <a:gd name="connsiteX1" fmla="*/ 1334084 w 1452780"/>
                  <a:gd name="connsiteY1" fmla="*/ 1071881 h 1287408"/>
                  <a:gd name="connsiteX2" fmla="*/ 1205053 w 1452780"/>
                  <a:gd name="connsiteY2" fmla="*/ 1051687 h 1287408"/>
                  <a:gd name="connsiteX3" fmla="*/ 1184859 w 1452780"/>
                  <a:gd name="connsiteY3" fmla="*/ 1180717 h 1287408"/>
                  <a:gd name="connsiteX4" fmla="*/ 1313889 w 1452780"/>
                  <a:gd name="connsiteY4" fmla="*/ 1200911 h 1287408"/>
                  <a:gd name="connsiteX5" fmla="*/ 1417497 w 1452780"/>
                  <a:gd name="connsiteY5" fmla="*/ 1252125 h 1287408"/>
                  <a:gd name="connsiteX6" fmla="*/ 1332316 w 1452780"/>
                  <a:gd name="connsiteY6" fmla="*/ 1287408 h 1287408"/>
                  <a:gd name="connsiteX7" fmla="*/ 127670 w 1452780"/>
                  <a:gd name="connsiteY7" fmla="*/ 1287408 h 1287408"/>
                  <a:gd name="connsiteX8" fmla="*/ 80780 w 1452780"/>
                  <a:gd name="connsiteY8" fmla="*/ 1277941 h 1287408"/>
                  <a:gd name="connsiteX9" fmla="*/ 73874 w 1452780"/>
                  <a:gd name="connsiteY9" fmla="*/ 1273285 h 1287408"/>
                  <a:gd name="connsiteX10" fmla="*/ 60253 w 1452780"/>
                  <a:gd name="connsiteY10" fmla="*/ 1267152 h 1287408"/>
                  <a:gd name="connsiteX11" fmla="*/ 45579 w 1452780"/>
                  <a:gd name="connsiteY11" fmla="*/ 1254209 h 1287408"/>
                  <a:gd name="connsiteX12" fmla="*/ 42489 w 1452780"/>
                  <a:gd name="connsiteY12" fmla="*/ 1252125 h 1287408"/>
                  <a:gd name="connsiteX13" fmla="*/ 41419 w 1452780"/>
                  <a:gd name="connsiteY13" fmla="*/ 1250540 h 1287408"/>
                  <a:gd name="connsiteX14" fmla="*/ 24378 w 1452780"/>
                  <a:gd name="connsiteY14" fmla="*/ 1235508 h 1287408"/>
                  <a:gd name="connsiteX15" fmla="*/ 16159 w 1452780"/>
                  <a:gd name="connsiteY15" fmla="*/ 1102594 h 1287408"/>
                  <a:gd name="connsiteX16" fmla="*/ 618482 w 1452780"/>
                  <a:gd name="connsiteY16" fmla="*/ 59341 h 1287408"/>
                  <a:gd name="connsiteX17" fmla="*/ 650125 w 1452780"/>
                  <a:gd name="connsiteY17" fmla="*/ 23467 h 1287408"/>
                  <a:gd name="connsiteX18" fmla="*/ 666431 w 1452780"/>
                  <a:gd name="connsiteY18" fmla="*/ 15509 h 1287408"/>
                  <a:gd name="connsiteX19" fmla="*/ 666729 w 1452780"/>
                  <a:gd name="connsiteY19" fmla="*/ 15247 h 1287408"/>
                  <a:gd name="connsiteX20" fmla="*/ 669842 w 1452780"/>
                  <a:gd name="connsiteY20" fmla="*/ 13846 h 1287408"/>
                  <a:gd name="connsiteX21" fmla="*/ 691629 w 1452780"/>
                  <a:gd name="connsiteY21" fmla="*/ 3212 h 1287408"/>
                  <a:gd name="connsiteX22" fmla="*/ 700657 w 1452780"/>
                  <a:gd name="connsiteY22" fmla="*/ 2583 h 1287408"/>
                  <a:gd name="connsiteX23" fmla="*/ 712071 w 1452780"/>
                  <a:gd name="connsiteY23" fmla="*/ 0 h 1287408"/>
                  <a:gd name="connsiteX24" fmla="*/ 724889 w 1452780"/>
                  <a:gd name="connsiteY24" fmla="*/ 893 h 1287408"/>
                  <a:gd name="connsiteX25" fmla="*/ 737699 w 1452780"/>
                  <a:gd name="connsiteY25" fmla="*/ 1 h 1287408"/>
                  <a:gd name="connsiteX26" fmla="*/ 749104 w 1452780"/>
                  <a:gd name="connsiteY26" fmla="*/ 2583 h 1287408"/>
                  <a:gd name="connsiteX27" fmla="*/ 758139 w 1452780"/>
                  <a:gd name="connsiteY27" fmla="*/ 3212 h 1287408"/>
                  <a:gd name="connsiteX28" fmla="*/ 779962 w 1452780"/>
                  <a:gd name="connsiteY28" fmla="*/ 13860 h 1287408"/>
                  <a:gd name="connsiteX29" fmla="*/ 783041 w 1452780"/>
                  <a:gd name="connsiteY29" fmla="*/ 15247 h 1287408"/>
                  <a:gd name="connsiteX30" fmla="*/ 783334 w 1452780"/>
                  <a:gd name="connsiteY30" fmla="*/ 15506 h 1287408"/>
                  <a:gd name="connsiteX31" fmla="*/ 799643 w 1452780"/>
                  <a:gd name="connsiteY31" fmla="*/ 23466 h 1287408"/>
                  <a:gd name="connsiteX32" fmla="*/ 831286 w 1452780"/>
                  <a:gd name="connsiteY32" fmla="*/ 59341 h 1287408"/>
                  <a:gd name="connsiteX33" fmla="*/ 950182 w 1452780"/>
                  <a:gd name="connsiteY33" fmla="*/ 265273 h 1287408"/>
                  <a:gd name="connsiteX34" fmla="*/ 782798 w 1452780"/>
                  <a:gd name="connsiteY34" fmla="*/ 555190 h 1287408"/>
                  <a:gd name="connsiteX35" fmla="*/ 789384 w 1452780"/>
                  <a:gd name="connsiteY35" fmla="*/ 661699 h 1287408"/>
                  <a:gd name="connsiteX36" fmla="*/ 803040 w 1452780"/>
                  <a:gd name="connsiteY36" fmla="*/ 673745 h 1287408"/>
                  <a:gd name="connsiteX37" fmla="*/ 803897 w 1452780"/>
                  <a:gd name="connsiteY37" fmla="*/ 675015 h 1287408"/>
                  <a:gd name="connsiteX38" fmla="*/ 806373 w 1452780"/>
                  <a:gd name="connsiteY38" fmla="*/ 676685 h 1287408"/>
                  <a:gd name="connsiteX39" fmla="*/ 818132 w 1452780"/>
                  <a:gd name="connsiteY39" fmla="*/ 687057 h 1287408"/>
                  <a:gd name="connsiteX40" fmla="*/ 829047 w 1452780"/>
                  <a:gd name="connsiteY40" fmla="*/ 691972 h 1287408"/>
                  <a:gd name="connsiteX41" fmla="*/ 834581 w 1452780"/>
                  <a:gd name="connsiteY41" fmla="*/ 695703 h 1287408"/>
                  <a:gd name="connsiteX42" fmla="*/ 872156 w 1452780"/>
                  <a:gd name="connsiteY42" fmla="*/ 703289 h 1287408"/>
                  <a:gd name="connsiteX43" fmla="*/ 1203071 w 1452780"/>
                  <a:gd name="connsiteY43" fmla="*/ 703289 h 1287408"/>
                  <a:gd name="connsiteX44" fmla="*/ 1433610 w 1452780"/>
                  <a:gd name="connsiteY44" fmla="*/ 1102593 h 1287408"/>
                  <a:gd name="connsiteX45" fmla="*/ 1435668 w 1452780"/>
                  <a:gd name="connsiteY45" fmla="*/ 1108713 h 1287408"/>
                  <a:gd name="connsiteX46" fmla="*/ 1443313 w 1452780"/>
                  <a:gd name="connsiteY46" fmla="*/ 1120054 h 1287408"/>
                  <a:gd name="connsiteX47" fmla="*/ 1452780 w 1452780"/>
                  <a:gd name="connsiteY47" fmla="*/ 1166944 h 1287408"/>
                  <a:gd name="connsiteX48" fmla="*/ 1417497 w 1452780"/>
                  <a:gd name="connsiteY48" fmla="*/ 1252125 h 1287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452780" h="1287408">
                    <a:moveTo>
                      <a:pt x="1313889" y="1200911"/>
                    </a:moveTo>
                    <a:cubicBezTo>
                      <a:pt x="1355097" y="1170856"/>
                      <a:pt x="1364139" y="1113088"/>
                      <a:pt x="1334084" y="1071881"/>
                    </a:cubicBezTo>
                    <a:cubicBezTo>
                      <a:pt x="1304030" y="1030674"/>
                      <a:pt x="1246260" y="1021633"/>
                      <a:pt x="1205053" y="1051687"/>
                    </a:cubicBezTo>
                    <a:cubicBezTo>
                      <a:pt x="1163846" y="1081742"/>
                      <a:pt x="1154805" y="1139510"/>
                      <a:pt x="1184859" y="1180717"/>
                    </a:cubicBezTo>
                    <a:cubicBezTo>
                      <a:pt x="1214914" y="1221924"/>
                      <a:pt x="1272682" y="1230965"/>
                      <a:pt x="1313889" y="1200911"/>
                    </a:cubicBezTo>
                    <a:close/>
                    <a:moveTo>
                      <a:pt x="1417497" y="1252125"/>
                    </a:moveTo>
                    <a:cubicBezTo>
                      <a:pt x="1395697" y="1273925"/>
                      <a:pt x="1365581" y="1287408"/>
                      <a:pt x="1332316" y="1287408"/>
                    </a:cubicBezTo>
                    <a:lnTo>
                      <a:pt x="127670" y="1287408"/>
                    </a:lnTo>
                    <a:cubicBezTo>
                      <a:pt x="111036" y="1287408"/>
                      <a:pt x="95192" y="1284038"/>
                      <a:pt x="80780" y="1277941"/>
                    </a:cubicBezTo>
                    <a:lnTo>
                      <a:pt x="73874" y="1273285"/>
                    </a:lnTo>
                    <a:lnTo>
                      <a:pt x="60253" y="1267152"/>
                    </a:lnTo>
                    <a:lnTo>
                      <a:pt x="45579" y="1254209"/>
                    </a:lnTo>
                    <a:lnTo>
                      <a:pt x="42489" y="1252125"/>
                    </a:lnTo>
                    <a:lnTo>
                      <a:pt x="41419" y="1250540"/>
                    </a:lnTo>
                    <a:lnTo>
                      <a:pt x="24378" y="1235508"/>
                    </a:lnTo>
                    <a:cubicBezTo>
                      <a:pt x="-3923" y="1198053"/>
                      <a:pt x="-8790" y="1145807"/>
                      <a:pt x="16159" y="1102594"/>
                    </a:cubicBezTo>
                    <a:lnTo>
                      <a:pt x="618482" y="59341"/>
                    </a:lnTo>
                    <a:cubicBezTo>
                      <a:pt x="626799" y="44936"/>
                      <a:pt x="637641" y="32900"/>
                      <a:pt x="650125" y="23467"/>
                    </a:cubicBezTo>
                    <a:lnTo>
                      <a:pt x="666431" y="15509"/>
                    </a:lnTo>
                    <a:lnTo>
                      <a:pt x="666729" y="15247"/>
                    </a:lnTo>
                    <a:lnTo>
                      <a:pt x="669842" y="13846"/>
                    </a:lnTo>
                    <a:lnTo>
                      <a:pt x="691629" y="3212"/>
                    </a:lnTo>
                    <a:lnTo>
                      <a:pt x="700657" y="2583"/>
                    </a:lnTo>
                    <a:lnTo>
                      <a:pt x="712071" y="0"/>
                    </a:lnTo>
                    <a:lnTo>
                      <a:pt x="724889" y="893"/>
                    </a:lnTo>
                    <a:lnTo>
                      <a:pt x="737699" y="1"/>
                    </a:lnTo>
                    <a:lnTo>
                      <a:pt x="749104" y="2583"/>
                    </a:lnTo>
                    <a:lnTo>
                      <a:pt x="758139" y="3212"/>
                    </a:lnTo>
                    <a:lnTo>
                      <a:pt x="779962" y="13860"/>
                    </a:lnTo>
                    <a:lnTo>
                      <a:pt x="783041" y="15247"/>
                    </a:lnTo>
                    <a:lnTo>
                      <a:pt x="783334" y="15506"/>
                    </a:lnTo>
                    <a:lnTo>
                      <a:pt x="799643" y="23466"/>
                    </a:lnTo>
                    <a:cubicBezTo>
                      <a:pt x="812128" y="32899"/>
                      <a:pt x="822970" y="44936"/>
                      <a:pt x="831286" y="59341"/>
                    </a:cubicBezTo>
                    <a:lnTo>
                      <a:pt x="950182" y="265273"/>
                    </a:lnTo>
                    <a:lnTo>
                      <a:pt x="782798" y="555190"/>
                    </a:lnTo>
                    <a:cubicBezTo>
                      <a:pt x="762805" y="589818"/>
                      <a:pt x="766705" y="631685"/>
                      <a:pt x="789384" y="661699"/>
                    </a:cubicBezTo>
                    <a:lnTo>
                      <a:pt x="803040" y="673745"/>
                    </a:lnTo>
                    <a:lnTo>
                      <a:pt x="803897" y="675015"/>
                    </a:lnTo>
                    <a:lnTo>
                      <a:pt x="806373" y="676685"/>
                    </a:lnTo>
                    <a:lnTo>
                      <a:pt x="818132" y="687057"/>
                    </a:lnTo>
                    <a:lnTo>
                      <a:pt x="829047" y="691972"/>
                    </a:lnTo>
                    <a:lnTo>
                      <a:pt x="834581" y="695703"/>
                    </a:lnTo>
                    <a:cubicBezTo>
                      <a:pt x="846130" y="700588"/>
                      <a:pt x="858827" y="703289"/>
                      <a:pt x="872156" y="703289"/>
                    </a:cubicBezTo>
                    <a:lnTo>
                      <a:pt x="1203071" y="703289"/>
                    </a:lnTo>
                    <a:lnTo>
                      <a:pt x="1433610" y="1102593"/>
                    </a:lnTo>
                    <a:lnTo>
                      <a:pt x="1435668" y="1108713"/>
                    </a:lnTo>
                    <a:lnTo>
                      <a:pt x="1443313" y="1120054"/>
                    </a:lnTo>
                    <a:cubicBezTo>
                      <a:pt x="1449409" y="1134466"/>
                      <a:pt x="1452780" y="1150311"/>
                      <a:pt x="1452780" y="1166944"/>
                    </a:cubicBezTo>
                    <a:cubicBezTo>
                      <a:pt x="1452780" y="1200209"/>
                      <a:pt x="1439296" y="1230325"/>
                      <a:pt x="1417497" y="1252125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defRPr/>
                </a:pPr>
                <a:endParaRPr lang="zh-CN" altLang="en-US" sz="1400">
                  <a:latin typeface="Century Gothic" panose="020B0502020202020204" pitchFamily="34" charset="0"/>
                </a:endParaRPr>
              </a:p>
            </p:txBody>
          </p:sp>
          <p:cxnSp>
            <p:nvCxnSpPr>
              <p:cNvPr id="12" name="直接箭头连接符 11"/>
              <p:cNvCxnSpPr/>
              <p:nvPr/>
            </p:nvCxnSpPr>
            <p:spPr>
              <a:xfrm flipV="1">
                <a:off x="5914418" y="2821346"/>
                <a:ext cx="0" cy="504825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7"/>
              <p:cNvSpPr txBox="1">
                <a:spLocks noChangeArrowheads="1"/>
              </p:cNvSpPr>
              <p:nvPr/>
            </p:nvSpPr>
            <p:spPr bwMode="auto">
              <a:xfrm>
                <a:off x="6143018" y="3913546"/>
                <a:ext cx="475903" cy="3984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+mj-ea"/>
                  </a:rPr>
                  <a:t>05</a:t>
                </a:r>
                <a:endParaRPr lang="zh-CN" altLang="en-US" sz="18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7198025" y="3072852"/>
              <a:ext cx="1344612" cy="2112962"/>
              <a:chOff x="7444768" y="3334109"/>
              <a:chExt cx="1344612" cy="2112962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7444768" y="3334109"/>
                <a:ext cx="1344612" cy="1446212"/>
              </a:xfrm>
              <a:custGeom>
                <a:avLst/>
                <a:gdLst>
                  <a:gd name="connsiteX0" fmla="*/ 174959 w 1345719"/>
                  <a:gd name="connsiteY0" fmla="*/ 1164949 h 1446325"/>
                  <a:gd name="connsiteX1" fmla="*/ 77328 w 1345719"/>
                  <a:gd name="connsiteY1" fmla="*/ 1262580 h 1446325"/>
                  <a:gd name="connsiteX2" fmla="*/ 174959 w 1345719"/>
                  <a:gd name="connsiteY2" fmla="*/ 1360211 h 1446325"/>
                  <a:gd name="connsiteX3" fmla="*/ 272590 w 1345719"/>
                  <a:gd name="connsiteY3" fmla="*/ 1262580 h 1446325"/>
                  <a:gd name="connsiteX4" fmla="*/ 174959 w 1345719"/>
                  <a:gd name="connsiteY4" fmla="*/ 1164949 h 1446325"/>
                  <a:gd name="connsiteX5" fmla="*/ 229941 w 1345719"/>
                  <a:gd name="connsiteY5" fmla="*/ 1457 h 1446325"/>
                  <a:gd name="connsiteX6" fmla="*/ 319553 w 1345719"/>
                  <a:gd name="connsiteY6" fmla="*/ 23145 h 1446325"/>
                  <a:gd name="connsiteX7" fmla="*/ 1292832 w 1345719"/>
                  <a:gd name="connsiteY7" fmla="*/ 733005 h 1446325"/>
                  <a:gd name="connsiteX8" fmla="*/ 1325137 w 1345719"/>
                  <a:gd name="connsiteY8" fmla="*/ 768284 h 1446325"/>
                  <a:gd name="connsiteX9" fmla="*/ 1327973 w 1345719"/>
                  <a:gd name="connsiteY9" fmla="*/ 776116 h 1446325"/>
                  <a:gd name="connsiteX10" fmla="*/ 1335364 w 1345719"/>
                  <a:gd name="connsiteY10" fmla="*/ 789097 h 1446325"/>
                  <a:gd name="connsiteX11" fmla="*/ 1339593 w 1345719"/>
                  <a:gd name="connsiteY11" fmla="*/ 808201 h 1446325"/>
                  <a:gd name="connsiteX12" fmla="*/ 1340862 w 1345719"/>
                  <a:gd name="connsiteY12" fmla="*/ 811706 h 1446325"/>
                  <a:gd name="connsiteX13" fmla="*/ 1340792 w 1345719"/>
                  <a:gd name="connsiteY13" fmla="*/ 813617 h 1446325"/>
                  <a:gd name="connsiteX14" fmla="*/ 1345702 w 1345719"/>
                  <a:gd name="connsiteY14" fmla="*/ 835803 h 1446325"/>
                  <a:gd name="connsiteX15" fmla="*/ 1274021 w 1345719"/>
                  <a:gd name="connsiteY15" fmla="*/ 948033 h 1446325"/>
                  <a:gd name="connsiteX16" fmla="*/ 172626 w 1345719"/>
                  <a:gd name="connsiteY16" fmla="*/ 1435987 h 1446325"/>
                  <a:gd name="connsiteX17" fmla="*/ 125920 w 1345719"/>
                  <a:gd name="connsiteY17" fmla="*/ 1446325 h 1446325"/>
                  <a:gd name="connsiteX18" fmla="*/ 108057 w 1345719"/>
                  <a:gd name="connsiteY18" fmla="*/ 1443146 h 1446325"/>
                  <a:gd name="connsiteX19" fmla="*/ 107662 w 1345719"/>
                  <a:gd name="connsiteY19" fmla="*/ 1443182 h 1446325"/>
                  <a:gd name="connsiteX20" fmla="*/ 104321 w 1345719"/>
                  <a:gd name="connsiteY20" fmla="*/ 1442479 h 1446325"/>
                  <a:gd name="connsiteX21" fmla="*/ 80452 w 1345719"/>
                  <a:gd name="connsiteY21" fmla="*/ 1438232 h 1446325"/>
                  <a:gd name="connsiteX22" fmla="*/ 72787 w 1345719"/>
                  <a:gd name="connsiteY22" fmla="*/ 1433421 h 1446325"/>
                  <a:gd name="connsiteX23" fmla="*/ 62044 w 1345719"/>
                  <a:gd name="connsiteY23" fmla="*/ 1428782 h 1446325"/>
                  <a:gd name="connsiteX24" fmla="*/ 52214 w 1345719"/>
                  <a:gd name="connsiteY24" fmla="*/ 1420507 h 1446325"/>
                  <a:gd name="connsiteX25" fmla="*/ 41338 w 1345719"/>
                  <a:gd name="connsiteY25" fmla="*/ 1413679 h 1446325"/>
                  <a:gd name="connsiteX26" fmla="*/ 33645 w 1345719"/>
                  <a:gd name="connsiteY26" fmla="*/ 1404872 h 1446325"/>
                  <a:gd name="connsiteX27" fmla="*/ 26716 w 1345719"/>
                  <a:gd name="connsiteY27" fmla="*/ 1399040 h 1446325"/>
                  <a:gd name="connsiteX28" fmla="*/ 15359 w 1345719"/>
                  <a:gd name="connsiteY28" fmla="*/ 1377578 h 1446325"/>
                  <a:gd name="connsiteX29" fmla="*/ 13689 w 1345719"/>
                  <a:gd name="connsiteY29" fmla="*/ 1374643 h 1446325"/>
                  <a:gd name="connsiteX30" fmla="*/ 13605 w 1345719"/>
                  <a:gd name="connsiteY30" fmla="*/ 1374261 h 1446325"/>
                  <a:gd name="connsiteX31" fmla="*/ 5119 w 1345719"/>
                  <a:gd name="connsiteY31" fmla="*/ 1358219 h 1446325"/>
                  <a:gd name="connsiteX32" fmla="*/ 693 w 1345719"/>
                  <a:gd name="connsiteY32" fmla="*/ 1310588 h 1446325"/>
                  <a:gd name="connsiteX33" fmla="*/ 25982 w 1345719"/>
                  <a:gd name="connsiteY33" fmla="*/ 1074146 h 1446325"/>
                  <a:gd name="connsiteX34" fmla="*/ 332057 w 1345719"/>
                  <a:gd name="connsiteY34" fmla="*/ 938546 h 1446325"/>
                  <a:gd name="connsiteX35" fmla="*/ 389498 w 1345719"/>
                  <a:gd name="connsiteY35" fmla="*/ 848612 h 1446325"/>
                  <a:gd name="connsiteX36" fmla="*/ 385563 w 1345719"/>
                  <a:gd name="connsiteY36" fmla="*/ 830832 h 1446325"/>
                  <a:gd name="connsiteX37" fmla="*/ 385619 w 1345719"/>
                  <a:gd name="connsiteY37" fmla="*/ 829301 h 1446325"/>
                  <a:gd name="connsiteX38" fmla="*/ 384603 w 1345719"/>
                  <a:gd name="connsiteY38" fmla="*/ 826493 h 1446325"/>
                  <a:gd name="connsiteX39" fmla="*/ 381214 w 1345719"/>
                  <a:gd name="connsiteY39" fmla="*/ 811184 h 1446325"/>
                  <a:gd name="connsiteX40" fmla="*/ 375292 w 1345719"/>
                  <a:gd name="connsiteY40" fmla="*/ 800781 h 1446325"/>
                  <a:gd name="connsiteX41" fmla="*/ 373019 w 1345719"/>
                  <a:gd name="connsiteY41" fmla="*/ 794506 h 1446325"/>
                  <a:gd name="connsiteX42" fmla="*/ 347131 w 1345719"/>
                  <a:gd name="connsiteY42" fmla="*/ 766235 h 1446325"/>
                  <a:gd name="connsiteX43" fmla="*/ 79772 w 1345719"/>
                  <a:gd name="connsiteY43" fmla="*/ 571237 h 1446325"/>
                  <a:gd name="connsiteX44" fmla="*/ 128808 w 1345719"/>
                  <a:gd name="connsiteY44" fmla="*/ 112775 h 1446325"/>
                  <a:gd name="connsiteX45" fmla="*/ 130751 w 1345719"/>
                  <a:gd name="connsiteY45" fmla="*/ 106618 h 1446325"/>
                  <a:gd name="connsiteX46" fmla="*/ 131257 w 1345719"/>
                  <a:gd name="connsiteY46" fmla="*/ 92950 h 1446325"/>
                  <a:gd name="connsiteX47" fmla="*/ 151240 w 1345719"/>
                  <a:gd name="connsiteY47" fmla="*/ 49487 h 1446325"/>
                  <a:gd name="connsiteX48" fmla="*/ 229941 w 1345719"/>
                  <a:gd name="connsiteY48" fmla="*/ 1457 h 1446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345719" h="1446325">
                    <a:moveTo>
                      <a:pt x="174959" y="1164949"/>
                    </a:moveTo>
                    <a:cubicBezTo>
                      <a:pt x="121039" y="1164949"/>
                      <a:pt x="77328" y="1208660"/>
                      <a:pt x="77328" y="1262580"/>
                    </a:cubicBezTo>
                    <a:cubicBezTo>
                      <a:pt x="77328" y="1316500"/>
                      <a:pt x="121039" y="1360211"/>
                      <a:pt x="174959" y="1360211"/>
                    </a:cubicBezTo>
                    <a:cubicBezTo>
                      <a:pt x="228879" y="1360211"/>
                      <a:pt x="272590" y="1316500"/>
                      <a:pt x="272590" y="1262580"/>
                    </a:cubicBezTo>
                    <a:cubicBezTo>
                      <a:pt x="272590" y="1208660"/>
                      <a:pt x="228879" y="1164949"/>
                      <a:pt x="174959" y="1164949"/>
                    </a:cubicBezTo>
                    <a:close/>
                    <a:moveTo>
                      <a:pt x="229941" y="1457"/>
                    </a:moveTo>
                    <a:cubicBezTo>
                      <a:pt x="260400" y="-3310"/>
                      <a:pt x="292677" y="3543"/>
                      <a:pt x="319553" y="23145"/>
                    </a:cubicBezTo>
                    <a:lnTo>
                      <a:pt x="1292832" y="733005"/>
                    </a:lnTo>
                    <a:cubicBezTo>
                      <a:pt x="1306271" y="742807"/>
                      <a:pt x="1317086" y="754866"/>
                      <a:pt x="1325137" y="768284"/>
                    </a:cubicBezTo>
                    <a:lnTo>
                      <a:pt x="1327973" y="776116"/>
                    </a:lnTo>
                    <a:lnTo>
                      <a:pt x="1335364" y="789097"/>
                    </a:lnTo>
                    <a:lnTo>
                      <a:pt x="1339593" y="808201"/>
                    </a:lnTo>
                    <a:lnTo>
                      <a:pt x="1340862" y="811706"/>
                    </a:lnTo>
                    <a:lnTo>
                      <a:pt x="1340792" y="813617"/>
                    </a:lnTo>
                    <a:lnTo>
                      <a:pt x="1345702" y="835803"/>
                    </a:lnTo>
                    <a:cubicBezTo>
                      <a:pt x="1346497" y="882742"/>
                      <a:pt x="1319642" y="927821"/>
                      <a:pt x="1274021" y="948033"/>
                    </a:cubicBezTo>
                    <a:lnTo>
                      <a:pt x="172626" y="1435987"/>
                    </a:lnTo>
                    <a:cubicBezTo>
                      <a:pt x="157418" y="1442724"/>
                      <a:pt x="141565" y="1446060"/>
                      <a:pt x="125920" y="1446325"/>
                    </a:cubicBezTo>
                    <a:lnTo>
                      <a:pt x="108057" y="1443146"/>
                    </a:lnTo>
                    <a:lnTo>
                      <a:pt x="107662" y="1443182"/>
                    </a:lnTo>
                    <a:lnTo>
                      <a:pt x="104321" y="1442479"/>
                    </a:lnTo>
                    <a:lnTo>
                      <a:pt x="80452" y="1438232"/>
                    </a:lnTo>
                    <a:lnTo>
                      <a:pt x="72787" y="1433421"/>
                    </a:lnTo>
                    <a:lnTo>
                      <a:pt x="62044" y="1428782"/>
                    </a:lnTo>
                    <a:lnTo>
                      <a:pt x="52214" y="1420507"/>
                    </a:lnTo>
                    <a:lnTo>
                      <a:pt x="41338" y="1413679"/>
                    </a:lnTo>
                    <a:lnTo>
                      <a:pt x="33645" y="1404872"/>
                    </a:lnTo>
                    <a:lnTo>
                      <a:pt x="26716" y="1399040"/>
                    </a:lnTo>
                    <a:lnTo>
                      <a:pt x="15359" y="1377578"/>
                    </a:lnTo>
                    <a:lnTo>
                      <a:pt x="13689" y="1374643"/>
                    </a:lnTo>
                    <a:lnTo>
                      <a:pt x="13605" y="1374261"/>
                    </a:lnTo>
                    <a:lnTo>
                      <a:pt x="5119" y="1358219"/>
                    </a:lnTo>
                    <a:cubicBezTo>
                      <a:pt x="590" y="1343241"/>
                      <a:pt x="-1077" y="1327127"/>
                      <a:pt x="693" y="1310588"/>
                    </a:cubicBezTo>
                    <a:lnTo>
                      <a:pt x="25982" y="1074146"/>
                    </a:lnTo>
                    <a:lnTo>
                      <a:pt x="332057" y="938546"/>
                    </a:lnTo>
                    <a:cubicBezTo>
                      <a:pt x="368615" y="922349"/>
                      <a:pt x="390135" y="886225"/>
                      <a:pt x="389498" y="848612"/>
                    </a:cubicBezTo>
                    <a:lnTo>
                      <a:pt x="385563" y="830832"/>
                    </a:lnTo>
                    <a:lnTo>
                      <a:pt x="385619" y="829301"/>
                    </a:lnTo>
                    <a:lnTo>
                      <a:pt x="384603" y="826493"/>
                    </a:lnTo>
                    <a:lnTo>
                      <a:pt x="381214" y="811184"/>
                    </a:lnTo>
                    <a:lnTo>
                      <a:pt x="375292" y="800781"/>
                    </a:lnTo>
                    <a:lnTo>
                      <a:pt x="373019" y="794506"/>
                    </a:lnTo>
                    <a:cubicBezTo>
                      <a:pt x="366567" y="783753"/>
                      <a:pt x="357900" y="774089"/>
                      <a:pt x="347131" y="766235"/>
                    </a:cubicBezTo>
                    <a:lnTo>
                      <a:pt x="79772" y="571237"/>
                    </a:lnTo>
                    <a:lnTo>
                      <a:pt x="128808" y="112775"/>
                    </a:lnTo>
                    <a:lnTo>
                      <a:pt x="130751" y="106618"/>
                    </a:lnTo>
                    <a:lnTo>
                      <a:pt x="131257" y="92950"/>
                    </a:lnTo>
                    <a:cubicBezTo>
                      <a:pt x="134825" y="77714"/>
                      <a:pt x="141438" y="62926"/>
                      <a:pt x="151240" y="49487"/>
                    </a:cubicBezTo>
                    <a:cubicBezTo>
                      <a:pt x="170842" y="22611"/>
                      <a:pt x="199482" y="6225"/>
                      <a:pt x="229941" y="1457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defRPr/>
                </a:pPr>
                <a:endParaRPr lang="zh-CN" altLang="en-US" sz="1400">
                  <a:latin typeface="Century Gothic" panose="020B0502020202020204" pitchFamily="34" charset="0"/>
                </a:endParaRPr>
              </a:p>
            </p:txBody>
          </p:sp>
          <p:cxnSp>
            <p:nvCxnSpPr>
              <p:cNvPr id="16" name="直接箭头连接符 15"/>
              <p:cNvCxnSpPr/>
              <p:nvPr/>
            </p:nvCxnSpPr>
            <p:spPr>
              <a:xfrm>
                <a:off x="7574943" y="4780321"/>
                <a:ext cx="4762" cy="666750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8"/>
              <p:cNvSpPr txBox="1">
                <a:spLocks noChangeArrowheads="1"/>
              </p:cNvSpPr>
              <p:nvPr/>
            </p:nvSpPr>
            <p:spPr bwMode="auto">
              <a:xfrm>
                <a:off x="7886093" y="3883385"/>
                <a:ext cx="507030" cy="431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+mj-ea"/>
                  </a:rPr>
                  <a:t>06</a:t>
                </a:r>
                <a:endParaRPr lang="zh-CN" altLang="en-US" sz="20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9083975" y="2283864"/>
              <a:ext cx="1763712" cy="2405063"/>
              <a:chOff x="9330718" y="2545121"/>
              <a:chExt cx="1763712" cy="2405063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9330718" y="3054709"/>
                <a:ext cx="1763712" cy="1895475"/>
              </a:xfrm>
              <a:custGeom>
                <a:avLst/>
                <a:gdLst>
                  <a:gd name="connsiteX0" fmla="*/ 362129 w 1763666"/>
                  <a:gd name="connsiteY0" fmla="*/ 111774 h 1895518"/>
                  <a:gd name="connsiteX1" fmla="*/ 235922 w 1763666"/>
                  <a:gd name="connsiteY1" fmla="*/ 237981 h 1895518"/>
                  <a:gd name="connsiteX2" fmla="*/ 362129 w 1763666"/>
                  <a:gd name="connsiteY2" fmla="*/ 364188 h 1895518"/>
                  <a:gd name="connsiteX3" fmla="*/ 488336 w 1763666"/>
                  <a:gd name="connsiteY3" fmla="*/ 237981 h 1895518"/>
                  <a:gd name="connsiteX4" fmla="*/ 362129 w 1763666"/>
                  <a:gd name="connsiteY4" fmla="*/ 111774 h 1895518"/>
                  <a:gd name="connsiteX5" fmla="*/ 301354 w 1763666"/>
                  <a:gd name="connsiteY5" fmla="*/ 1909 h 1895518"/>
                  <a:gd name="connsiteX6" fmla="*/ 418797 w 1763666"/>
                  <a:gd name="connsiteY6" fmla="*/ 30333 h 1895518"/>
                  <a:gd name="connsiteX7" fmla="*/ 1694353 w 1763666"/>
                  <a:gd name="connsiteY7" fmla="*/ 960658 h 1895518"/>
                  <a:gd name="connsiteX8" fmla="*/ 1736692 w 1763666"/>
                  <a:gd name="connsiteY8" fmla="*/ 1006894 h 1895518"/>
                  <a:gd name="connsiteX9" fmla="*/ 1740409 w 1763666"/>
                  <a:gd name="connsiteY9" fmla="*/ 1017158 h 1895518"/>
                  <a:gd name="connsiteX10" fmla="*/ 1750096 w 1763666"/>
                  <a:gd name="connsiteY10" fmla="*/ 1034171 h 1895518"/>
                  <a:gd name="connsiteX11" fmla="*/ 1755638 w 1763666"/>
                  <a:gd name="connsiteY11" fmla="*/ 1059208 h 1895518"/>
                  <a:gd name="connsiteX12" fmla="*/ 1757300 w 1763666"/>
                  <a:gd name="connsiteY12" fmla="*/ 1063801 h 1895518"/>
                  <a:gd name="connsiteX13" fmla="*/ 1757209 w 1763666"/>
                  <a:gd name="connsiteY13" fmla="*/ 1066306 h 1895518"/>
                  <a:gd name="connsiteX14" fmla="*/ 1763644 w 1763666"/>
                  <a:gd name="connsiteY14" fmla="*/ 1095383 h 1895518"/>
                  <a:gd name="connsiteX15" fmla="*/ 1669700 w 1763666"/>
                  <a:gd name="connsiteY15" fmla="*/ 1242469 h 1895518"/>
                  <a:gd name="connsiteX16" fmla="*/ 226238 w 1763666"/>
                  <a:gd name="connsiteY16" fmla="*/ 1881969 h 1895518"/>
                  <a:gd name="connsiteX17" fmla="*/ 165028 w 1763666"/>
                  <a:gd name="connsiteY17" fmla="*/ 1895518 h 1895518"/>
                  <a:gd name="connsiteX18" fmla="*/ 141616 w 1763666"/>
                  <a:gd name="connsiteY18" fmla="*/ 1891351 h 1895518"/>
                  <a:gd name="connsiteX19" fmla="*/ 141098 w 1763666"/>
                  <a:gd name="connsiteY19" fmla="*/ 1891399 h 1895518"/>
                  <a:gd name="connsiteX20" fmla="*/ 136720 w 1763666"/>
                  <a:gd name="connsiteY20" fmla="*/ 1890478 h 1895518"/>
                  <a:gd name="connsiteX21" fmla="*/ 105438 w 1763666"/>
                  <a:gd name="connsiteY21" fmla="*/ 1884912 h 1895518"/>
                  <a:gd name="connsiteX22" fmla="*/ 95393 w 1763666"/>
                  <a:gd name="connsiteY22" fmla="*/ 1878606 h 1895518"/>
                  <a:gd name="connsiteX23" fmla="*/ 81312 w 1763666"/>
                  <a:gd name="connsiteY23" fmla="*/ 1872526 h 1895518"/>
                  <a:gd name="connsiteX24" fmla="*/ 68430 w 1763666"/>
                  <a:gd name="connsiteY24" fmla="*/ 1861682 h 1895518"/>
                  <a:gd name="connsiteX25" fmla="*/ 54177 w 1763666"/>
                  <a:gd name="connsiteY25" fmla="*/ 1852733 h 1895518"/>
                  <a:gd name="connsiteX26" fmla="*/ 44094 w 1763666"/>
                  <a:gd name="connsiteY26" fmla="*/ 1841192 h 1895518"/>
                  <a:gd name="connsiteX27" fmla="*/ 35013 w 1763666"/>
                  <a:gd name="connsiteY27" fmla="*/ 1833548 h 1895518"/>
                  <a:gd name="connsiteX28" fmla="*/ 20129 w 1763666"/>
                  <a:gd name="connsiteY28" fmla="*/ 1805420 h 1895518"/>
                  <a:gd name="connsiteX29" fmla="*/ 17940 w 1763666"/>
                  <a:gd name="connsiteY29" fmla="*/ 1801573 h 1895518"/>
                  <a:gd name="connsiteX30" fmla="*/ 17830 w 1763666"/>
                  <a:gd name="connsiteY30" fmla="*/ 1801073 h 1895518"/>
                  <a:gd name="connsiteX31" fmla="*/ 6708 w 1763666"/>
                  <a:gd name="connsiteY31" fmla="*/ 1780049 h 1895518"/>
                  <a:gd name="connsiteX32" fmla="*/ 908 w 1763666"/>
                  <a:gd name="connsiteY32" fmla="*/ 1717625 h 1895518"/>
                  <a:gd name="connsiteX33" fmla="*/ 34050 w 1763666"/>
                  <a:gd name="connsiteY33" fmla="*/ 1407750 h 1895518"/>
                  <a:gd name="connsiteX34" fmla="*/ 435184 w 1763666"/>
                  <a:gd name="connsiteY34" fmla="*/ 1230035 h 1895518"/>
                  <a:gd name="connsiteX35" fmla="*/ 510466 w 1763666"/>
                  <a:gd name="connsiteY35" fmla="*/ 1112170 h 1895518"/>
                  <a:gd name="connsiteX36" fmla="*/ 505309 w 1763666"/>
                  <a:gd name="connsiteY36" fmla="*/ 1088869 h 1895518"/>
                  <a:gd name="connsiteX37" fmla="*/ 505382 w 1763666"/>
                  <a:gd name="connsiteY37" fmla="*/ 1086862 h 1895518"/>
                  <a:gd name="connsiteX38" fmla="*/ 504050 w 1763666"/>
                  <a:gd name="connsiteY38" fmla="*/ 1083181 h 1895518"/>
                  <a:gd name="connsiteX39" fmla="*/ 499609 w 1763666"/>
                  <a:gd name="connsiteY39" fmla="*/ 1063118 h 1895518"/>
                  <a:gd name="connsiteX40" fmla="*/ 491847 w 1763666"/>
                  <a:gd name="connsiteY40" fmla="*/ 1049484 h 1895518"/>
                  <a:gd name="connsiteX41" fmla="*/ 488869 w 1763666"/>
                  <a:gd name="connsiteY41" fmla="*/ 1041260 h 1895518"/>
                  <a:gd name="connsiteX42" fmla="*/ 454940 w 1763666"/>
                  <a:gd name="connsiteY42" fmla="*/ 1004208 h 1895518"/>
                  <a:gd name="connsiteX43" fmla="*/ 104546 w 1763666"/>
                  <a:gd name="connsiteY43" fmla="*/ 748649 h 1895518"/>
                  <a:gd name="connsiteX44" fmla="*/ 168812 w 1763666"/>
                  <a:gd name="connsiteY44" fmla="*/ 147800 h 1895518"/>
                  <a:gd name="connsiteX45" fmla="*/ 171359 w 1763666"/>
                  <a:gd name="connsiteY45" fmla="*/ 139730 h 1895518"/>
                  <a:gd name="connsiteX46" fmla="*/ 172022 w 1763666"/>
                  <a:gd name="connsiteY46" fmla="*/ 121818 h 1895518"/>
                  <a:gd name="connsiteX47" fmla="*/ 198210 w 1763666"/>
                  <a:gd name="connsiteY47" fmla="*/ 64856 h 1895518"/>
                  <a:gd name="connsiteX48" fmla="*/ 301354 w 1763666"/>
                  <a:gd name="connsiteY48" fmla="*/ 1909 h 1895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763666" h="1895518">
                    <a:moveTo>
                      <a:pt x="362129" y="111774"/>
                    </a:moveTo>
                    <a:cubicBezTo>
                      <a:pt x="292427" y="111774"/>
                      <a:pt x="235922" y="168279"/>
                      <a:pt x="235922" y="237981"/>
                    </a:cubicBezTo>
                    <a:cubicBezTo>
                      <a:pt x="235922" y="307683"/>
                      <a:pt x="292427" y="364188"/>
                      <a:pt x="362129" y="364188"/>
                    </a:cubicBezTo>
                    <a:cubicBezTo>
                      <a:pt x="431831" y="364188"/>
                      <a:pt x="488336" y="307683"/>
                      <a:pt x="488336" y="237981"/>
                    </a:cubicBezTo>
                    <a:cubicBezTo>
                      <a:pt x="488336" y="168279"/>
                      <a:pt x="431831" y="111774"/>
                      <a:pt x="362129" y="111774"/>
                    </a:cubicBezTo>
                    <a:close/>
                    <a:moveTo>
                      <a:pt x="301354" y="1909"/>
                    </a:moveTo>
                    <a:cubicBezTo>
                      <a:pt x="341273" y="-4338"/>
                      <a:pt x="383574" y="4643"/>
                      <a:pt x="418797" y="30333"/>
                    </a:cubicBezTo>
                    <a:lnTo>
                      <a:pt x="1694353" y="960658"/>
                    </a:lnTo>
                    <a:cubicBezTo>
                      <a:pt x="1711967" y="973504"/>
                      <a:pt x="1726141" y="989308"/>
                      <a:pt x="1736692" y="1006894"/>
                    </a:cubicBezTo>
                    <a:lnTo>
                      <a:pt x="1740409" y="1017158"/>
                    </a:lnTo>
                    <a:lnTo>
                      <a:pt x="1750096" y="1034171"/>
                    </a:lnTo>
                    <a:lnTo>
                      <a:pt x="1755638" y="1059208"/>
                    </a:lnTo>
                    <a:lnTo>
                      <a:pt x="1757300" y="1063801"/>
                    </a:lnTo>
                    <a:lnTo>
                      <a:pt x="1757209" y="1066306"/>
                    </a:lnTo>
                    <a:lnTo>
                      <a:pt x="1763644" y="1095383"/>
                    </a:lnTo>
                    <a:cubicBezTo>
                      <a:pt x="1764685" y="1156899"/>
                      <a:pt x="1729490" y="1215980"/>
                      <a:pt x="1669700" y="1242469"/>
                    </a:cubicBezTo>
                    <a:lnTo>
                      <a:pt x="226238" y="1881969"/>
                    </a:lnTo>
                    <a:cubicBezTo>
                      <a:pt x="206307" y="1890799"/>
                      <a:pt x="185532" y="1895171"/>
                      <a:pt x="165028" y="1895518"/>
                    </a:cubicBezTo>
                    <a:lnTo>
                      <a:pt x="141616" y="1891351"/>
                    </a:lnTo>
                    <a:lnTo>
                      <a:pt x="141098" y="1891399"/>
                    </a:lnTo>
                    <a:lnTo>
                      <a:pt x="136720" y="1890478"/>
                    </a:lnTo>
                    <a:lnTo>
                      <a:pt x="105438" y="1884912"/>
                    </a:lnTo>
                    <a:lnTo>
                      <a:pt x="95393" y="1878606"/>
                    </a:lnTo>
                    <a:lnTo>
                      <a:pt x="81312" y="1872526"/>
                    </a:lnTo>
                    <a:lnTo>
                      <a:pt x="68430" y="1861682"/>
                    </a:lnTo>
                    <a:lnTo>
                      <a:pt x="54177" y="1852733"/>
                    </a:lnTo>
                    <a:lnTo>
                      <a:pt x="44094" y="1841192"/>
                    </a:lnTo>
                    <a:lnTo>
                      <a:pt x="35013" y="1833548"/>
                    </a:lnTo>
                    <a:lnTo>
                      <a:pt x="20129" y="1805420"/>
                    </a:lnTo>
                    <a:lnTo>
                      <a:pt x="17940" y="1801573"/>
                    </a:lnTo>
                    <a:lnTo>
                      <a:pt x="17830" y="1801073"/>
                    </a:lnTo>
                    <a:lnTo>
                      <a:pt x="6708" y="1780049"/>
                    </a:lnTo>
                    <a:cubicBezTo>
                      <a:pt x="773" y="1760419"/>
                      <a:pt x="-1411" y="1739300"/>
                      <a:pt x="908" y="1717625"/>
                    </a:cubicBezTo>
                    <a:lnTo>
                      <a:pt x="34050" y="1407750"/>
                    </a:lnTo>
                    <a:lnTo>
                      <a:pt x="435184" y="1230035"/>
                    </a:lnTo>
                    <a:cubicBezTo>
                      <a:pt x="483097" y="1208808"/>
                      <a:pt x="511300" y="1161465"/>
                      <a:pt x="510466" y="1112170"/>
                    </a:cubicBezTo>
                    <a:lnTo>
                      <a:pt x="505309" y="1088869"/>
                    </a:lnTo>
                    <a:lnTo>
                      <a:pt x="505382" y="1086862"/>
                    </a:lnTo>
                    <a:lnTo>
                      <a:pt x="504050" y="1083181"/>
                    </a:lnTo>
                    <a:lnTo>
                      <a:pt x="499609" y="1063118"/>
                    </a:lnTo>
                    <a:lnTo>
                      <a:pt x="491847" y="1049484"/>
                    </a:lnTo>
                    <a:lnTo>
                      <a:pt x="488869" y="1041260"/>
                    </a:lnTo>
                    <a:cubicBezTo>
                      <a:pt x="480413" y="1027168"/>
                      <a:pt x="469054" y="1014502"/>
                      <a:pt x="454940" y="1004208"/>
                    </a:cubicBezTo>
                    <a:lnTo>
                      <a:pt x="104546" y="748649"/>
                    </a:lnTo>
                    <a:lnTo>
                      <a:pt x="168812" y="147800"/>
                    </a:lnTo>
                    <a:lnTo>
                      <a:pt x="171359" y="139730"/>
                    </a:lnTo>
                    <a:lnTo>
                      <a:pt x="172022" y="121818"/>
                    </a:lnTo>
                    <a:cubicBezTo>
                      <a:pt x="176697" y="101849"/>
                      <a:pt x="185365" y="82468"/>
                      <a:pt x="198210" y="64856"/>
                    </a:cubicBezTo>
                    <a:cubicBezTo>
                      <a:pt x="223900" y="29633"/>
                      <a:pt x="261436" y="8158"/>
                      <a:pt x="301354" y="1909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defRPr/>
                </a:pPr>
                <a:endParaRPr lang="zh-CN" altLang="en-US" sz="1400">
                  <a:latin typeface="Century Gothic" panose="020B0502020202020204" pitchFamily="34" charset="0"/>
                </a:endParaRPr>
              </a:p>
            </p:txBody>
          </p:sp>
          <p:cxnSp>
            <p:nvCxnSpPr>
              <p:cNvPr id="20" name="直接箭头连接符 19"/>
              <p:cNvCxnSpPr/>
              <p:nvPr/>
            </p:nvCxnSpPr>
            <p:spPr>
              <a:xfrm flipV="1">
                <a:off x="9657743" y="2545121"/>
                <a:ext cx="0" cy="504825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文本框 9"/>
              <p:cNvSpPr txBox="1">
                <a:spLocks noChangeArrowheads="1"/>
              </p:cNvSpPr>
              <p:nvPr/>
            </p:nvSpPr>
            <p:spPr bwMode="auto">
              <a:xfrm>
                <a:off x="9968893" y="3851634"/>
                <a:ext cx="565827" cy="498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B0604020202020204" charset="0"/>
                    <a:ea typeface="微软雅黑" panose="020B0503020204020204" pitchFamily="34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+mj-ea"/>
                  </a:rPr>
                  <a:t>07</a:t>
                </a:r>
                <a:endParaRPr lang="zh-CN" altLang="en-US" sz="2400" dirty="0">
                  <a:solidFill>
                    <a:schemeClr val="bg1"/>
                  </a:solidFill>
                  <a:latin typeface="Century Gothic" panose="020B0502020202020204" pitchFamily="34" charset="0"/>
                  <a:ea typeface="+mj-ea"/>
                </a:endParaRP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2987783" y="1676977"/>
            <a:ext cx="3168098" cy="1068606"/>
            <a:chOff x="7483989" y="3375179"/>
            <a:chExt cx="2910662" cy="1068606"/>
          </a:xfrm>
        </p:grpSpPr>
        <p:sp>
          <p:nvSpPr>
            <p:cNvPr id="27" name="矩形 26"/>
            <p:cNvSpPr/>
            <p:nvPr/>
          </p:nvSpPr>
          <p:spPr>
            <a:xfrm>
              <a:off x="7483989" y="3761547"/>
              <a:ext cx="2910662" cy="682238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s-ES" altLang="zh-CN" sz="1100" dirty="0">
                  <a:latin typeface="Century Gothic" panose="020B0502020202020204" pitchFamily="34" charset="0"/>
                </a:rPr>
                <a:t>Sin plan de capacitación, sin </a:t>
              </a:r>
              <a:r>
                <a:rPr lang="es-ES" altLang="zh-CN" sz="1100" dirty="0" err="1">
                  <a:latin typeface="Century Gothic" panose="020B0502020202020204" pitchFamily="34" charset="0"/>
                </a:rPr>
                <a:t>DRP</a:t>
              </a:r>
              <a:r>
                <a:rPr lang="es-ES" altLang="zh-CN" sz="1100" dirty="0">
                  <a:latin typeface="Century Gothic" panose="020B0502020202020204" pitchFamily="34" charset="0"/>
                </a:rPr>
                <a:t>, sin bitácora. Dependencia total del Jefe de Sistemas.</a:t>
              </a:r>
              <a:endParaRPr lang="en-US" altLang="zh-CN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483989" y="3375179"/>
              <a:ext cx="2050552" cy="39568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Quinta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468251" y="1422383"/>
            <a:ext cx="3168098" cy="1068606"/>
            <a:chOff x="7483989" y="3375179"/>
            <a:chExt cx="2910662" cy="1068606"/>
          </a:xfrm>
        </p:grpSpPr>
        <p:sp>
          <p:nvSpPr>
            <p:cNvPr id="30" name="矩形 29"/>
            <p:cNvSpPr/>
            <p:nvPr/>
          </p:nvSpPr>
          <p:spPr>
            <a:xfrm>
              <a:off x="7483989" y="3761547"/>
              <a:ext cx="2910662" cy="682238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s-ES" altLang="zh-CN" sz="1100" dirty="0">
                  <a:latin typeface="Century Gothic" panose="020B0502020202020204" pitchFamily="34" charset="0"/>
                </a:rPr>
                <a:t>La organización supo hacerlo bien (</a:t>
              </a:r>
              <a:r>
                <a:rPr lang="es-ES" altLang="zh-CN" sz="1100" dirty="0" err="1">
                  <a:latin typeface="Century Gothic" panose="020B0502020202020204" pitchFamily="34" charset="0"/>
                </a:rPr>
                <a:t>BPM</a:t>
              </a:r>
              <a:r>
                <a:rPr lang="es-ES" altLang="zh-CN" sz="1100" dirty="0">
                  <a:latin typeface="Century Gothic" panose="020B0502020202020204" pitchFamily="34" charset="0"/>
                </a:rPr>
                <a:t> 2003), pero no lo mantiene en el sistema actual.</a:t>
              </a:r>
              <a:endParaRPr lang="en-US" altLang="zh-CN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7483989" y="3375179"/>
              <a:ext cx="2050552" cy="39568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Séptima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555244" y="4991161"/>
            <a:ext cx="3168098" cy="1068606"/>
            <a:chOff x="7483989" y="3375179"/>
            <a:chExt cx="2910662" cy="1068606"/>
          </a:xfrm>
        </p:grpSpPr>
        <p:sp>
          <p:nvSpPr>
            <p:cNvPr id="36" name="矩形 35"/>
            <p:cNvSpPr/>
            <p:nvPr/>
          </p:nvSpPr>
          <p:spPr>
            <a:xfrm>
              <a:off x="7483989" y="3761547"/>
              <a:ext cx="2910662" cy="682238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s-ES" altLang="zh-CN" sz="1100" dirty="0">
                  <a:latin typeface="Century Gothic" panose="020B0502020202020204" pitchFamily="34" charset="0"/>
                </a:rPr>
                <a:t>77% comparte contraseñas, 85% sin capacitación en seguridad, 100% quiere mejorar el sistema.</a:t>
              </a:r>
              <a:endParaRPr lang="en-US" altLang="zh-CN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7483989" y="3375179"/>
              <a:ext cx="2050552" cy="39568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Sexta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44" name="矩形 43">
            <a:extLst>
              <a:ext uri="{FF2B5EF4-FFF2-40B4-BE49-F238E27FC236}">
                <a16:creationId xmlns:a16="http://schemas.microsoft.com/office/drawing/2014/main" id="{B4B21C19-99EF-44A1-89B2-0B5B185506CC}"/>
              </a:ext>
            </a:extLst>
          </p:cNvPr>
          <p:cNvSpPr/>
          <p:nvPr/>
        </p:nvSpPr>
        <p:spPr>
          <a:xfrm>
            <a:off x="1377422" y="205759"/>
            <a:ext cx="5190344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n-US" altLang="zh-CN" sz="3200" b="1" dirty="0" err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Conclusiones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4651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889388E9-B7A8-4124-A1EF-CE98A47F657B}"/>
              </a:ext>
            </a:extLst>
          </p:cNvPr>
          <p:cNvSpPr/>
          <p:nvPr/>
        </p:nvSpPr>
        <p:spPr>
          <a:xfrm>
            <a:off x="1445151" y="187203"/>
            <a:ext cx="5294902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n-US" altLang="zh-CN" sz="3200" b="1" dirty="0" err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Recomendaciones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52AAC427-6EAF-4174-9554-6A733637B13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58358"/>
          <a:ext cx="10515600" cy="29519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5984">
                  <a:extLst>
                    <a:ext uri="{9D8B030D-6E8A-4147-A177-3AD203B41FA5}">
                      <a16:colId xmlns:a16="http://schemas.microsoft.com/office/drawing/2014/main" val="2953387811"/>
                    </a:ext>
                  </a:extLst>
                </a:gridCol>
                <a:gridCol w="7945587">
                  <a:extLst>
                    <a:ext uri="{9D8B030D-6E8A-4147-A177-3AD203B41FA5}">
                      <a16:colId xmlns:a16="http://schemas.microsoft.com/office/drawing/2014/main" val="3246222534"/>
                    </a:ext>
                  </a:extLst>
                </a:gridCol>
                <a:gridCol w="2244029">
                  <a:extLst>
                    <a:ext uri="{9D8B030D-6E8A-4147-A177-3AD203B41FA5}">
                      <a16:colId xmlns:a16="http://schemas.microsoft.com/office/drawing/2014/main" val="85842558"/>
                    </a:ext>
                  </a:extLst>
                </a:gridCol>
              </a:tblGrid>
              <a:tr h="20193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#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 dirty="0">
                          <a:effectLst/>
                          <a:latin typeface="Century Gothic" panose="020B0502020202020204" pitchFamily="34" charset="0"/>
                        </a:rPr>
                        <a:t>Recomendación</a:t>
                      </a:r>
                      <a:endParaRPr lang="es-ES" sz="16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Responsable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extLst>
                  <a:ext uri="{0D108BD9-81ED-4DB2-BD59-A6C34878D82A}">
                    <a16:rowId xmlns:a16="http://schemas.microsoft.com/office/drawing/2014/main" val="67697650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Implementar usuarios individuales en el sistema (eliminar cuenta compartida)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Jefe de Sistemas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extLst>
                  <a:ext uri="{0D108BD9-81ED-4DB2-BD59-A6C34878D82A}">
                    <a16:rowId xmlns:a16="http://schemas.microsoft.com/office/drawing/2014/main" val="1532213879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Realizar prueba de restauración de backup y documentar resultados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Jefe de Sistemas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extLst>
                  <a:ext uri="{0D108BD9-81ED-4DB2-BD59-A6C34878D82A}">
                    <a16:rowId xmlns:a16="http://schemas.microsoft.com/office/drawing/2014/main" val="291170307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Revisar manualmente lotes próximos a vencer (riesgo sanitario)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Director Técnico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extLst>
                  <a:ext uri="{0D108BD9-81ED-4DB2-BD59-A6C34878D82A}">
                    <a16:rowId xmlns:a16="http://schemas.microsoft.com/office/drawing/2014/main" val="3747995184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Comunicar por escrito prohibición de compartir contraseñas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Gerencia General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extLst>
                  <a:ext uri="{0D108BD9-81ED-4DB2-BD59-A6C34878D82A}">
                    <a16:rowId xmlns:a16="http://schemas.microsoft.com/office/drawing/2014/main" val="92015904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 dirty="0">
                          <a:effectLst/>
                          <a:latin typeface="Century Gothic" panose="020B0502020202020204" pitchFamily="34" charset="0"/>
                        </a:rPr>
                        <a:t>Exigir al Administrador de BD su título y referencias en 7 días; si no, evaluar reemplazo</a:t>
                      </a:r>
                      <a:endParaRPr lang="es-ES" sz="16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 dirty="0" err="1">
                          <a:effectLst/>
                          <a:latin typeface="Century Gothic" panose="020B0502020202020204" pitchFamily="34" charset="0"/>
                        </a:rPr>
                        <a:t>RRHH</a:t>
                      </a:r>
                      <a:r>
                        <a:rPr lang="es-CO" sz="1600" dirty="0">
                          <a:effectLst/>
                          <a:latin typeface="Century Gothic" panose="020B0502020202020204" pitchFamily="34" charset="0"/>
                        </a:rPr>
                        <a:t> / Gerencia TI</a:t>
                      </a:r>
                      <a:endParaRPr lang="es-ES" sz="16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extLst>
                  <a:ext uri="{0D108BD9-81ED-4DB2-BD59-A6C34878D82A}">
                    <a16:rowId xmlns:a16="http://schemas.microsoft.com/office/drawing/2014/main" val="3789781915"/>
                  </a:ext>
                </a:extLst>
              </a:tr>
            </a:tbl>
          </a:graphicData>
        </a:graphic>
      </p:graphicFrame>
      <p:sp>
        <p:nvSpPr>
          <p:cNvPr id="31" name="矩形 103">
            <a:extLst>
              <a:ext uri="{FF2B5EF4-FFF2-40B4-BE49-F238E27FC236}">
                <a16:creationId xmlns:a16="http://schemas.microsoft.com/office/drawing/2014/main" id="{E16D1FDF-71F7-462D-996B-33ED8C1859A4}"/>
              </a:ext>
            </a:extLst>
          </p:cNvPr>
          <p:cNvSpPr/>
          <p:nvPr/>
        </p:nvSpPr>
        <p:spPr>
          <a:xfrm>
            <a:off x="838200" y="1547654"/>
            <a:ext cx="2828544" cy="391967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Inmediatas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 (0-7 días)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9933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889388E9-B7A8-4124-A1EF-CE98A47F657B}"/>
              </a:ext>
            </a:extLst>
          </p:cNvPr>
          <p:cNvSpPr/>
          <p:nvPr/>
        </p:nvSpPr>
        <p:spPr>
          <a:xfrm>
            <a:off x="1445151" y="187203"/>
            <a:ext cx="5294902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n-US" altLang="zh-CN" sz="3200" b="1" dirty="0" err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Recomendaciones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31" name="矩形 103">
            <a:extLst>
              <a:ext uri="{FF2B5EF4-FFF2-40B4-BE49-F238E27FC236}">
                <a16:creationId xmlns:a16="http://schemas.microsoft.com/office/drawing/2014/main" id="{E16D1FDF-71F7-462D-996B-33ED8C1859A4}"/>
              </a:ext>
            </a:extLst>
          </p:cNvPr>
          <p:cNvSpPr/>
          <p:nvPr/>
        </p:nvSpPr>
        <p:spPr>
          <a:xfrm>
            <a:off x="838200" y="1547654"/>
            <a:ext cx="2828544" cy="391967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s-E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Corto Plazo (15-30 días)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393CE19-22AA-43D5-B710-D3D13A632E8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57178"/>
          <a:ext cx="10515600" cy="37736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1743">
                  <a:extLst>
                    <a:ext uri="{9D8B030D-6E8A-4147-A177-3AD203B41FA5}">
                      <a16:colId xmlns:a16="http://schemas.microsoft.com/office/drawing/2014/main" val="2218238478"/>
                    </a:ext>
                  </a:extLst>
                </a:gridCol>
                <a:gridCol w="8008180">
                  <a:extLst>
                    <a:ext uri="{9D8B030D-6E8A-4147-A177-3AD203B41FA5}">
                      <a16:colId xmlns:a16="http://schemas.microsoft.com/office/drawing/2014/main" val="2311975840"/>
                    </a:ext>
                  </a:extLst>
                </a:gridCol>
                <a:gridCol w="2065677">
                  <a:extLst>
                    <a:ext uri="{9D8B030D-6E8A-4147-A177-3AD203B41FA5}">
                      <a16:colId xmlns:a16="http://schemas.microsoft.com/office/drawing/2014/main" val="2004255199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#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Recomendación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Responsable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extLst>
                  <a:ext uri="{0D108BD9-81ED-4DB2-BD59-A6C34878D82A}">
                    <a16:rowId xmlns:a16="http://schemas.microsoft.com/office/drawing/2014/main" val="3158897478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Implementar doble factor de autenticación (2FA)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Jefe de Sistemas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extLst>
                  <a:ext uri="{0D108BD9-81ED-4DB2-BD59-A6C34878D82A}">
                    <a16:rowId xmlns:a16="http://schemas.microsoft.com/office/drawing/2014/main" val="396731118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 dirty="0">
                          <a:effectLst/>
                          <a:latin typeface="Century Gothic" panose="020B0502020202020204" pitchFamily="34" charset="0"/>
                        </a:rPr>
                        <a:t>Optimizar alertas de vencimiento (índices SQL, notificaciones por correo)</a:t>
                      </a:r>
                      <a:endParaRPr lang="es-ES" sz="16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Administrador BD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extLst>
                  <a:ext uri="{0D108BD9-81ED-4DB2-BD59-A6C34878D82A}">
                    <a16:rowId xmlns:a16="http://schemas.microsoft.com/office/drawing/2014/main" val="3736036084"/>
                  </a:ext>
                </a:extLst>
              </a:tr>
              <a:tr h="9080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Implementar backups automatizados con replicación en servidor secundario y nube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Jefe de Sistemas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extLst>
                  <a:ext uri="{0D108BD9-81ED-4DB2-BD59-A6C34878D82A}">
                    <a16:rowId xmlns:a16="http://schemas.microsoft.com/office/drawing/2014/main" val="1229865265"/>
                  </a:ext>
                </a:extLst>
              </a:tr>
              <a:tr h="9080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9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Capacitación obligatoria de 8 horas en seguridad para todo el personal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RRHH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extLst>
                  <a:ext uri="{0D108BD9-81ED-4DB2-BD59-A6C34878D82A}">
                    <a16:rowId xmlns:a16="http://schemas.microsoft.com/office/drawing/2014/main" val="4232213029"/>
                  </a:ext>
                </a:extLst>
              </a:tr>
              <a:tr h="9080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10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Elaborar Plan de Recuperación ante Desastres (DRP) básico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Jefe de Sistemas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extLst>
                  <a:ext uri="{0D108BD9-81ED-4DB2-BD59-A6C34878D82A}">
                    <a16:rowId xmlns:a16="http://schemas.microsoft.com/office/drawing/2014/main" val="3492865628"/>
                  </a:ext>
                </a:extLst>
              </a:tr>
              <a:tr h="9080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11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Designar respaldo para el Jefe de Sistemas (capacitar al Técnico de Soporte)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Gerencia TI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extLst>
                  <a:ext uri="{0D108BD9-81ED-4DB2-BD59-A6C34878D82A}">
                    <a16:rowId xmlns:a16="http://schemas.microsoft.com/office/drawing/2014/main" val="1780935263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12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Crear bitácora de cambios obligatoria (fecha, responsable, descripción)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 dirty="0">
                          <a:effectLst/>
                          <a:latin typeface="Century Gothic" panose="020B0502020202020204" pitchFamily="34" charset="0"/>
                        </a:rPr>
                        <a:t>Jefe de Sistemas</a:t>
                      </a:r>
                      <a:endParaRPr lang="es-ES" sz="16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 anchor="ctr"/>
                </a:tc>
                <a:extLst>
                  <a:ext uri="{0D108BD9-81ED-4DB2-BD59-A6C34878D82A}">
                    <a16:rowId xmlns:a16="http://schemas.microsoft.com/office/drawing/2014/main" val="11158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0619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889388E9-B7A8-4124-A1EF-CE98A47F657B}"/>
              </a:ext>
            </a:extLst>
          </p:cNvPr>
          <p:cNvSpPr/>
          <p:nvPr/>
        </p:nvSpPr>
        <p:spPr>
          <a:xfrm>
            <a:off x="1445151" y="187203"/>
            <a:ext cx="5294902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n-US" altLang="zh-CN" sz="3200" b="1" dirty="0" err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Recomendaciones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31" name="矩形 103">
            <a:extLst>
              <a:ext uri="{FF2B5EF4-FFF2-40B4-BE49-F238E27FC236}">
                <a16:creationId xmlns:a16="http://schemas.microsoft.com/office/drawing/2014/main" id="{E16D1FDF-71F7-462D-996B-33ED8C1859A4}"/>
              </a:ext>
            </a:extLst>
          </p:cNvPr>
          <p:cNvSpPr/>
          <p:nvPr/>
        </p:nvSpPr>
        <p:spPr>
          <a:xfrm>
            <a:off x="838200" y="1401350"/>
            <a:ext cx="3413760" cy="391967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s-E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Mediano Plazo (60-90 días)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4CF8EF0-8A00-4371-A633-627EE2FB5662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1921334"/>
          <a:ext cx="10728959" cy="38759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3776">
                  <a:extLst>
                    <a:ext uri="{9D8B030D-6E8A-4147-A177-3AD203B41FA5}">
                      <a16:colId xmlns:a16="http://schemas.microsoft.com/office/drawing/2014/main" val="3723665069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892219719"/>
                    </a:ext>
                  </a:extLst>
                </a:gridCol>
                <a:gridCol w="2005583">
                  <a:extLst>
                    <a:ext uri="{9D8B030D-6E8A-4147-A177-3AD203B41FA5}">
                      <a16:colId xmlns:a16="http://schemas.microsoft.com/office/drawing/2014/main" val="1287428486"/>
                    </a:ext>
                  </a:extLst>
                </a:gridCol>
              </a:tblGrid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 dirty="0">
                          <a:effectLst/>
                          <a:latin typeface="Century Gothic" panose="020B0502020202020204" pitchFamily="34" charset="0"/>
                        </a:rPr>
                        <a:t>#</a:t>
                      </a:r>
                      <a:endParaRPr lang="es-ES" sz="14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Recomendación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 dirty="0">
                          <a:effectLst/>
                          <a:latin typeface="Century Gothic" panose="020B0502020202020204" pitchFamily="34" charset="0"/>
                        </a:rPr>
                        <a:t>Responsable</a:t>
                      </a:r>
                      <a:endParaRPr lang="es-ES" sz="14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extLst>
                  <a:ext uri="{0D108BD9-81ED-4DB2-BD59-A6C34878D82A}">
                    <a16:rowId xmlns:a16="http://schemas.microsoft.com/office/drawing/2014/main" val="2049718368"/>
                  </a:ext>
                </a:extLst>
              </a:tr>
              <a:tr h="36312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13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600" dirty="0">
                          <a:effectLst/>
                          <a:latin typeface="Century Gothic" panose="020B0502020202020204" pitchFamily="34" charset="0"/>
                        </a:rPr>
                        <a:t>Reestructurar</a:t>
                      </a:r>
                      <a:r>
                        <a:rPr lang="es-CO" sz="1400" dirty="0">
                          <a:effectLst/>
                          <a:latin typeface="Century Gothic" panose="020B0502020202020204" pitchFamily="34" charset="0"/>
                        </a:rPr>
                        <a:t> organigrama de TI (jefatura independiente, reporte directo a Gerencia)</a:t>
                      </a:r>
                      <a:endParaRPr lang="es-ES" sz="14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Gerencia General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extLst>
                  <a:ext uri="{0D108BD9-81ED-4DB2-BD59-A6C34878D82A}">
                    <a16:rowId xmlns:a16="http://schemas.microsoft.com/office/drawing/2014/main" val="1388409301"/>
                  </a:ext>
                </a:extLst>
              </a:tr>
              <a:tr h="3402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14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Separar funciones (Almacén: físico / Digitador: sistema / Auditor: independiente)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Gerencia TI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extLst>
                  <a:ext uri="{0D108BD9-81ED-4DB2-BD59-A6C34878D82A}">
                    <a16:rowId xmlns:a16="http://schemas.microsoft.com/office/drawing/2014/main" val="2100328590"/>
                  </a:ext>
                </a:extLst>
              </a:tr>
              <a:tr h="45843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15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Implementar Plan de Capacitación Anual (seguridad 8h + inventarios 12h + DRP 4h)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RRHH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extLst>
                  <a:ext uri="{0D108BD9-81ED-4DB2-BD59-A6C34878D82A}">
                    <a16:rowId xmlns:a16="http://schemas.microsoft.com/office/drawing/2014/main" val="1669549705"/>
                  </a:ext>
                </a:extLst>
              </a:tr>
              <a:tr h="45843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16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Actualizar manual de funciones de TI (desactualizado desde 2020)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RRHH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extLst>
                  <a:ext uri="{0D108BD9-81ED-4DB2-BD59-A6C34878D82A}">
                    <a16:rowId xmlns:a16="http://schemas.microsoft.com/office/drawing/2014/main" val="128042906"/>
                  </a:ext>
                </a:extLst>
              </a:tr>
              <a:tr h="6815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17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Completar documentación técnica: manual de usuario, diagrama de red, procedimiento de backup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Jefe de Sistemas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extLst>
                  <a:ext uri="{0D108BD9-81ED-4DB2-BD59-A6C34878D82A}">
                    <a16:rowId xmlns:a16="http://schemas.microsoft.com/office/drawing/2014/main" val="4117823151"/>
                  </a:ext>
                </a:extLst>
              </a:tr>
              <a:tr h="45843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18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Implementar módulo de trazabilidad de medicamentos controlados (exigido por AGEMED)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Proveedor ERP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extLst>
                  <a:ext uri="{0D108BD9-81ED-4DB2-BD59-A6C34878D82A}">
                    <a16:rowId xmlns:a16="http://schemas.microsoft.com/office/drawing/2014/main" val="613048087"/>
                  </a:ext>
                </a:extLst>
              </a:tr>
              <a:tr h="3402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19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Establecer evaluaciones de desempeño semestrales para TI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RRHH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extLst>
                  <a:ext uri="{0D108BD9-81ED-4DB2-BD59-A6C34878D82A}">
                    <a16:rowId xmlns:a16="http://schemas.microsoft.com/office/drawing/2014/main" val="1653723575"/>
                  </a:ext>
                </a:extLst>
              </a:tr>
              <a:tr h="45843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20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>
                          <a:effectLst/>
                          <a:latin typeface="Century Gothic" panose="020B0502020202020204" pitchFamily="34" charset="0"/>
                        </a:rPr>
                        <a:t>Crear tablero de KPI de TI (downtime, backups exitosos, satisfacción de usuario)</a:t>
                      </a:r>
                      <a:endParaRPr lang="es-ES" sz="14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 dirty="0">
                          <a:effectLst/>
                          <a:latin typeface="Century Gothic" panose="020B0502020202020204" pitchFamily="34" charset="0"/>
                        </a:rPr>
                        <a:t>Jefe de Sistemas</a:t>
                      </a:r>
                      <a:endParaRPr lang="es-ES" sz="14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9604" marR="29604" marT="0" marB="0" anchor="ctr"/>
                </a:tc>
                <a:extLst>
                  <a:ext uri="{0D108BD9-81ED-4DB2-BD59-A6C34878D82A}">
                    <a16:rowId xmlns:a16="http://schemas.microsoft.com/office/drawing/2014/main" val="937340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2110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889388E9-B7A8-4124-A1EF-CE98A47F657B}"/>
              </a:ext>
            </a:extLst>
          </p:cNvPr>
          <p:cNvSpPr/>
          <p:nvPr/>
        </p:nvSpPr>
        <p:spPr>
          <a:xfrm>
            <a:off x="1445151" y="187203"/>
            <a:ext cx="5294902" cy="624979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20000"/>
              </a:lnSpc>
            </a:pPr>
            <a:r>
              <a:rPr lang="en-US" altLang="zh-CN" sz="3200" b="1" dirty="0" err="1">
                <a:gradFill>
                  <a:gsLst>
                    <a:gs pos="71500">
                      <a:schemeClr val="accent2">
                        <a:lumMod val="60000"/>
                        <a:lumOff val="40000"/>
                      </a:schemeClr>
                    </a:gs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Recomendaciones</a:t>
            </a:r>
            <a:endParaRPr lang="zh-CN" altLang="en-US" sz="3200" b="1" dirty="0">
              <a:gradFill>
                <a:gsLst>
                  <a:gs pos="715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atin typeface="Century Gothic" panose="020B0502020202020204" pitchFamily="34" charset="0"/>
            </a:endParaRPr>
          </a:p>
        </p:txBody>
      </p:sp>
      <p:sp>
        <p:nvSpPr>
          <p:cNvPr id="31" name="矩形 103">
            <a:extLst>
              <a:ext uri="{FF2B5EF4-FFF2-40B4-BE49-F238E27FC236}">
                <a16:creationId xmlns:a16="http://schemas.microsoft.com/office/drawing/2014/main" id="{E16D1FDF-71F7-462D-996B-33ED8C1859A4}"/>
              </a:ext>
            </a:extLst>
          </p:cNvPr>
          <p:cNvSpPr/>
          <p:nvPr/>
        </p:nvSpPr>
        <p:spPr>
          <a:xfrm>
            <a:off x="838200" y="1401350"/>
            <a:ext cx="3413760" cy="391967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s-E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Largo Plazo (120 días - 1 año)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5434945-525D-422F-A319-9BBE1FC1385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189531"/>
          <a:ext cx="10515600" cy="28751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6953">
                  <a:extLst>
                    <a:ext uri="{9D8B030D-6E8A-4147-A177-3AD203B41FA5}">
                      <a16:colId xmlns:a16="http://schemas.microsoft.com/office/drawing/2014/main" val="4276784032"/>
                    </a:ext>
                  </a:extLst>
                </a:gridCol>
                <a:gridCol w="7919831">
                  <a:extLst>
                    <a:ext uri="{9D8B030D-6E8A-4147-A177-3AD203B41FA5}">
                      <a16:colId xmlns:a16="http://schemas.microsoft.com/office/drawing/2014/main" val="4054788916"/>
                    </a:ext>
                  </a:extLst>
                </a:gridCol>
                <a:gridCol w="2088816">
                  <a:extLst>
                    <a:ext uri="{9D8B030D-6E8A-4147-A177-3AD203B41FA5}">
                      <a16:colId xmlns:a16="http://schemas.microsoft.com/office/drawing/2014/main" val="14390936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#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Recomendación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Responsable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extLst>
                  <a:ext uri="{0D108BD9-81ED-4DB2-BD59-A6C34878D82A}">
                    <a16:rowId xmlns:a16="http://schemas.microsoft.com/office/drawing/2014/main" val="2202948585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21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Evaluar migración a ERP más robusto (Odoo) con módulos farmacéuticos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Gerencia General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extLst>
                  <a:ext uri="{0D108BD9-81ED-4DB2-BD59-A6C34878D82A}">
                    <a16:rowId xmlns:a16="http://schemas.microsoft.com/office/drawing/2014/main" val="199333734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22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Establecer programa de certificaciones profesionales para el equipo TI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RRHH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extLst>
                  <a:ext uri="{0D108BD9-81ED-4DB2-BD59-A6C34878D82A}">
                    <a16:rowId xmlns:a16="http://schemas.microsoft.com/office/drawing/2014/main" val="3298305360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23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Implementar gestor de contraseñas corporativo (Bitwarden, LastPass, etc.)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Jefe de Sistemas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extLst>
                  <a:ext uri="{0D108BD9-81ED-4DB2-BD59-A6C34878D82A}">
                    <a16:rowId xmlns:a16="http://schemas.microsoft.com/office/drawing/2014/main" val="51637637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24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Crear wiki o repositorio digital para centralizar documentación técnica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Jefe de Sistemas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extLst>
                  <a:ext uri="{0D108BD9-81ED-4DB2-BD59-A6C34878D82A}">
                    <a16:rowId xmlns:a16="http://schemas.microsoft.com/office/drawing/2014/main" val="197752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25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Medir Radar de Capital Humano cada 6 meses para monitorear mejora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Gerencia TI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extLst>
                  <a:ext uri="{0D108BD9-81ED-4DB2-BD59-A6C34878D82A}">
                    <a16:rowId xmlns:a16="http://schemas.microsoft.com/office/drawing/2014/main" val="4281317933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26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>
                          <a:effectLst/>
                          <a:latin typeface="Century Gothic" panose="020B0502020202020204" pitchFamily="34" charset="0"/>
                        </a:rPr>
                        <a:t>Realizar auditoría interna anual al sistema de inventarios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s-CO" sz="1600" dirty="0">
                          <a:effectLst/>
                          <a:latin typeface="Century Gothic" panose="020B0502020202020204" pitchFamily="34" charset="0"/>
                        </a:rPr>
                        <a:t>Auditoría interna</a:t>
                      </a:r>
                      <a:endParaRPr lang="es-ES" sz="16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3975" marR="53975" marT="0" marB="0"/>
                </a:tc>
                <a:extLst>
                  <a:ext uri="{0D108BD9-81ED-4DB2-BD59-A6C34878D82A}">
                    <a16:rowId xmlns:a16="http://schemas.microsoft.com/office/drawing/2014/main" val="3199022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08292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2725"/>
  <p:tag name="MH_LIBRARY" val="GRAPHIC"/>
  <p:tag name="MH_TYPE" val="SubTitle"/>
  <p:tag name="MH_ORDER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2725"/>
  <p:tag name="MH_LIBRARY" val="GRAPHIC"/>
  <p:tag name="MH_TYPE" val="SubTitle"/>
  <p:tag name="MH_ORDER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2725"/>
  <p:tag name="MH_LIBRARY" val="GRAPHIC"/>
  <p:tag name="MH_TYPE" val="SubTitle"/>
  <p:tag name="MH_ORDER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2725"/>
  <p:tag name="MH_LIBRARY" val="GRAPHIC"/>
  <p:tag name="MH_TYPE" val="SubTitle"/>
  <p:tag name="MH_ORDER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2725"/>
  <p:tag name="MH_LIBRARY" val="GRAPHIC"/>
  <p:tag name="MH_TYPE" val="Other"/>
  <p:tag name="MH_ORDER" val="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2725"/>
  <p:tag name="MH_LIBRARY" val="GRAPHIC"/>
  <p:tag name="MH_TYPE" val="Other"/>
  <p:tag name="MH_ORDER" val="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2725"/>
  <p:tag name="MH_LIBRARY" val="GRAPHIC"/>
  <p:tag name="MH_TYPE" val="Other"/>
  <p:tag name="MH_ORDER" val="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2725"/>
  <p:tag name="MH_LIBRARY" val="GRAPHIC"/>
  <p:tag name="MH_TYPE" val="Other"/>
  <p:tag name="MH_ORDER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2725"/>
  <p:tag name="MH_LIBRARY" val="GRAPHIC"/>
  <p:tag name="MH_TYPE" val="Other"/>
  <p:tag name="MH_ORDER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2725"/>
  <p:tag name="MH_LIBRARY" val="GRAPHIC"/>
  <p:tag name="MH_TYPE" val="Other"/>
  <p:tag name="MH_ORDER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2725"/>
  <p:tag name="MH_LIBRARY" val="GRAPHIC"/>
  <p:tag name="MH_TYPE" val="Other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2725"/>
  <p:tag name="MH_LIBRARY" val="GRAPHIC"/>
  <p:tag name="MH_TYPE" val="Other"/>
  <p:tag name="MH_ORDER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2725"/>
  <p:tag name="MH_LIBRARY" val="GRAPHIC"/>
  <p:tag name="MH_TYPE" val="Other"/>
  <p:tag name="MH_ORDER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bf45de2a-3f3b-4252-8c5d-65cb2f390bc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981fae4a-dc77-40a2-8468-438fc1efb52c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00b31e74-81a5-4955-95cb-7de3a87af8f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f454d70a-f675-4d4e-b831-2f54af3bb78f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7cd02daf-2923-4aeb-b270-5ef1fe5d5d6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包图主题2">
  <a:themeElements>
    <a:clrScheme name="Verde azulado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1537</TotalTime>
  <Words>2427</Words>
  <Application>Microsoft Office PowerPoint</Application>
  <PresentationFormat>Panorámica</PresentationFormat>
  <Paragraphs>604</Paragraphs>
  <Slides>38</Slides>
  <Notes>36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52" baseType="lpstr">
      <vt:lpstr>等线</vt:lpstr>
      <vt:lpstr>Microsoft YaHei</vt:lpstr>
      <vt:lpstr>Microsoft YaHei</vt:lpstr>
      <vt:lpstr>Arial</vt:lpstr>
      <vt:lpstr>Calibri</vt:lpstr>
      <vt:lpstr>Century Gothic</vt:lpstr>
      <vt:lpstr>Courier New</vt:lpstr>
      <vt:lpstr>DM Sans Semi Bold</vt:lpstr>
      <vt:lpstr>Inter Medium</vt:lpstr>
      <vt:lpstr>Symbol</vt:lpstr>
      <vt:lpstr>Times New Roman</vt:lpstr>
      <vt:lpstr>Wingdings</vt:lpstr>
      <vt:lpstr>印品黑体</vt:lpstr>
      <vt:lpstr>包图主题2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WIN7</dc:creator>
  <cp:lastModifiedBy>Fabio Camacho Encinas</cp:lastModifiedBy>
  <cp:revision>94</cp:revision>
  <dcterms:created xsi:type="dcterms:W3CDTF">2017-08-18T03:02:00Z</dcterms:created>
  <dcterms:modified xsi:type="dcterms:W3CDTF">2026-05-07T16:06:02Z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2052-10.1.0.6748</vt:lpwstr>
  </property>
</Properties>
</file>